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8"/>
  </p:notesMasterIdLst>
  <p:sldIdLst>
    <p:sldId id="761" r:id="rId2"/>
    <p:sldId id="746" r:id="rId3"/>
    <p:sldId id="747" r:id="rId4"/>
    <p:sldId id="748" r:id="rId5"/>
    <p:sldId id="749" r:id="rId6"/>
    <p:sldId id="750" r:id="rId7"/>
    <p:sldId id="751" r:id="rId8"/>
    <p:sldId id="752" r:id="rId9"/>
    <p:sldId id="753" r:id="rId10"/>
    <p:sldId id="754" r:id="rId11"/>
    <p:sldId id="755" r:id="rId12"/>
    <p:sldId id="756" r:id="rId13"/>
    <p:sldId id="757" r:id="rId14"/>
    <p:sldId id="758" r:id="rId15"/>
    <p:sldId id="567" r:id="rId16"/>
    <p:sldId id="568" r:id="rId17"/>
    <p:sldId id="571" r:id="rId18"/>
    <p:sldId id="569" r:id="rId19"/>
    <p:sldId id="570" r:id="rId20"/>
    <p:sldId id="572" r:id="rId21"/>
    <p:sldId id="573" r:id="rId22"/>
    <p:sldId id="574" r:id="rId23"/>
    <p:sldId id="759" r:id="rId24"/>
    <p:sldId id="576" r:id="rId25"/>
    <p:sldId id="760" r:id="rId26"/>
    <p:sldId id="578" r:id="rId27"/>
    <p:sldId id="579" r:id="rId28"/>
    <p:sldId id="611" r:id="rId29"/>
    <p:sldId id="515" r:id="rId30"/>
    <p:sldId id="613" r:id="rId31"/>
    <p:sldId id="614" r:id="rId32"/>
    <p:sldId id="615" r:id="rId33"/>
    <p:sldId id="616" r:id="rId34"/>
    <p:sldId id="617" r:id="rId35"/>
    <p:sldId id="618" r:id="rId36"/>
    <p:sldId id="619" r:id="rId37"/>
    <p:sldId id="620" r:id="rId38"/>
    <p:sldId id="621" r:id="rId39"/>
    <p:sldId id="622" r:id="rId40"/>
    <p:sldId id="623" r:id="rId41"/>
    <p:sldId id="624" r:id="rId42"/>
    <p:sldId id="625" r:id="rId43"/>
    <p:sldId id="626" r:id="rId44"/>
    <p:sldId id="627" r:id="rId45"/>
    <p:sldId id="628" r:id="rId46"/>
    <p:sldId id="629" r:id="rId47"/>
    <p:sldId id="630" r:id="rId48"/>
    <p:sldId id="631" r:id="rId49"/>
    <p:sldId id="632" r:id="rId50"/>
    <p:sldId id="516" r:id="rId51"/>
    <p:sldId id="517" r:id="rId52"/>
    <p:sldId id="523" r:id="rId53"/>
    <p:sldId id="518" r:id="rId54"/>
    <p:sldId id="519" r:id="rId55"/>
    <p:sldId id="520" r:id="rId56"/>
    <p:sldId id="521" r:id="rId57"/>
    <p:sldId id="522" r:id="rId58"/>
    <p:sldId id="524" r:id="rId59"/>
    <p:sldId id="525" r:id="rId60"/>
    <p:sldId id="529" r:id="rId61"/>
    <p:sldId id="530" r:id="rId62"/>
    <p:sldId id="531" r:id="rId63"/>
    <p:sldId id="535" r:id="rId64"/>
    <p:sldId id="533" r:id="rId65"/>
    <p:sldId id="534" r:id="rId66"/>
    <p:sldId id="536" r:id="rId67"/>
    <p:sldId id="545" r:id="rId68"/>
    <p:sldId id="546" r:id="rId69"/>
    <p:sldId id="547" r:id="rId70"/>
    <p:sldId id="548" r:id="rId71"/>
    <p:sldId id="543" r:id="rId72"/>
    <p:sldId id="542" r:id="rId73"/>
    <p:sldId id="544" r:id="rId74"/>
    <p:sldId id="549" r:id="rId75"/>
    <p:sldId id="550" r:id="rId76"/>
    <p:sldId id="551" r:id="rId77"/>
    <p:sldId id="552" r:id="rId78"/>
    <p:sldId id="553" r:id="rId79"/>
    <p:sldId id="554" r:id="rId80"/>
    <p:sldId id="555" r:id="rId81"/>
    <p:sldId id="556" r:id="rId82"/>
    <p:sldId id="557" r:id="rId83"/>
    <p:sldId id="558" r:id="rId84"/>
    <p:sldId id="559" r:id="rId85"/>
    <p:sldId id="560" r:id="rId86"/>
    <p:sldId id="561" r:id="rId87"/>
    <p:sldId id="562" r:id="rId88"/>
    <p:sldId id="563" r:id="rId89"/>
    <p:sldId id="564" r:id="rId90"/>
    <p:sldId id="565" r:id="rId91"/>
    <p:sldId id="566" r:id="rId92"/>
    <p:sldId id="575" r:id="rId93"/>
    <p:sldId id="577" r:id="rId94"/>
    <p:sldId id="591" r:id="rId95"/>
    <p:sldId id="592" r:id="rId96"/>
    <p:sldId id="593" r:id="rId97"/>
    <p:sldId id="594" r:id="rId98"/>
    <p:sldId id="595" r:id="rId99"/>
    <p:sldId id="596" r:id="rId100"/>
    <p:sldId id="597" r:id="rId101"/>
    <p:sldId id="598" r:id="rId102"/>
    <p:sldId id="599" r:id="rId103"/>
    <p:sldId id="600" r:id="rId104"/>
    <p:sldId id="601" r:id="rId105"/>
    <p:sldId id="602" r:id="rId106"/>
    <p:sldId id="603" r:id="rId107"/>
    <p:sldId id="605" r:id="rId108"/>
    <p:sldId id="606" r:id="rId109"/>
    <p:sldId id="607" r:id="rId110"/>
    <p:sldId id="608" r:id="rId111"/>
    <p:sldId id="609" r:id="rId112"/>
    <p:sldId id="610" r:id="rId113"/>
    <p:sldId id="633" r:id="rId114"/>
    <p:sldId id="634" r:id="rId115"/>
    <p:sldId id="717" r:id="rId116"/>
    <p:sldId id="718" r:id="rId117"/>
    <p:sldId id="699" r:id="rId118"/>
    <p:sldId id="612" r:id="rId119"/>
    <p:sldId id="719" r:id="rId120"/>
    <p:sldId id="720" r:id="rId121"/>
    <p:sldId id="721" r:id="rId122"/>
    <p:sldId id="722" r:id="rId123"/>
    <p:sldId id="723" r:id="rId124"/>
    <p:sldId id="724" r:id="rId125"/>
    <p:sldId id="725" r:id="rId126"/>
    <p:sldId id="726" r:id="rId127"/>
    <p:sldId id="727" r:id="rId128"/>
    <p:sldId id="728" r:id="rId129"/>
    <p:sldId id="729" r:id="rId130"/>
    <p:sldId id="730" r:id="rId131"/>
    <p:sldId id="731" r:id="rId132"/>
    <p:sldId id="732" r:id="rId133"/>
    <p:sldId id="733" r:id="rId134"/>
    <p:sldId id="734" r:id="rId135"/>
    <p:sldId id="735" r:id="rId136"/>
    <p:sldId id="736" r:id="rId137"/>
    <p:sldId id="737" r:id="rId138"/>
    <p:sldId id="738" r:id="rId139"/>
    <p:sldId id="739" r:id="rId140"/>
    <p:sldId id="740" r:id="rId141"/>
    <p:sldId id="635" r:id="rId142"/>
    <p:sldId id="636" r:id="rId143"/>
    <p:sldId id="637" r:id="rId144"/>
    <p:sldId id="638" r:id="rId145"/>
    <p:sldId id="639" r:id="rId146"/>
    <p:sldId id="640" r:id="rId147"/>
    <p:sldId id="641" r:id="rId148"/>
    <p:sldId id="642" r:id="rId149"/>
    <p:sldId id="643" r:id="rId150"/>
    <p:sldId id="644" r:id="rId151"/>
    <p:sldId id="645" r:id="rId152"/>
    <p:sldId id="646" r:id="rId153"/>
    <p:sldId id="647" r:id="rId154"/>
    <p:sldId id="648" r:id="rId155"/>
    <p:sldId id="649" r:id="rId156"/>
    <p:sldId id="650" r:id="rId157"/>
    <p:sldId id="651" r:id="rId158"/>
    <p:sldId id="652" r:id="rId159"/>
    <p:sldId id="653" r:id="rId160"/>
    <p:sldId id="654" r:id="rId161"/>
    <p:sldId id="655" r:id="rId162"/>
    <p:sldId id="656" r:id="rId163"/>
    <p:sldId id="657" r:id="rId164"/>
    <p:sldId id="658" r:id="rId165"/>
    <p:sldId id="659" r:id="rId166"/>
    <p:sldId id="660" r:id="rId167"/>
    <p:sldId id="661" r:id="rId168"/>
    <p:sldId id="662" r:id="rId169"/>
    <p:sldId id="663" r:id="rId170"/>
    <p:sldId id="664" r:id="rId171"/>
    <p:sldId id="665" r:id="rId172"/>
    <p:sldId id="666" r:id="rId173"/>
    <p:sldId id="667" r:id="rId174"/>
    <p:sldId id="668" r:id="rId175"/>
    <p:sldId id="669" r:id="rId176"/>
    <p:sldId id="676" r:id="rId177"/>
    <p:sldId id="670" r:id="rId178"/>
    <p:sldId id="671" r:id="rId179"/>
    <p:sldId id="677" r:id="rId180"/>
    <p:sldId id="672" r:id="rId181"/>
    <p:sldId id="673" r:id="rId182"/>
    <p:sldId id="674" r:id="rId183"/>
    <p:sldId id="675" r:id="rId184"/>
    <p:sldId id="678" r:id="rId185"/>
    <p:sldId id="679" r:id="rId186"/>
    <p:sldId id="680" r:id="rId187"/>
    <p:sldId id="681" r:id="rId188"/>
    <p:sldId id="682" r:id="rId189"/>
    <p:sldId id="683" r:id="rId190"/>
    <p:sldId id="684" r:id="rId191"/>
    <p:sldId id="685" r:id="rId192"/>
    <p:sldId id="686" r:id="rId193"/>
    <p:sldId id="687" r:id="rId194"/>
    <p:sldId id="688" r:id="rId195"/>
    <p:sldId id="689" r:id="rId196"/>
    <p:sldId id="690" r:id="rId197"/>
    <p:sldId id="691" r:id="rId198"/>
    <p:sldId id="692" r:id="rId199"/>
    <p:sldId id="693" r:id="rId200"/>
    <p:sldId id="694" r:id="rId201"/>
    <p:sldId id="695" r:id="rId202"/>
    <p:sldId id="696" r:id="rId203"/>
    <p:sldId id="697" r:id="rId204"/>
    <p:sldId id="698" r:id="rId205"/>
    <p:sldId id="700" r:id="rId206"/>
    <p:sldId id="701" r:id="rId207"/>
    <p:sldId id="702" r:id="rId208"/>
    <p:sldId id="703" r:id="rId209"/>
    <p:sldId id="704" r:id="rId210"/>
    <p:sldId id="705" r:id="rId211"/>
    <p:sldId id="706" r:id="rId212"/>
    <p:sldId id="707" r:id="rId213"/>
    <p:sldId id="708" r:id="rId214"/>
    <p:sldId id="709" r:id="rId215"/>
    <p:sldId id="710" r:id="rId216"/>
    <p:sldId id="711" r:id="rId217"/>
    <p:sldId id="712" r:id="rId218"/>
    <p:sldId id="713" r:id="rId219"/>
    <p:sldId id="714" r:id="rId220"/>
    <p:sldId id="715" r:id="rId221"/>
    <p:sldId id="716" r:id="rId222"/>
    <p:sldId id="741" r:id="rId223"/>
    <p:sldId id="742" r:id="rId224"/>
    <p:sldId id="743" r:id="rId225"/>
    <p:sldId id="744" r:id="rId226"/>
    <p:sldId id="745" r:id="rId2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7748536-7AD1-40B3-A12F-D07B95B69C3E}">
          <p14:sldIdLst/>
        </p14:section>
        <p14:section name="Default Section" id="{9623FC17-ECE9-4B44-B3D7-D1A7831F72CD}">
          <p14:sldIdLst>
            <p14:sldId id="761"/>
            <p14:sldId id="746"/>
            <p14:sldId id="747"/>
            <p14:sldId id="748"/>
            <p14:sldId id="749"/>
            <p14:sldId id="750"/>
            <p14:sldId id="751"/>
            <p14:sldId id="752"/>
            <p14:sldId id="753"/>
            <p14:sldId id="754"/>
            <p14:sldId id="755"/>
            <p14:sldId id="756"/>
            <p14:sldId id="757"/>
            <p14:sldId id="758"/>
            <p14:sldId id="567"/>
            <p14:sldId id="568"/>
            <p14:sldId id="571"/>
            <p14:sldId id="569"/>
            <p14:sldId id="570"/>
            <p14:sldId id="572"/>
            <p14:sldId id="573"/>
            <p14:sldId id="574"/>
            <p14:sldId id="759"/>
            <p14:sldId id="576"/>
            <p14:sldId id="760"/>
            <p14:sldId id="578"/>
            <p14:sldId id="579"/>
            <p14:sldId id="611"/>
            <p14:sldId id="515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27"/>
            <p14:sldId id="628"/>
            <p14:sldId id="629"/>
            <p14:sldId id="630"/>
            <p14:sldId id="631"/>
            <p14:sldId id="632"/>
            <p14:sldId id="516"/>
            <p14:sldId id="517"/>
            <p14:sldId id="523"/>
            <p14:sldId id="518"/>
            <p14:sldId id="519"/>
            <p14:sldId id="520"/>
            <p14:sldId id="521"/>
            <p14:sldId id="522"/>
            <p14:sldId id="524"/>
            <p14:sldId id="525"/>
            <p14:sldId id="529"/>
            <p14:sldId id="530"/>
            <p14:sldId id="531"/>
            <p14:sldId id="535"/>
            <p14:sldId id="533"/>
            <p14:sldId id="534"/>
            <p14:sldId id="536"/>
            <p14:sldId id="545"/>
            <p14:sldId id="546"/>
            <p14:sldId id="547"/>
            <p14:sldId id="548"/>
            <p14:sldId id="543"/>
            <p14:sldId id="542"/>
            <p14:sldId id="544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75"/>
            <p14:sldId id="577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5"/>
            <p14:sldId id="606"/>
            <p14:sldId id="607"/>
            <p14:sldId id="608"/>
            <p14:sldId id="609"/>
            <p14:sldId id="610"/>
          </p14:sldIdLst>
        </p14:section>
        <p14:section name="Default Section" id="{DB84FC43-24C4-2844-8BC3-E697A8D8AC9E}">
          <p14:sldIdLst>
            <p14:sldId id="633"/>
            <p14:sldId id="634"/>
            <p14:sldId id="717"/>
            <p14:sldId id="718"/>
            <p14:sldId id="699"/>
            <p14:sldId id="612"/>
            <p14:sldId id="719"/>
            <p14:sldId id="720"/>
            <p14:sldId id="721"/>
            <p14:sldId id="722"/>
            <p14:sldId id="723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33"/>
            <p14:sldId id="734"/>
            <p14:sldId id="735"/>
            <p14:sldId id="736"/>
            <p14:sldId id="737"/>
            <p14:sldId id="738"/>
            <p14:sldId id="739"/>
            <p14:sldId id="740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52"/>
            <p14:sldId id="653"/>
            <p14:sldId id="654"/>
            <p14:sldId id="655"/>
            <p14:sldId id="656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669"/>
            <p14:sldId id="676"/>
            <p14:sldId id="670"/>
            <p14:sldId id="671"/>
            <p14:sldId id="677"/>
            <p14:sldId id="672"/>
            <p14:sldId id="673"/>
            <p14:sldId id="674"/>
            <p14:sldId id="675"/>
            <p14:sldId id="678"/>
            <p14:sldId id="679"/>
            <p14:sldId id="680"/>
            <p14:sldId id="681"/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7"/>
            <p14:sldId id="698"/>
            <p14:sldId id="700"/>
            <p14:sldId id="701"/>
            <p14:sldId id="702"/>
            <p14:sldId id="703"/>
            <p14:sldId id="704"/>
            <p14:sldId id="705"/>
            <p14:sldId id="706"/>
            <p14:sldId id="707"/>
            <p14:sldId id="708"/>
            <p14:sldId id="709"/>
            <p14:sldId id="710"/>
            <p14:sldId id="711"/>
            <p14:sldId id="712"/>
            <p14:sldId id="713"/>
            <p14:sldId id="714"/>
            <p14:sldId id="715"/>
            <p14:sldId id="716"/>
            <p14:sldId id="741"/>
            <p14:sldId id="742"/>
            <p14:sldId id="743"/>
            <p14:sldId id="744"/>
            <p14:sldId id="7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6" pos="7680" userDrawn="1">
          <p15:clr>
            <a:srgbClr val="A4A3A4"/>
          </p15:clr>
        </p15:guide>
        <p15:guide id="14" orient="horz" userDrawn="1">
          <p15:clr>
            <a:srgbClr val="A4A3A4"/>
          </p15:clr>
        </p15:guide>
        <p15:guide id="16" orient="horz" pos="4269" userDrawn="1">
          <p15:clr>
            <a:srgbClr val="A4A3A4"/>
          </p15:clr>
        </p15:guide>
        <p15:guide id="20" userDrawn="1">
          <p15:clr>
            <a:srgbClr val="A4A3A4"/>
          </p15:clr>
        </p15:guide>
        <p15:guide id="21" pos="3931" userDrawn="1">
          <p15:clr>
            <a:srgbClr val="A4A3A4"/>
          </p15:clr>
        </p15:guide>
        <p15:guide id="22" pos="4770" userDrawn="1">
          <p15:clr>
            <a:srgbClr val="A4A3A4"/>
          </p15:clr>
        </p15:guide>
        <p15:guide id="23" pos="6335" userDrawn="1">
          <p15:clr>
            <a:srgbClr val="A4A3A4"/>
          </p15:clr>
        </p15:guide>
        <p15:guide id="24" pos="7106" userDrawn="1">
          <p15:clr>
            <a:srgbClr val="A4A3A4"/>
          </p15:clr>
        </p15:guide>
        <p15:guide id="25" orient="horz" pos="2115" userDrawn="1">
          <p15:clr>
            <a:srgbClr val="A4A3A4"/>
          </p15:clr>
        </p15:guide>
        <p15:guide id="26" orient="horz" pos="2832" userDrawn="1">
          <p15:clr>
            <a:srgbClr val="A4A3A4"/>
          </p15:clr>
        </p15:guide>
        <p15:guide id="27" orient="horz" pos="3680" userDrawn="1">
          <p15:clr>
            <a:srgbClr val="A4A3A4"/>
          </p15:clr>
        </p15:guide>
        <p15:guide id="28" pos="5376" userDrawn="1">
          <p15:clr>
            <a:srgbClr val="A4A3A4"/>
          </p15:clr>
        </p15:guide>
        <p15:guide id="29" pos="5784" userDrawn="1">
          <p15:clr>
            <a:srgbClr val="A4A3A4"/>
          </p15:clr>
        </p15:guide>
        <p15:guide id="30" orient="horz" pos="240" userDrawn="1">
          <p15:clr>
            <a:srgbClr val="A4A3A4"/>
          </p15:clr>
        </p15:guide>
        <p15:guide id="31" orient="horz" pos="1464" userDrawn="1">
          <p15:clr>
            <a:srgbClr val="A4A3A4"/>
          </p15:clr>
        </p15:guide>
        <p15:guide id="32" pos="312" userDrawn="1">
          <p15:clr>
            <a:srgbClr val="A4A3A4"/>
          </p15:clr>
        </p15:guide>
        <p15:guide id="33" pos="40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c syphax" initials="Ps" lastIdx="4" clrIdx="0">
    <p:extLst>
      <p:ext uri="{19B8F6BF-5375-455C-9EA6-DF929625EA0E}">
        <p15:presenceInfo xmlns:p15="http://schemas.microsoft.com/office/powerpoint/2012/main" userId="eac595bf50856a3e" providerId="Windows Live"/>
      </p:ext>
    </p:extLst>
  </p:cmAuthor>
  <p:cmAuthor id="2" name="Syphax Ait oubelli" initials="SAo" lastIdx="1" clrIdx="1">
    <p:extLst>
      <p:ext uri="{19B8F6BF-5375-455C-9EA6-DF929625EA0E}">
        <p15:presenceInfo xmlns:p15="http://schemas.microsoft.com/office/powerpoint/2012/main" userId="ecf726b1934da71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FD1"/>
    <a:srgbClr val="8690FA"/>
    <a:srgbClr val="33CCFF"/>
    <a:srgbClr val="F9AE57"/>
    <a:srgbClr val="F97B57"/>
    <a:srgbClr val="A5FDB9"/>
    <a:srgbClr val="EC5E66"/>
    <a:srgbClr val="FD003A"/>
    <a:srgbClr val="181717"/>
    <a:srgbClr val="343D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84" autoAdjust="0"/>
    <p:restoredTop sz="96357" autoAdjust="0"/>
  </p:normalViewPr>
  <p:slideViewPr>
    <p:cSldViewPr snapToGrid="0">
      <p:cViewPr>
        <p:scale>
          <a:sx n="44" d="100"/>
          <a:sy n="44" d="100"/>
        </p:scale>
        <p:origin x="3552" y="1848"/>
      </p:cViewPr>
      <p:guideLst>
        <p:guide orient="horz" pos="1968"/>
        <p:guide pos="3840"/>
        <p:guide pos="7680"/>
        <p:guide orient="horz"/>
        <p:guide orient="horz" pos="4269"/>
        <p:guide/>
        <p:guide pos="3931"/>
        <p:guide pos="4770"/>
        <p:guide pos="6335"/>
        <p:guide pos="7106"/>
        <p:guide orient="horz" pos="2115"/>
        <p:guide orient="horz" pos="2832"/>
        <p:guide orient="horz" pos="3680"/>
        <p:guide pos="5376"/>
        <p:guide pos="5784"/>
        <p:guide orient="horz" pos="240"/>
        <p:guide orient="horz" pos="1464"/>
        <p:guide pos="312"/>
        <p:guide pos="40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commentAuthors" Target="commentAuthors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presProps" Target="presProp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231" Type="http://schemas.openxmlformats.org/officeDocument/2006/relationships/viewProps" Target="viewProps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theme" Target="theme/theme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tableStyles" Target="tableStyle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7C9E3-8F86-49DA-9EFE-AB0EF05CC3E1}" type="datetimeFigureOut">
              <a:rPr lang="fr-FR" smtClean="0"/>
              <a:t>16/07/2025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88E2D-BB1B-4078-A74A-6ADF5791AAE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567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98FF-2C0F-4665-A418-1E8DD9C88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B73AA-5365-44D1-B082-F6FE2D881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D1EE8-776A-4634-ACC7-756BB79B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C86B-CCAA-46F3-B481-97862E900D90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638FA-305B-4F14-BE41-2FAC3EDC8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0BBD7-2717-44CC-9055-3C8F9281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A0EB0-0E2A-4D2C-954A-D985C8031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6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4F94-36AD-4D2E-8266-DB74F8169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A695-C047-455C-9546-F6ACD7309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EE1B1-71C4-4985-A988-EC7104DE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C86B-CCAA-46F3-B481-97862E900D90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DAA4C-9699-456C-BAD6-C64FC8D9A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36981-3093-4583-97BA-B499A1CFF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A0EB0-0E2A-4D2C-954A-D985C8031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22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25F9-FDBF-43BB-995D-B926BABC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5AE7C-D219-44FA-953B-A5563F0F4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5AD9D-4469-4862-A100-D83C1349F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C86B-CCAA-46F3-B481-97862E900D90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A7128-1D41-47C6-BF4F-5FA3763D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4B4DE-45A9-4970-8DD7-C2815823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A0EB0-0E2A-4D2C-954A-D985C8031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46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6194-AE02-474A-B107-FF2C22E11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B12A2-6599-4F2D-8155-C486C895F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45B7F-19D2-48F9-A384-16771348C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5E744-2838-48BE-B538-50419119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C86B-CCAA-46F3-B481-97862E900D90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D2F0B-4AAB-45B3-84F9-EA32887A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4396B-1BDE-4A7D-A2DC-C30EFFAA5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A0EB0-0E2A-4D2C-954A-D985C8031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01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559A-5F51-4B93-A0C2-0833F3198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E37A3-85F0-4C3B-946B-FAFC13185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805AF-234F-428D-97A4-41DE9F0AD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BC2C63-6F53-44E2-8C98-698C6C0D2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EA9B9E-67C1-42E4-8AFB-90D0B066E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094C9C-D2C1-4778-94A4-AD01AFF6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C86B-CCAA-46F3-B481-97862E900D90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F2C8A9-A845-4725-A46F-ABB9562C1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7678EF-3CB9-46AD-977D-FABFCCD2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A0EB0-0E2A-4D2C-954A-D985C8031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19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21A36-E2B3-4779-B3E6-D9B1D6CF1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A86F8-1149-4140-99AC-B2F08152D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C86B-CCAA-46F3-B481-97862E900D90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F8B41A-3C3C-4DE3-89AC-28C33CF1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20B91-B0D7-41B4-9D68-449C5EFEF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A0EB0-0E2A-4D2C-954A-D985C8031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469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B5BEA-122E-43C5-88D9-89C74A13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C86B-CCAA-46F3-B481-97862E900D90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46C9DB-9817-441A-AE4B-ED6DB323C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AA697-B3FE-462C-8845-7A63F28C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A0EB0-0E2A-4D2C-954A-D985C8031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888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DBF5-AA26-4EF6-BE8A-DEF7DB1B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E314-BD35-472B-B638-799251212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F58C9-F6E8-4718-A6C1-C403F0739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4A644-EBB7-465B-9432-47F6D776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C86B-CCAA-46F3-B481-97862E900D90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5C91D-2CA9-4FFB-B657-3F059B9D9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8CB8F-B616-42DF-B599-8F247F22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A0EB0-0E2A-4D2C-954A-D985C8031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28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AA260-D427-4B34-96ED-FA6DAD35F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689CD5-3244-4CEE-9682-546A639500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4E0E5-3F66-427E-9649-6A0DBDD49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690E9-16EC-4515-A16C-C452CD70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C86B-CCAA-46F3-B481-97862E900D90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727C2-7A18-47E5-BD4D-7F3DD0F1D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2DAD5-C3D9-4238-93EC-C5ACD832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A0EB0-0E2A-4D2C-954A-D985C8031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98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2B75-CB74-4FE6-AB46-BCA0845B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59B77-913C-4548-94BF-70352D71D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EB109-D6D0-4068-9639-BBAF2F75E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C86B-CCAA-46F3-B481-97862E900D90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A9F02-BA1F-44AD-A4F2-E6D9BD6A2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08403-CB1E-480C-B1A4-839F9689A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A0EB0-0E2A-4D2C-954A-D985C8031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155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6CBD60-C36D-422C-88F1-D5C91C407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A8CDA-E42B-4F72-B6DE-6946289D6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5FE51-4DAD-49A7-A536-E9CAFFB4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C86B-CCAA-46F3-B481-97862E900D90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D8426-9BE7-496E-939A-EF6431A5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7EB58-5E5F-4655-951A-0123DE1F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A0EB0-0E2A-4D2C-954A-D985C8031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226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FA52F-BFC5-483C-9B8E-3EA886D00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9B016-1C6A-477A-9124-25504F10F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522D6-6933-4880-9ED1-EBFA018A7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8C86B-CCAA-46F3-B481-97862E900D90}" type="datetimeFigureOut">
              <a:rPr lang="en-GB" smtClean="0"/>
              <a:t>16/07/2025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952D9-6FAF-4417-8DF5-88C7FD026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8B3D8-4CF2-4C6F-92C9-4B6C533CC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A0EB0-0E2A-4D2C-954A-D985C8031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65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image" Target="../media/image181.png"/><Relationship Id="rId4" Type="http://schemas.openxmlformats.org/officeDocument/2006/relationships/image" Target="../media/image171.png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1.png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211A0-7510-E537-8D0A-29E57C73F1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19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C8380DE-6F59-75FD-CC08-6338AA6448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Flow Algorithms</a:t>
            </a:r>
          </a:p>
        </p:txBody>
      </p:sp>
    </p:spTree>
    <p:extLst>
      <p:ext uri="{BB962C8B-B14F-4D97-AF65-F5344CB8AC3E}">
        <p14:creationId xmlns:p14="http://schemas.microsoft.com/office/powerpoint/2010/main" val="1109137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6574DCC1-5218-AC2C-95D2-7D433AB1A3C2}"/>
              </a:ext>
            </a:extLst>
          </p:cNvPr>
          <p:cNvGrpSpPr/>
          <p:nvPr/>
        </p:nvGrpSpPr>
        <p:grpSpPr>
          <a:xfrm rot="8785645" flipH="1">
            <a:off x="4298316" y="1524921"/>
            <a:ext cx="773985" cy="2347550"/>
            <a:chOff x="5292061" y="990600"/>
            <a:chExt cx="1607877" cy="4876800"/>
          </a:xfrm>
        </p:grpSpPr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E2BF2D9E-5EE5-495F-CD8C-0429E9E96767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DABEE623-4001-F825-DF38-F5EFD8464F0D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626BA8DB-AEA0-347A-65AD-814502E51546}"/>
                </a:ext>
              </a:extLst>
            </p:cNvPr>
            <p:cNvSpPr/>
            <p:nvPr/>
          </p:nvSpPr>
          <p:spPr>
            <a:xfrm>
              <a:off x="6407754" y="990600"/>
              <a:ext cx="156800" cy="4876800"/>
            </a:xfrm>
            <a:custGeom>
              <a:avLst/>
              <a:gdLst>
                <a:gd name="connsiteX0" fmla="*/ 0 w 156800"/>
                <a:gd name="connsiteY0" fmla="*/ 0 h 4876800"/>
                <a:gd name="connsiteX1" fmla="*/ 156801 w 156800"/>
                <a:gd name="connsiteY1" fmla="*/ 0 h 4876800"/>
                <a:gd name="connsiteX2" fmla="*/ 156801 w 156800"/>
                <a:gd name="connsiteY2" fmla="*/ 4876800 h 4876800"/>
                <a:gd name="connsiteX3" fmla="*/ 0 w 156800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800" h="4876800">
                  <a:moveTo>
                    <a:pt x="0" y="0"/>
                  </a:moveTo>
                  <a:lnTo>
                    <a:pt x="156801" y="0"/>
                  </a:lnTo>
                  <a:lnTo>
                    <a:pt x="156801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77E02F52-E100-986F-2C0D-D8506EAEFE00}"/>
                </a:ext>
              </a:extLst>
            </p:cNvPr>
            <p:cNvSpPr/>
            <p:nvPr/>
          </p:nvSpPr>
          <p:spPr>
            <a:xfrm>
              <a:off x="6472494" y="1474670"/>
              <a:ext cx="164029" cy="289008"/>
            </a:xfrm>
            <a:custGeom>
              <a:avLst/>
              <a:gdLst>
                <a:gd name="connsiteX0" fmla="*/ 10811 w 164029"/>
                <a:gd name="connsiteY0" fmla="*/ 0 h 289007"/>
                <a:gd name="connsiteX1" fmla="*/ 0 w 164029"/>
                <a:gd name="connsiteY1" fmla="*/ 0 h 289007"/>
                <a:gd name="connsiteX2" fmla="*/ 0 w 164029"/>
                <a:gd name="connsiteY2" fmla="*/ 289008 h 289007"/>
                <a:gd name="connsiteX3" fmla="*/ 10811 w 164029"/>
                <a:gd name="connsiteY3" fmla="*/ 289008 h 289007"/>
                <a:gd name="connsiteX4" fmla="*/ 153219 w 164029"/>
                <a:gd name="connsiteY4" fmla="*/ 289008 h 289007"/>
                <a:gd name="connsiteX5" fmla="*/ 164030 w 164029"/>
                <a:gd name="connsiteY5" fmla="*/ 289008 h 289007"/>
                <a:gd name="connsiteX6" fmla="*/ 164030 w 164029"/>
                <a:gd name="connsiteY6" fmla="*/ 0 h 289007"/>
                <a:gd name="connsiteX7" fmla="*/ 153219 w 164029"/>
                <a:gd name="connsiteY7" fmla="*/ 0 h 289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29" h="289007">
                  <a:moveTo>
                    <a:pt x="10811" y="0"/>
                  </a:moveTo>
                  <a:lnTo>
                    <a:pt x="0" y="0"/>
                  </a:lnTo>
                  <a:lnTo>
                    <a:pt x="0" y="289008"/>
                  </a:lnTo>
                  <a:lnTo>
                    <a:pt x="10811" y="289008"/>
                  </a:lnTo>
                  <a:lnTo>
                    <a:pt x="153219" y="289008"/>
                  </a:lnTo>
                  <a:lnTo>
                    <a:pt x="164030" y="289008"/>
                  </a:lnTo>
                  <a:lnTo>
                    <a:pt x="164030" y="0"/>
                  </a:lnTo>
                  <a:lnTo>
                    <a:pt x="153219" y="0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50C11334-6C3F-3970-E38E-395D6F784ED3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824B4F79-82FC-8972-7B9D-257518B0F4E9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FD021756-387D-6B57-D6B6-F51E4BE009F5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00" name="Graphic 38">
              <a:extLst>
                <a:ext uri="{FF2B5EF4-FFF2-40B4-BE49-F238E27FC236}">
                  <a16:creationId xmlns:a16="http://schemas.microsoft.com/office/drawing/2014/main" id="{E92CB649-236B-3B43-818A-7E8095C89A93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7EAB730F-ECE2-6B04-72F6-F46F8CA5547D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14D01E40-BF21-B63C-1028-0574F90A516A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47639B25-8CFA-B77A-8DEE-468B1C690E8A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257BF5E9-9B7B-356F-B4D9-E390E268A192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C0F438CD-A2A9-EEDF-7D42-305A286A6474}"/>
              </a:ext>
            </a:extLst>
          </p:cNvPr>
          <p:cNvGrpSpPr/>
          <p:nvPr/>
        </p:nvGrpSpPr>
        <p:grpSpPr>
          <a:xfrm rot="8785645" flipH="1">
            <a:off x="5249634" y="2953689"/>
            <a:ext cx="773985" cy="2347550"/>
            <a:chOff x="5292061" y="990600"/>
            <a:chExt cx="1607877" cy="4876800"/>
          </a:xfrm>
        </p:grpSpPr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B4E8996D-DD5A-2DA5-49FD-70BB3DD4306D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9AACBB7F-DB91-DC53-970D-88C9BEBA71EF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12" name="Graphic 38">
              <a:extLst>
                <a:ext uri="{FF2B5EF4-FFF2-40B4-BE49-F238E27FC236}">
                  <a16:creationId xmlns:a16="http://schemas.microsoft.com/office/drawing/2014/main" id="{C9FEA1C6-E643-1652-225B-5936E909DA9D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71A963D8-CFF8-A617-1E9B-41018B2666E5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8B633B58-8E75-2F83-9EC6-D2CB39C289F8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6CA8DB1B-1FB7-ACE3-49F1-544A6DDB9FEE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14" name="Graphic 38">
              <a:extLst>
                <a:ext uri="{FF2B5EF4-FFF2-40B4-BE49-F238E27FC236}">
                  <a16:creationId xmlns:a16="http://schemas.microsoft.com/office/drawing/2014/main" id="{442D29F3-4186-B302-C5B4-9FFD895AB1E7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5A8A3111-3CDB-738D-A997-0C362C3C9A83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2411A43E-D9C1-9EAC-B654-55F6E080AEEA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B67DBF16-7386-CD49-B0A8-5DBEEAE53A5F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67DCCCB4-071E-484B-8700-31EFACDC47D0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0EE057D6-99BE-0DF0-F566-761F705C5F69}"/>
              </a:ext>
            </a:extLst>
          </p:cNvPr>
          <p:cNvGrpSpPr/>
          <p:nvPr/>
        </p:nvGrpSpPr>
        <p:grpSpPr>
          <a:xfrm rot="10800000">
            <a:off x="8089504" y="1772287"/>
            <a:ext cx="636811" cy="1931491"/>
            <a:chOff x="5292061" y="990600"/>
            <a:chExt cx="1607877" cy="4876800"/>
          </a:xfrm>
        </p:grpSpPr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9AA392B4-353E-6CDE-B6BC-281FE1657CA0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111EB023-A1C1-38BD-A604-2BA2E4BAEF59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2A45FB3-4F8C-F2C5-948B-AA86232B932F}"/>
                </a:ext>
              </a:extLst>
            </p:cNvPr>
            <p:cNvSpPr/>
            <p:nvPr/>
          </p:nvSpPr>
          <p:spPr>
            <a:xfrm>
              <a:off x="6407751" y="990600"/>
              <a:ext cx="156801" cy="4876800"/>
            </a:xfrm>
            <a:custGeom>
              <a:avLst/>
              <a:gdLst>
                <a:gd name="connsiteX0" fmla="*/ 0 w 156800"/>
                <a:gd name="connsiteY0" fmla="*/ 0 h 4876800"/>
                <a:gd name="connsiteX1" fmla="*/ 156801 w 156800"/>
                <a:gd name="connsiteY1" fmla="*/ 0 h 4876800"/>
                <a:gd name="connsiteX2" fmla="*/ 156801 w 156800"/>
                <a:gd name="connsiteY2" fmla="*/ 4876800 h 4876800"/>
                <a:gd name="connsiteX3" fmla="*/ 0 w 156800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800" h="4876800">
                  <a:moveTo>
                    <a:pt x="0" y="0"/>
                  </a:moveTo>
                  <a:lnTo>
                    <a:pt x="156801" y="0"/>
                  </a:lnTo>
                  <a:lnTo>
                    <a:pt x="156801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83659C9F-A9AF-BBE8-6724-51C790D3DA4E}"/>
                </a:ext>
              </a:extLst>
            </p:cNvPr>
            <p:cNvSpPr/>
            <p:nvPr/>
          </p:nvSpPr>
          <p:spPr>
            <a:xfrm>
              <a:off x="6472495" y="1474672"/>
              <a:ext cx="164029" cy="289006"/>
            </a:xfrm>
            <a:custGeom>
              <a:avLst/>
              <a:gdLst>
                <a:gd name="connsiteX0" fmla="*/ 10811 w 164029"/>
                <a:gd name="connsiteY0" fmla="*/ 0 h 289007"/>
                <a:gd name="connsiteX1" fmla="*/ 0 w 164029"/>
                <a:gd name="connsiteY1" fmla="*/ 0 h 289007"/>
                <a:gd name="connsiteX2" fmla="*/ 0 w 164029"/>
                <a:gd name="connsiteY2" fmla="*/ 289008 h 289007"/>
                <a:gd name="connsiteX3" fmla="*/ 10811 w 164029"/>
                <a:gd name="connsiteY3" fmla="*/ 289008 h 289007"/>
                <a:gd name="connsiteX4" fmla="*/ 153219 w 164029"/>
                <a:gd name="connsiteY4" fmla="*/ 289008 h 289007"/>
                <a:gd name="connsiteX5" fmla="*/ 164030 w 164029"/>
                <a:gd name="connsiteY5" fmla="*/ 289008 h 289007"/>
                <a:gd name="connsiteX6" fmla="*/ 164030 w 164029"/>
                <a:gd name="connsiteY6" fmla="*/ 0 h 289007"/>
                <a:gd name="connsiteX7" fmla="*/ 153219 w 164029"/>
                <a:gd name="connsiteY7" fmla="*/ 0 h 289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29" h="289007">
                  <a:moveTo>
                    <a:pt x="10811" y="0"/>
                  </a:moveTo>
                  <a:lnTo>
                    <a:pt x="0" y="0"/>
                  </a:lnTo>
                  <a:lnTo>
                    <a:pt x="0" y="289008"/>
                  </a:lnTo>
                  <a:lnTo>
                    <a:pt x="10811" y="289008"/>
                  </a:lnTo>
                  <a:lnTo>
                    <a:pt x="153219" y="289008"/>
                  </a:lnTo>
                  <a:lnTo>
                    <a:pt x="164030" y="289008"/>
                  </a:lnTo>
                  <a:lnTo>
                    <a:pt x="164030" y="0"/>
                  </a:lnTo>
                  <a:lnTo>
                    <a:pt x="153219" y="0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036019AE-6FFC-D95F-7377-013D215D6099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F269888-B5C5-5007-5BFB-2816F7D16C10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62" name="Graphic 38">
              <a:extLst>
                <a:ext uri="{FF2B5EF4-FFF2-40B4-BE49-F238E27FC236}">
                  <a16:creationId xmlns:a16="http://schemas.microsoft.com/office/drawing/2014/main" id="{56A5E400-17C8-C6BF-773C-FA5FBCCE9C69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2021C28A-0FE0-BB96-6515-49CE1C896402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E835D7B5-C2BC-05B6-5549-FC3943D79892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589D531B-B6FE-52D5-17F2-B3FDF678E8EE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5F566DD4-D60F-52F2-7015-48CFD579B88B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B67485A-2E71-1B66-C3A4-10A0FBF9A110}"/>
              </a:ext>
            </a:extLst>
          </p:cNvPr>
          <p:cNvGrpSpPr/>
          <p:nvPr/>
        </p:nvGrpSpPr>
        <p:grpSpPr>
          <a:xfrm rot="7891751" flipH="1">
            <a:off x="9111055" y="1323762"/>
            <a:ext cx="773985" cy="2347550"/>
            <a:chOff x="5292061" y="990600"/>
            <a:chExt cx="1607877" cy="4876800"/>
          </a:xfrm>
        </p:grpSpPr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765E0A8B-BF27-2C65-524E-EEE71EDD0548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23649DE-1CD8-5E27-0AA2-5CF87D995F5F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7" name="Graphic 38">
              <a:extLst>
                <a:ext uri="{FF2B5EF4-FFF2-40B4-BE49-F238E27FC236}">
                  <a16:creationId xmlns:a16="http://schemas.microsoft.com/office/drawing/2014/main" id="{210D81D7-4D4F-78E5-F401-008529C29CE1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0913BC2C-220E-5C3B-4C0E-41885E435DC9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4241A9EF-3A4A-E3C9-E629-367FD42F32E4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D7999E51-030A-261A-75CB-242974F0460B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9" name="Graphic 38">
              <a:extLst>
                <a:ext uri="{FF2B5EF4-FFF2-40B4-BE49-F238E27FC236}">
                  <a16:creationId xmlns:a16="http://schemas.microsoft.com/office/drawing/2014/main" id="{2605EAB4-BFA3-02CE-6C1F-F73BD3233584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03CF0AD3-0C83-EF0B-5C76-396046B4E24B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AE4430F0-DA72-DA25-110F-EC2D31B5E8D1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F5D0813-52C1-2DCC-AA55-9DFDE9DEFF39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B530CCFC-09D4-3FA5-3585-877FAE8C8D98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CA555AD5-E979-7F14-FFEA-2BCDDF27B34D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6E1710F-29E1-FF3B-312E-EFEFD6AF8324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24" name="Graphic 38">
              <a:extLst>
                <a:ext uri="{FF2B5EF4-FFF2-40B4-BE49-F238E27FC236}">
                  <a16:creationId xmlns:a16="http://schemas.microsoft.com/office/drawing/2014/main" id="{F2B31363-45E7-6B95-3570-7CA89B3546A8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BE1012DB-2963-D38D-1187-778416D9657F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34B412F4-AA6C-8D52-DE8B-2664EA276D9C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1F83BD39-14FF-F496-BEFC-604FDAFCEC1B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116ECEE4-D2DB-E388-2145-F6E4EBE83BF4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82C377E5-403E-463D-1CF0-97FD358BE5AD}"/>
              </a:ext>
            </a:extLst>
          </p:cNvPr>
          <p:cNvGrpSpPr/>
          <p:nvPr/>
        </p:nvGrpSpPr>
        <p:grpSpPr>
          <a:xfrm rot="13708249">
            <a:off x="9101740" y="3198590"/>
            <a:ext cx="773985" cy="2347550"/>
            <a:chOff x="5292061" y="990600"/>
            <a:chExt cx="1607877" cy="4876800"/>
          </a:xfrm>
        </p:grpSpPr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757228AC-EDE3-C161-92A8-F13C8B40A207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E499189-5297-2E71-690A-A2F728A2EABB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6" name="Graphic 38">
              <a:extLst>
                <a:ext uri="{FF2B5EF4-FFF2-40B4-BE49-F238E27FC236}">
                  <a16:creationId xmlns:a16="http://schemas.microsoft.com/office/drawing/2014/main" id="{496FED45-AA35-A372-CB02-D5E055C1C8CB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128BCBC7-BDA8-3C7A-A21F-33531C6A912B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9E587802-DD29-504B-8D12-6A7DB6ED25FF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331B24C2-4DEA-508D-ACA2-4A9D031FECBE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8" name="Graphic 38">
              <a:extLst>
                <a:ext uri="{FF2B5EF4-FFF2-40B4-BE49-F238E27FC236}">
                  <a16:creationId xmlns:a16="http://schemas.microsoft.com/office/drawing/2014/main" id="{9B3592B5-F019-50E1-4374-E280C4A34378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24490FF-EAD8-97B1-5D65-B76779114190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FE522760-7664-3C26-9ABE-FE201B8B7CD9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9FB1A25F-F0F5-5C98-E511-B685F628BD3F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E9613E4C-B618-269A-1E95-CD56C8C2906D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77768BEC-7191-C1D9-5A3E-3FB9E3605E20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138DA454-5C52-296C-26BE-1FDF3C3E6775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43" name="Graphic 38">
              <a:extLst>
                <a:ext uri="{FF2B5EF4-FFF2-40B4-BE49-F238E27FC236}">
                  <a16:creationId xmlns:a16="http://schemas.microsoft.com/office/drawing/2014/main" id="{364D66D9-A662-6D73-DB43-3938C36DF245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C1E2ECE4-8E8A-7A41-7ECC-7659748616D2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F594312D-4F9F-BE2F-5A47-5BC7B1065C26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01F8D350-D50E-B2BA-ECF7-AF794933B78F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851937EB-8FAB-BB8F-C783-E8DB4EE4C66D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3E52EC4-BC5D-D482-7BD8-3552868208C0}"/>
              </a:ext>
            </a:extLst>
          </p:cNvPr>
          <p:cNvGrpSpPr/>
          <p:nvPr/>
        </p:nvGrpSpPr>
        <p:grpSpPr>
          <a:xfrm rot="13708249">
            <a:off x="2597369" y="1323762"/>
            <a:ext cx="773985" cy="2347550"/>
            <a:chOff x="5292061" y="990600"/>
            <a:chExt cx="1607877" cy="4876800"/>
          </a:xfrm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9A974B9-E593-AE37-3F39-27FBC66F3641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13E3410-2F83-E2D8-3275-649E4D817E39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2" name="Graphic 38">
              <a:extLst>
                <a:ext uri="{FF2B5EF4-FFF2-40B4-BE49-F238E27FC236}">
                  <a16:creationId xmlns:a16="http://schemas.microsoft.com/office/drawing/2014/main" id="{6F7E6F05-F6C5-65F2-79BA-534AB6595D72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2C3225D2-B8ED-112F-DF80-807FF0F6A82D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86380FB1-FF22-7B5D-B46C-C1A2D752D474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DE9CE66-838E-D630-7802-F4E272A14291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6" name="Graphic 38">
              <a:extLst>
                <a:ext uri="{FF2B5EF4-FFF2-40B4-BE49-F238E27FC236}">
                  <a16:creationId xmlns:a16="http://schemas.microsoft.com/office/drawing/2014/main" id="{88EF5B27-2F0A-D289-A0CE-4B0DCFEC8F8E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AF8B5EB8-C9AC-6955-C2F4-8253538CC8C0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D8E30CC2-223A-B921-083F-48FB25967BDD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1E4B626-99A7-CA57-6F34-1F173D1D267C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3703B89-D8FE-8BCB-954C-4A582BF193D3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E4B24E0-855F-C859-B2F8-C30A313C34F1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E93C520-0D97-C512-6603-A75909582A75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13" name="Graphic 38">
              <a:extLst>
                <a:ext uri="{FF2B5EF4-FFF2-40B4-BE49-F238E27FC236}">
                  <a16:creationId xmlns:a16="http://schemas.microsoft.com/office/drawing/2014/main" id="{5426B4FC-153C-17B6-931E-B3B6C95AC873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21B3F608-EE76-4531-0213-AF63C6E6A155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81EFB183-AD85-E274-7A63-C46F3E94CF44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19DE42C6-6551-A6B9-1D8A-510E4F86FDDA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F955AB1-164B-868F-4A0E-F2A2E69A3CDF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6FDDC35-B834-E1BA-DE3A-AB4FA554EC07}"/>
              </a:ext>
            </a:extLst>
          </p:cNvPr>
          <p:cNvGrpSpPr/>
          <p:nvPr/>
        </p:nvGrpSpPr>
        <p:grpSpPr>
          <a:xfrm rot="7891751" flipH="1">
            <a:off x="2588054" y="3198590"/>
            <a:ext cx="773985" cy="2347550"/>
            <a:chOff x="5292061" y="990600"/>
            <a:chExt cx="1607877" cy="4876800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9CD8B2E2-1275-9539-A413-87BF983DFE65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C43125D9-8FC3-335B-B3BE-9B392DC4C72F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0" name="Graphic 38">
              <a:extLst>
                <a:ext uri="{FF2B5EF4-FFF2-40B4-BE49-F238E27FC236}">
                  <a16:creationId xmlns:a16="http://schemas.microsoft.com/office/drawing/2014/main" id="{4CBFBE16-CFAA-4C2D-DE7C-80B7F36FA4B1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59A32741-063E-80BF-174F-1A43B29B1ED3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2B11DF79-2D7D-6E3A-3C47-9670DE367B5F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2FE28D5-C515-BC8B-6BF9-6C1E64D483F7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2" name="Graphic 38">
              <a:extLst>
                <a:ext uri="{FF2B5EF4-FFF2-40B4-BE49-F238E27FC236}">
                  <a16:creationId xmlns:a16="http://schemas.microsoft.com/office/drawing/2014/main" id="{FD4B779D-D411-71CC-E0BF-83B85C6F0D91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5320DB72-E2FC-FA15-C56A-94B2871374D8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4B1BDE4A-83CD-654D-6687-E3EF3E26CF39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68DA64CA-9870-2D35-F507-4C5F3695FBC8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C7EC27C-CAE3-D2F5-8FD9-2DCD2EBCEB90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4DBF232-A306-4308-2140-DD11C5858B86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DF1A3C4B-9DB3-323E-F770-9CC59605F0A9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7" name="Graphic 38">
              <a:extLst>
                <a:ext uri="{FF2B5EF4-FFF2-40B4-BE49-F238E27FC236}">
                  <a16:creationId xmlns:a16="http://schemas.microsoft.com/office/drawing/2014/main" id="{E8B70FB4-94D5-C11A-452E-EA672F4FD659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C0552EE7-8994-59B3-FB7D-CD9F803449E9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034D6FA4-EFE2-1A42-7381-4DB4D5FDF3CF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C30F40D1-F127-3E0B-49D6-5FB4F7B2A552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1F82BAA4-F451-F9FD-960E-C889AF2F611D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5B760B5-B723-B28D-8369-135846C523A0}"/>
              </a:ext>
            </a:extLst>
          </p:cNvPr>
          <p:cNvGrpSpPr/>
          <p:nvPr/>
        </p:nvGrpSpPr>
        <p:grpSpPr>
          <a:xfrm rot="16200000">
            <a:off x="7034464" y="594065"/>
            <a:ext cx="636811" cy="1931491"/>
            <a:chOff x="5292061" y="990600"/>
            <a:chExt cx="1607877" cy="4876800"/>
          </a:xfrm>
        </p:grpSpPr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25B635F-BC90-AB5E-C7B9-B84A4482E886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0447D9E-5169-8919-4A75-2769E96DCE36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1" name="Graphic 38">
              <a:extLst>
                <a:ext uri="{FF2B5EF4-FFF2-40B4-BE49-F238E27FC236}">
                  <a16:creationId xmlns:a16="http://schemas.microsoft.com/office/drawing/2014/main" id="{C8D20727-63FA-F90C-8F9A-5749D3F7ABD0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26FA06EA-D8B0-E319-EF68-E33E32425005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8765C2D-39F2-D880-5607-42B609B8A9CA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320E676-0B7B-7E5F-5E4F-FA5F8E26AA0E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3" name="Graphic 38">
              <a:extLst>
                <a:ext uri="{FF2B5EF4-FFF2-40B4-BE49-F238E27FC236}">
                  <a16:creationId xmlns:a16="http://schemas.microsoft.com/office/drawing/2014/main" id="{FF798C7C-385E-F250-7F3C-A77DF0654B8B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9474550-36A8-536A-5711-65845F505CCC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07788DC3-5AC9-91F1-1BD4-0F6423F9209E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1ABF9F3F-DF04-EC65-F94B-3DFA12E10A41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52DCF1B-59A9-FDEF-BC4D-AC740AF54E24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49605AD-988F-98D0-E065-C2BDB8A1D5DA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5226C7FC-D387-6CD8-3CD2-A6D7405DE08D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8" name="Graphic 38">
              <a:extLst>
                <a:ext uri="{FF2B5EF4-FFF2-40B4-BE49-F238E27FC236}">
                  <a16:creationId xmlns:a16="http://schemas.microsoft.com/office/drawing/2014/main" id="{09E391EF-17C7-6E38-E8E4-E5DE73FFC6E2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6233530-E9EB-726F-9AB5-A09E1B24ED63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19FB45B0-4111-F4D1-CBF5-88D025F7A51C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9712520-0BAF-CE49-37B0-60CB358C4996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227BEC61-A8CF-C5BA-FCBC-0DD6825E2587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7063A1C-C70C-24D8-415A-32DB1B1BD28D}"/>
              </a:ext>
            </a:extLst>
          </p:cNvPr>
          <p:cNvGrpSpPr/>
          <p:nvPr/>
        </p:nvGrpSpPr>
        <p:grpSpPr>
          <a:xfrm rot="16200000">
            <a:off x="4836361" y="594065"/>
            <a:ext cx="636811" cy="1931491"/>
            <a:chOff x="5292061" y="990600"/>
            <a:chExt cx="1607877" cy="4876800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0E1D3D3A-55A9-F29F-5374-F35253A26292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1BEB822-52B5-7172-018F-884835F5C8B1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2" name="Graphic 38">
              <a:extLst>
                <a:ext uri="{FF2B5EF4-FFF2-40B4-BE49-F238E27FC236}">
                  <a16:creationId xmlns:a16="http://schemas.microsoft.com/office/drawing/2014/main" id="{A1198114-1A97-05B5-0CC4-242CE85BCFE7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B60C36EA-46C1-BDBF-0916-617B3B5E4CA4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0D1FA665-1227-3359-65D8-5117A8ACA37B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28CEBAC-3B85-92C5-9408-2660634A791F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4" name="Graphic 38">
              <a:extLst>
                <a:ext uri="{FF2B5EF4-FFF2-40B4-BE49-F238E27FC236}">
                  <a16:creationId xmlns:a16="http://schemas.microsoft.com/office/drawing/2014/main" id="{F0F2E1DB-013D-5DCE-F9C7-549E4627C831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41803FA0-57FB-F0F1-06B3-C76049378ED0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4DDAF0F5-D628-5CEE-18E7-4090654B3F93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DA23E8E-B40A-D9AE-9550-2B0192A0826D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2DCFBD33-F374-C36D-79EE-35C02E4C05A7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71158B3-6673-B4F6-6C04-927B0EE3575D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943654F-DF39-BCF5-E686-F8D39E3907A1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9" name="Graphic 38">
              <a:extLst>
                <a:ext uri="{FF2B5EF4-FFF2-40B4-BE49-F238E27FC236}">
                  <a16:creationId xmlns:a16="http://schemas.microsoft.com/office/drawing/2014/main" id="{02889BEE-F38E-9296-6F8C-4534CFC47067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BCCFE171-1BD4-E3B4-D2D4-6D9CA9E746DA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E197BF61-F07A-4876-3137-AD27012058D2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DB6A17F-68D9-068B-BB6E-22332BC575E0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855DB67-1F68-450C-9BC3-02588D81FF8E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927089" y="1232462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721668" y="1232462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>
              <a:latin typeface="+mj-lt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696945" y="230178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002060"/>
                </a:solidFill>
              </a:rPr>
              <a:t>10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684133" y="420975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837206" y="31983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217042" y="228447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180279" y="42168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829153" y="1353160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7094069" y="137242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85BBD69-DE75-4585-6E06-BA5AF2E2E5B1}"/>
              </a:ext>
            </a:extLst>
          </p:cNvPr>
          <p:cNvGrpSpPr/>
          <p:nvPr/>
        </p:nvGrpSpPr>
        <p:grpSpPr>
          <a:xfrm rot="16200000">
            <a:off x="7034464" y="4326449"/>
            <a:ext cx="636811" cy="1931491"/>
            <a:chOff x="5292061" y="990600"/>
            <a:chExt cx="1607877" cy="4876800"/>
          </a:xfrm>
        </p:grpSpPr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EB3ADC3-4ED2-387D-C4B1-791FA9CCABBC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B5636CDA-DA7B-0114-4F40-2C6364004381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79" name="Graphic 38">
              <a:extLst>
                <a:ext uri="{FF2B5EF4-FFF2-40B4-BE49-F238E27FC236}">
                  <a16:creationId xmlns:a16="http://schemas.microsoft.com/office/drawing/2014/main" id="{039643C2-46B6-E451-BAD2-98EF4CCF52FE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DFA4E6E2-BE77-8FE0-5170-B47D6ECF3007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2D7CCBA8-79B6-9C51-4044-D2A6CD1D1097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09CC7C0-141F-67DB-9047-7B3FEC254C88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81" name="Graphic 38">
              <a:extLst>
                <a:ext uri="{FF2B5EF4-FFF2-40B4-BE49-F238E27FC236}">
                  <a16:creationId xmlns:a16="http://schemas.microsoft.com/office/drawing/2014/main" id="{675A97D3-9B59-35D1-453D-ADC48C6BF324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F7BCE754-F1C1-B7BB-4872-00EB81E36D44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2C98FA42-7837-9D6E-BAAB-79F6ED0D5D37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DC070D1-E2D8-F6FC-7B0E-24D8B37F168D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A8197B9-B162-E588-FDCC-8262B171D69C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74BAE82-B201-4FE3-73A8-512EF12D9361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CD078B2E-BD25-7B40-C1F8-A68ED6CD1D25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86" name="Graphic 38">
              <a:extLst>
                <a:ext uri="{FF2B5EF4-FFF2-40B4-BE49-F238E27FC236}">
                  <a16:creationId xmlns:a16="http://schemas.microsoft.com/office/drawing/2014/main" id="{E8153904-7A19-AA01-7D3A-6CC32F19FF4A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0383DA77-BBFB-030A-37C7-6D952A115373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716DB07F-FCC3-1C00-C3A4-5BF7E3F46C96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5CB4A13E-9047-0310-C9E6-422AE7475CBC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44DEA340-757C-4890-8D27-AE0FC1BC40D3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81DF1D6-50B2-EBE6-A07C-26A154F25AF6}"/>
              </a:ext>
            </a:extLst>
          </p:cNvPr>
          <p:cNvGrpSpPr/>
          <p:nvPr/>
        </p:nvGrpSpPr>
        <p:grpSpPr>
          <a:xfrm rot="16200000">
            <a:off x="4836361" y="4326449"/>
            <a:ext cx="636811" cy="1931491"/>
            <a:chOff x="5292061" y="990600"/>
            <a:chExt cx="1607877" cy="4876800"/>
          </a:xfrm>
        </p:grpSpPr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4C81B4CD-C1A1-3CDF-58F0-D3909CF8137F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5804F07-8919-8E60-D7C3-51384FE5DF63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98" name="Graphic 38">
              <a:extLst>
                <a:ext uri="{FF2B5EF4-FFF2-40B4-BE49-F238E27FC236}">
                  <a16:creationId xmlns:a16="http://schemas.microsoft.com/office/drawing/2014/main" id="{661F9555-7451-141C-BB90-5FA3863DA37F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2371D551-B204-A1C8-B2F0-7EA908DDB64C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2BD4BD7E-9C03-6A07-ACC5-E6A46077EE21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32F5D0F6-B8A8-BEDF-2C81-2114B761FE00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00" name="Graphic 38">
              <a:extLst>
                <a:ext uri="{FF2B5EF4-FFF2-40B4-BE49-F238E27FC236}">
                  <a16:creationId xmlns:a16="http://schemas.microsoft.com/office/drawing/2014/main" id="{CFDC8085-19A0-C324-CC51-D624BA3DD357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0EC30F29-943B-ACCF-C6A3-F2643D12497E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302FF064-4871-1180-D17B-E59F337CA2D3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99A4AA47-E285-5543-6DB7-AD55E3617065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C389D32B-E75B-E082-0B41-19DF5AE2795C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1366F847-F346-27FA-7798-30D6E723864B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A7397FF7-C424-53CF-0D25-8BAF1D797E5D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05" name="Graphic 38">
              <a:extLst>
                <a:ext uri="{FF2B5EF4-FFF2-40B4-BE49-F238E27FC236}">
                  <a16:creationId xmlns:a16="http://schemas.microsoft.com/office/drawing/2014/main" id="{51D5B7A5-8511-B254-1AFA-49B8F8C47E4E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9FBA4F91-1755-4C78-83A6-6749A7BDE7D2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5A3A4C2F-04E2-BE56-CC49-F85631B1E69C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5E59ECCE-81CA-7923-3BFA-302D29CD723F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FC8B705D-9F69-7C48-9546-F6F817302C63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DB3011BF-C9F8-654E-2B10-298587B498B9}"/>
              </a:ext>
            </a:extLst>
          </p:cNvPr>
          <p:cNvGrpSpPr/>
          <p:nvPr/>
        </p:nvGrpSpPr>
        <p:grpSpPr>
          <a:xfrm rot="10800000">
            <a:off x="8089503" y="3297657"/>
            <a:ext cx="636811" cy="1931491"/>
            <a:chOff x="5292061" y="990600"/>
            <a:chExt cx="1607876" cy="4876800"/>
          </a:xfrm>
        </p:grpSpPr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A37918F8-CAA0-6AA7-A637-01A57895138C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87AA2636-D701-82D0-F22B-53D427CB6EE5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74" name="Graphic 38">
              <a:extLst>
                <a:ext uri="{FF2B5EF4-FFF2-40B4-BE49-F238E27FC236}">
                  <a16:creationId xmlns:a16="http://schemas.microsoft.com/office/drawing/2014/main" id="{7393BB35-0A15-606E-ECF9-58195DC6C5CA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84A3B3A4-6081-FC51-93FF-AA142F1B74BD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1AA35072-EB8E-B0FC-D385-2B387547791D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7DF62EDC-3DFF-430C-25FA-399E1BA94FED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76" name="Graphic 38">
              <a:extLst>
                <a:ext uri="{FF2B5EF4-FFF2-40B4-BE49-F238E27FC236}">
                  <a16:creationId xmlns:a16="http://schemas.microsoft.com/office/drawing/2014/main" id="{9FD60A5A-431A-BDA4-2FDB-7F50FBFB4DDB}"/>
                </a:ext>
              </a:extLst>
            </p:cNvPr>
            <p:cNvGrpSpPr/>
            <p:nvPr/>
          </p:nvGrpSpPr>
          <p:grpSpPr>
            <a:xfrm>
              <a:off x="5292064" y="1474670"/>
              <a:ext cx="1607873" cy="810538"/>
              <a:chOff x="5292064" y="1474670"/>
              <a:chExt cx="1607873" cy="810538"/>
            </a:xfrm>
            <a:solidFill>
              <a:srgbClr val="E6E6E6"/>
            </a:solidFill>
          </p:grpSpPr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2D8765B3-050D-363A-AE3C-E189B77A58ED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8E850057-358C-A45D-354E-95A13626BCAF}"/>
                  </a:ext>
                </a:extLst>
              </p:cNvPr>
              <p:cNvSpPr/>
              <p:nvPr/>
            </p:nvSpPr>
            <p:spPr>
              <a:xfrm>
                <a:off x="5292064" y="1763668"/>
                <a:ext cx="1607873" cy="521540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DF22E96B-9EF2-AE65-0F41-96343CA10D6C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431E1753-8751-2189-F878-9BD2E46A5BDF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8132510" y="4979399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721668" y="4979399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71100419-1C41-FB02-35F1-4C0AD2309793}"/>
              </a:ext>
            </a:extLst>
          </p:cNvPr>
          <p:cNvGrpSpPr/>
          <p:nvPr/>
        </p:nvGrpSpPr>
        <p:grpSpPr>
          <a:xfrm rot="12814355">
            <a:off x="7456109" y="1541894"/>
            <a:ext cx="773985" cy="2347550"/>
            <a:chOff x="5292061" y="990600"/>
            <a:chExt cx="1607877" cy="4876800"/>
          </a:xfrm>
        </p:grpSpPr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53EE2C52-8F0E-5623-8103-6E986BF16CD5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6A5AF018-DCA3-3D05-EEB5-7020DF4399DA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FD636E8A-CF91-914C-F375-94D7286A0E19}"/>
                </a:ext>
              </a:extLst>
            </p:cNvPr>
            <p:cNvSpPr/>
            <p:nvPr/>
          </p:nvSpPr>
          <p:spPr>
            <a:xfrm>
              <a:off x="6407754" y="990600"/>
              <a:ext cx="156800" cy="4876800"/>
            </a:xfrm>
            <a:custGeom>
              <a:avLst/>
              <a:gdLst>
                <a:gd name="connsiteX0" fmla="*/ 0 w 156800"/>
                <a:gd name="connsiteY0" fmla="*/ 0 h 4876800"/>
                <a:gd name="connsiteX1" fmla="*/ 156801 w 156800"/>
                <a:gd name="connsiteY1" fmla="*/ 0 h 4876800"/>
                <a:gd name="connsiteX2" fmla="*/ 156801 w 156800"/>
                <a:gd name="connsiteY2" fmla="*/ 4876800 h 4876800"/>
                <a:gd name="connsiteX3" fmla="*/ 0 w 156800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800" h="4876800">
                  <a:moveTo>
                    <a:pt x="0" y="0"/>
                  </a:moveTo>
                  <a:lnTo>
                    <a:pt x="156801" y="0"/>
                  </a:lnTo>
                  <a:lnTo>
                    <a:pt x="156801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0B75C15A-7C8E-E6D0-5FFE-C0F2E2DD6E7E}"/>
                </a:ext>
              </a:extLst>
            </p:cNvPr>
            <p:cNvSpPr/>
            <p:nvPr/>
          </p:nvSpPr>
          <p:spPr>
            <a:xfrm>
              <a:off x="6472494" y="1474670"/>
              <a:ext cx="164029" cy="289008"/>
            </a:xfrm>
            <a:custGeom>
              <a:avLst/>
              <a:gdLst>
                <a:gd name="connsiteX0" fmla="*/ 10811 w 164029"/>
                <a:gd name="connsiteY0" fmla="*/ 0 h 289007"/>
                <a:gd name="connsiteX1" fmla="*/ 0 w 164029"/>
                <a:gd name="connsiteY1" fmla="*/ 0 h 289007"/>
                <a:gd name="connsiteX2" fmla="*/ 0 w 164029"/>
                <a:gd name="connsiteY2" fmla="*/ 289008 h 289007"/>
                <a:gd name="connsiteX3" fmla="*/ 10811 w 164029"/>
                <a:gd name="connsiteY3" fmla="*/ 289008 h 289007"/>
                <a:gd name="connsiteX4" fmla="*/ 153219 w 164029"/>
                <a:gd name="connsiteY4" fmla="*/ 289008 h 289007"/>
                <a:gd name="connsiteX5" fmla="*/ 164030 w 164029"/>
                <a:gd name="connsiteY5" fmla="*/ 289008 h 289007"/>
                <a:gd name="connsiteX6" fmla="*/ 164030 w 164029"/>
                <a:gd name="connsiteY6" fmla="*/ 0 h 289007"/>
                <a:gd name="connsiteX7" fmla="*/ 153219 w 164029"/>
                <a:gd name="connsiteY7" fmla="*/ 0 h 289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29" h="289007">
                  <a:moveTo>
                    <a:pt x="10811" y="0"/>
                  </a:moveTo>
                  <a:lnTo>
                    <a:pt x="0" y="0"/>
                  </a:lnTo>
                  <a:lnTo>
                    <a:pt x="0" y="289008"/>
                  </a:lnTo>
                  <a:lnTo>
                    <a:pt x="10811" y="289008"/>
                  </a:lnTo>
                  <a:lnTo>
                    <a:pt x="153219" y="289008"/>
                  </a:lnTo>
                  <a:lnTo>
                    <a:pt x="164030" y="289008"/>
                  </a:lnTo>
                  <a:lnTo>
                    <a:pt x="164030" y="0"/>
                  </a:lnTo>
                  <a:lnTo>
                    <a:pt x="153219" y="0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A0D7F999-74BE-DBB0-FED1-7EB4A8E01E0D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1847D2F9-60DA-0C61-53B0-1DE743EF8849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0F1ACCE8-1448-3042-DAF9-D508B3152DCF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36" name="Graphic 38">
              <a:extLst>
                <a:ext uri="{FF2B5EF4-FFF2-40B4-BE49-F238E27FC236}">
                  <a16:creationId xmlns:a16="http://schemas.microsoft.com/office/drawing/2014/main" id="{5AD231A0-D27E-4D14-8C73-F43DBF13943F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29EB8576-9050-C526-3C1A-4B254A08236A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553FB62C-08EA-EB9D-8CFB-836352C123EA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A3A71E8B-B94C-E4A6-29DF-D3B8B9B14619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A9DF17DC-4BD9-877E-22DE-F39F362E5C36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28A2C37A-003F-5716-7613-D761099F863B}"/>
              </a:ext>
            </a:extLst>
          </p:cNvPr>
          <p:cNvGrpSpPr/>
          <p:nvPr/>
        </p:nvGrpSpPr>
        <p:grpSpPr>
          <a:xfrm rot="12814355">
            <a:off x="6523037" y="2953689"/>
            <a:ext cx="773985" cy="2347550"/>
            <a:chOff x="5292061" y="990600"/>
            <a:chExt cx="1607877" cy="4876800"/>
          </a:xfrm>
        </p:grpSpPr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F45329D-CDE9-A482-DDC4-99591A88FC56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6774BEE0-CD43-A89A-1BD8-1448900D7A8B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44" name="Graphic 38">
              <a:extLst>
                <a:ext uri="{FF2B5EF4-FFF2-40B4-BE49-F238E27FC236}">
                  <a16:creationId xmlns:a16="http://schemas.microsoft.com/office/drawing/2014/main" id="{24DB11A2-FBB7-A678-F711-D4D98D6438B2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F4E40FA3-BFE2-683D-F966-996F87BD72A4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57D49CC2-EEC4-16B6-F1D7-C6CBE0132A33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5D6DA20D-1FA8-B073-FE44-C250EF12F409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46" name="Graphic 38">
              <a:extLst>
                <a:ext uri="{FF2B5EF4-FFF2-40B4-BE49-F238E27FC236}">
                  <a16:creationId xmlns:a16="http://schemas.microsoft.com/office/drawing/2014/main" id="{76497566-296D-1EA8-688F-8DA7A5D12B98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BA303777-8FF1-17A2-FD96-50ACD64A2AA0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662DB358-7E05-D731-7B48-3198731DF208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CB65DA3B-9EEE-B32B-934D-EDD866EFC924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9F53B349-5C42-2A8B-639B-47232C7BA89E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8132510" y="1232462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927089" y="4979399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A0B5924A-32DF-130D-B12F-2B71C27FE43D}"/>
              </a:ext>
            </a:extLst>
          </p:cNvPr>
          <p:cNvGrpSpPr/>
          <p:nvPr/>
        </p:nvGrpSpPr>
        <p:grpSpPr>
          <a:xfrm rot="16200000">
            <a:off x="10857948" y="3020057"/>
            <a:ext cx="636811" cy="847741"/>
            <a:chOff x="5292062" y="990603"/>
            <a:chExt cx="1607877" cy="2140451"/>
          </a:xfrm>
        </p:grpSpPr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2A3FEF59-0C13-33D9-7EF2-9FEE5475BAF8}"/>
                </a:ext>
              </a:extLst>
            </p:cNvPr>
            <p:cNvSpPr/>
            <p:nvPr/>
          </p:nvSpPr>
          <p:spPr>
            <a:xfrm>
              <a:off x="5452937" y="990605"/>
              <a:ext cx="1274292" cy="2051795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0F4E455D-D227-894E-24F7-470F3519B943}"/>
                </a:ext>
              </a:extLst>
            </p:cNvPr>
            <p:cNvSpPr/>
            <p:nvPr/>
          </p:nvSpPr>
          <p:spPr>
            <a:xfrm>
              <a:off x="5452965" y="990603"/>
              <a:ext cx="324383" cy="2051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56" name="Graphic 38">
              <a:extLst>
                <a:ext uri="{FF2B5EF4-FFF2-40B4-BE49-F238E27FC236}">
                  <a16:creationId xmlns:a16="http://schemas.microsoft.com/office/drawing/2014/main" id="{37C0BC73-25CC-36AE-0AA7-866D77F0DC3F}"/>
                </a:ext>
              </a:extLst>
            </p:cNvPr>
            <p:cNvGrpSpPr/>
            <p:nvPr/>
          </p:nvGrpSpPr>
          <p:grpSpPr>
            <a:xfrm>
              <a:off x="5382704" y="990603"/>
              <a:ext cx="1420615" cy="2051800"/>
              <a:chOff x="5382704" y="990603"/>
              <a:chExt cx="1420615" cy="2051800"/>
            </a:xfrm>
            <a:solidFill>
              <a:srgbClr val="CCCCCC"/>
            </a:solidFill>
          </p:grpSpPr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D4A26695-3F86-7991-A87B-D52B284288A1}"/>
                  </a:ext>
                </a:extLst>
              </p:cNvPr>
              <p:cNvSpPr/>
              <p:nvPr/>
            </p:nvSpPr>
            <p:spPr>
              <a:xfrm>
                <a:off x="6407752" y="990603"/>
                <a:ext cx="156801" cy="2051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E9C6763F-7136-E853-F4C3-ACA53B163EEF}"/>
                  </a:ext>
                </a:extLst>
              </p:cNvPr>
              <p:cNvSpPr/>
              <p:nvPr/>
            </p:nvSpPr>
            <p:spPr>
              <a:xfrm>
                <a:off x="5382704" y="2320496"/>
                <a:ext cx="1420615" cy="389106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E7EF5486-013E-17F2-A956-E0D5066455FF}"/>
                </a:ext>
              </a:extLst>
            </p:cNvPr>
            <p:cNvSpPr/>
            <p:nvPr/>
          </p:nvSpPr>
          <p:spPr>
            <a:xfrm>
              <a:off x="5382701" y="2320493"/>
              <a:ext cx="397544" cy="289016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58" name="Graphic 38">
              <a:extLst>
                <a:ext uri="{FF2B5EF4-FFF2-40B4-BE49-F238E27FC236}">
                  <a16:creationId xmlns:a16="http://schemas.microsoft.com/office/drawing/2014/main" id="{4C62FC20-D3D4-F55F-D618-A27198AE11EC}"/>
                </a:ext>
              </a:extLst>
            </p:cNvPr>
            <p:cNvGrpSpPr/>
            <p:nvPr/>
          </p:nvGrpSpPr>
          <p:grpSpPr>
            <a:xfrm>
              <a:off x="5292062" y="2320516"/>
              <a:ext cx="1607877" cy="810538"/>
              <a:chOff x="5292062" y="2320516"/>
              <a:chExt cx="1607877" cy="810538"/>
            </a:xfrm>
            <a:solidFill>
              <a:srgbClr val="E6E6E6"/>
            </a:solidFill>
          </p:grpSpPr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0D908536-EBA9-B852-91F4-28C36DDBFA31}"/>
                  </a:ext>
                </a:extLst>
              </p:cNvPr>
              <p:cNvSpPr/>
              <p:nvPr/>
            </p:nvSpPr>
            <p:spPr>
              <a:xfrm>
                <a:off x="6472494" y="2320516"/>
                <a:ext cx="164029" cy="289006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9B14BA2-CF77-561B-EF5B-888F52A711B5}"/>
                  </a:ext>
                </a:extLst>
              </p:cNvPr>
              <p:cNvSpPr/>
              <p:nvPr/>
            </p:nvSpPr>
            <p:spPr>
              <a:xfrm>
                <a:off x="5292062" y="2609513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DF935136-CA6C-877F-B683-F18CB3C5168E}"/>
                </a:ext>
              </a:extLst>
            </p:cNvPr>
            <p:cNvSpPr/>
            <p:nvPr/>
          </p:nvSpPr>
          <p:spPr>
            <a:xfrm>
              <a:off x="5292062" y="2609509"/>
              <a:ext cx="429128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1522A720-0D73-E24E-F165-AA44B739EEAD}"/>
                </a:ext>
              </a:extLst>
            </p:cNvPr>
            <p:cNvSpPr/>
            <p:nvPr/>
          </p:nvSpPr>
          <p:spPr>
            <a:xfrm>
              <a:off x="6548647" y="2609509"/>
              <a:ext cx="151132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262430" y="3105930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25907FBE-64A6-839B-ED16-B01B8028CE08}"/>
              </a:ext>
            </a:extLst>
          </p:cNvPr>
          <p:cNvGrpSpPr/>
          <p:nvPr/>
        </p:nvGrpSpPr>
        <p:grpSpPr>
          <a:xfrm rot="5400000" flipH="1">
            <a:off x="816561" y="2900737"/>
            <a:ext cx="636811" cy="1086381"/>
            <a:chOff x="5292062" y="388065"/>
            <a:chExt cx="1607877" cy="2742989"/>
          </a:xfrm>
        </p:grpSpPr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6927A569-2DDA-2B17-E576-29D8025C59AD}"/>
                </a:ext>
              </a:extLst>
            </p:cNvPr>
            <p:cNvSpPr/>
            <p:nvPr/>
          </p:nvSpPr>
          <p:spPr>
            <a:xfrm>
              <a:off x="5452939" y="388065"/>
              <a:ext cx="1274291" cy="2654336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18C47599-1FF3-35B4-FF4F-DE9E40A071C7}"/>
                </a:ext>
              </a:extLst>
            </p:cNvPr>
            <p:cNvSpPr/>
            <p:nvPr/>
          </p:nvSpPr>
          <p:spPr>
            <a:xfrm>
              <a:off x="5452963" y="388073"/>
              <a:ext cx="324383" cy="2654333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75" name="Graphic 38">
              <a:extLst>
                <a:ext uri="{FF2B5EF4-FFF2-40B4-BE49-F238E27FC236}">
                  <a16:creationId xmlns:a16="http://schemas.microsoft.com/office/drawing/2014/main" id="{704BF84F-4ECB-CA26-5171-B8171D06D0BD}"/>
                </a:ext>
              </a:extLst>
            </p:cNvPr>
            <p:cNvGrpSpPr/>
            <p:nvPr/>
          </p:nvGrpSpPr>
          <p:grpSpPr>
            <a:xfrm>
              <a:off x="5382704" y="388071"/>
              <a:ext cx="1420615" cy="2654334"/>
              <a:chOff x="5382704" y="388071"/>
              <a:chExt cx="1420615" cy="2654334"/>
            </a:xfrm>
            <a:solidFill>
              <a:srgbClr val="CCCCCC"/>
            </a:solidFill>
          </p:grpSpPr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A2C29342-D200-473F-B9B7-9DBB124D3079}"/>
                  </a:ext>
                </a:extLst>
              </p:cNvPr>
              <p:cNvSpPr/>
              <p:nvPr/>
            </p:nvSpPr>
            <p:spPr>
              <a:xfrm>
                <a:off x="6407751" y="388071"/>
                <a:ext cx="156801" cy="2654334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C0A86513-D3F1-B04C-2D4D-5F9DD755E012}"/>
                  </a:ext>
                </a:extLst>
              </p:cNvPr>
              <p:cNvSpPr/>
              <p:nvPr/>
            </p:nvSpPr>
            <p:spPr>
              <a:xfrm>
                <a:off x="5382704" y="2320496"/>
                <a:ext cx="1420615" cy="389106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C345FFC7-DCF4-5A0F-4245-DAC29096110C}"/>
                </a:ext>
              </a:extLst>
            </p:cNvPr>
            <p:cNvSpPr/>
            <p:nvPr/>
          </p:nvSpPr>
          <p:spPr>
            <a:xfrm>
              <a:off x="5382701" y="2320493"/>
              <a:ext cx="397544" cy="289016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77" name="Graphic 38">
              <a:extLst>
                <a:ext uri="{FF2B5EF4-FFF2-40B4-BE49-F238E27FC236}">
                  <a16:creationId xmlns:a16="http://schemas.microsoft.com/office/drawing/2014/main" id="{1983D34A-EF4E-C242-EF97-CF52F3BEA209}"/>
                </a:ext>
              </a:extLst>
            </p:cNvPr>
            <p:cNvGrpSpPr/>
            <p:nvPr/>
          </p:nvGrpSpPr>
          <p:grpSpPr>
            <a:xfrm>
              <a:off x="5292062" y="2320516"/>
              <a:ext cx="1607877" cy="810538"/>
              <a:chOff x="5292062" y="2320516"/>
              <a:chExt cx="1607877" cy="810538"/>
            </a:xfrm>
            <a:solidFill>
              <a:srgbClr val="E6E6E6"/>
            </a:solidFill>
          </p:grpSpPr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A732A3E-DB90-DF51-6368-68A9CE01A05F}"/>
                  </a:ext>
                </a:extLst>
              </p:cNvPr>
              <p:cNvSpPr/>
              <p:nvPr/>
            </p:nvSpPr>
            <p:spPr>
              <a:xfrm>
                <a:off x="6472494" y="2320516"/>
                <a:ext cx="164029" cy="289006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5C20071C-9717-9CAF-C0BF-0DEBF6D804AC}"/>
                  </a:ext>
                </a:extLst>
              </p:cNvPr>
              <p:cNvSpPr/>
              <p:nvPr/>
            </p:nvSpPr>
            <p:spPr>
              <a:xfrm>
                <a:off x="5292062" y="2609513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D6C112F4-1375-493D-92D1-D6D27C599825}"/>
                </a:ext>
              </a:extLst>
            </p:cNvPr>
            <p:cNvSpPr/>
            <p:nvPr/>
          </p:nvSpPr>
          <p:spPr>
            <a:xfrm>
              <a:off x="5292062" y="2609509"/>
              <a:ext cx="429128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1E8779AE-15FC-36D7-A36B-8AF637F75F87}"/>
                </a:ext>
              </a:extLst>
            </p:cNvPr>
            <p:cNvSpPr/>
            <p:nvPr/>
          </p:nvSpPr>
          <p:spPr>
            <a:xfrm>
              <a:off x="6548647" y="2609509"/>
              <a:ext cx="151132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591747" y="3105930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BDABC9FE-E56A-15A9-5F5A-AAB698EB5DDC}"/>
              </a:ext>
            </a:extLst>
          </p:cNvPr>
          <p:cNvGrpSpPr/>
          <p:nvPr/>
        </p:nvGrpSpPr>
        <p:grpSpPr>
          <a:xfrm>
            <a:off x="943319" y="2601218"/>
            <a:ext cx="691009" cy="595707"/>
            <a:chOff x="575215" y="1338126"/>
            <a:chExt cx="1079667" cy="930763"/>
          </a:xfrm>
        </p:grpSpPr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C8DDB6A7-B5A0-A6EA-B0C2-7AA1EE1AD0FE}"/>
                </a:ext>
              </a:extLst>
            </p:cNvPr>
            <p:cNvSpPr/>
            <p:nvPr/>
          </p:nvSpPr>
          <p:spPr>
            <a:xfrm>
              <a:off x="951213" y="1966416"/>
              <a:ext cx="327682" cy="302473"/>
            </a:xfrm>
            <a:custGeom>
              <a:avLst/>
              <a:gdLst>
                <a:gd name="connsiteX0" fmla="*/ 0 w 327682"/>
                <a:gd name="connsiteY0" fmla="*/ 0 h 302473"/>
                <a:gd name="connsiteX1" fmla="*/ 327682 w 327682"/>
                <a:gd name="connsiteY1" fmla="*/ 0 h 302473"/>
                <a:gd name="connsiteX2" fmla="*/ 327682 w 327682"/>
                <a:gd name="connsiteY2" fmla="*/ 302473 h 302473"/>
                <a:gd name="connsiteX3" fmla="*/ 0 w 327682"/>
                <a:gd name="connsiteY3" fmla="*/ 302473 h 30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682" h="302473">
                  <a:moveTo>
                    <a:pt x="0" y="0"/>
                  </a:moveTo>
                  <a:lnTo>
                    <a:pt x="327682" y="0"/>
                  </a:lnTo>
                  <a:lnTo>
                    <a:pt x="327682" y="302473"/>
                  </a:lnTo>
                  <a:lnTo>
                    <a:pt x="0" y="302473"/>
                  </a:ln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FEAD640B-EE9A-0492-8B69-E481EF23917C}"/>
                </a:ext>
              </a:extLst>
            </p:cNvPr>
            <p:cNvSpPr/>
            <p:nvPr/>
          </p:nvSpPr>
          <p:spPr>
            <a:xfrm>
              <a:off x="951213" y="1966416"/>
              <a:ext cx="114030" cy="302473"/>
            </a:xfrm>
            <a:custGeom>
              <a:avLst/>
              <a:gdLst>
                <a:gd name="connsiteX0" fmla="*/ 0 w 114030"/>
                <a:gd name="connsiteY0" fmla="*/ 0 h 302473"/>
                <a:gd name="connsiteX1" fmla="*/ 114031 w 114030"/>
                <a:gd name="connsiteY1" fmla="*/ 0 h 302473"/>
                <a:gd name="connsiteX2" fmla="*/ 114031 w 114030"/>
                <a:gd name="connsiteY2" fmla="*/ 302473 h 302473"/>
                <a:gd name="connsiteX3" fmla="*/ 0 w 114030"/>
                <a:gd name="connsiteY3" fmla="*/ 302473 h 30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30" h="302473">
                  <a:moveTo>
                    <a:pt x="0" y="0"/>
                  </a:moveTo>
                  <a:lnTo>
                    <a:pt x="114031" y="0"/>
                  </a:lnTo>
                  <a:lnTo>
                    <a:pt x="114031" y="302473"/>
                  </a:lnTo>
                  <a:lnTo>
                    <a:pt x="0" y="302473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13676C75-8A35-4778-7E27-5EE9FD19F23D}"/>
                </a:ext>
              </a:extLst>
            </p:cNvPr>
            <p:cNvSpPr/>
            <p:nvPr/>
          </p:nvSpPr>
          <p:spPr>
            <a:xfrm>
              <a:off x="1045727" y="1338126"/>
              <a:ext cx="138655" cy="441103"/>
            </a:xfrm>
            <a:custGeom>
              <a:avLst/>
              <a:gdLst>
                <a:gd name="connsiteX0" fmla="*/ 138655 w 138655"/>
                <a:gd name="connsiteY0" fmla="*/ 69316 h 441103"/>
                <a:gd name="connsiteX1" fmla="*/ 138655 w 138655"/>
                <a:gd name="connsiteY1" fmla="*/ 441104 h 441103"/>
                <a:gd name="connsiteX2" fmla="*/ 0 w 138655"/>
                <a:gd name="connsiteY2" fmla="*/ 441104 h 441103"/>
                <a:gd name="connsiteX3" fmla="*/ 0 w 138655"/>
                <a:gd name="connsiteY3" fmla="*/ 69316 h 441103"/>
                <a:gd name="connsiteX4" fmla="*/ 69338 w 138655"/>
                <a:gd name="connsiteY4" fmla="*/ 0 h 441103"/>
                <a:gd name="connsiteX5" fmla="*/ 101546 w 138655"/>
                <a:gd name="connsiteY5" fmla="*/ 7929 h 441103"/>
                <a:gd name="connsiteX6" fmla="*/ 138655 w 138655"/>
                <a:gd name="connsiteY6" fmla="*/ 69316 h 4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8655" h="441103">
                  <a:moveTo>
                    <a:pt x="138655" y="69316"/>
                  </a:moveTo>
                  <a:lnTo>
                    <a:pt x="138655" y="441104"/>
                  </a:lnTo>
                  <a:lnTo>
                    <a:pt x="0" y="441104"/>
                  </a:lnTo>
                  <a:lnTo>
                    <a:pt x="0" y="69316"/>
                  </a:lnTo>
                  <a:cubicBezTo>
                    <a:pt x="0" y="31010"/>
                    <a:pt x="31047" y="0"/>
                    <a:pt x="69338" y="0"/>
                  </a:cubicBezTo>
                  <a:cubicBezTo>
                    <a:pt x="80975" y="0"/>
                    <a:pt x="91942" y="2870"/>
                    <a:pt x="101546" y="7929"/>
                  </a:cubicBezTo>
                  <a:cubicBezTo>
                    <a:pt x="123598" y="19505"/>
                    <a:pt x="138655" y="42647"/>
                    <a:pt x="138655" y="69316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9CE5FD3-6CB4-D956-4E6C-4C71EB0BBA02}"/>
                </a:ext>
              </a:extLst>
            </p:cNvPr>
            <p:cNvSpPr/>
            <p:nvPr/>
          </p:nvSpPr>
          <p:spPr>
            <a:xfrm>
              <a:off x="1110163" y="1346054"/>
              <a:ext cx="74218" cy="433174"/>
            </a:xfrm>
            <a:custGeom>
              <a:avLst/>
              <a:gdLst>
                <a:gd name="connsiteX0" fmla="*/ 74218 w 74218"/>
                <a:gd name="connsiteY0" fmla="*/ 61387 h 433174"/>
                <a:gd name="connsiteX1" fmla="*/ 74218 w 74218"/>
                <a:gd name="connsiteY1" fmla="*/ 433175 h 433174"/>
                <a:gd name="connsiteX2" fmla="*/ 0 w 74218"/>
                <a:gd name="connsiteY2" fmla="*/ 433175 h 433174"/>
                <a:gd name="connsiteX3" fmla="*/ 0 w 74218"/>
                <a:gd name="connsiteY3" fmla="*/ 61387 h 433174"/>
                <a:gd name="connsiteX4" fmla="*/ 37109 w 74218"/>
                <a:gd name="connsiteY4" fmla="*/ 0 h 433174"/>
                <a:gd name="connsiteX5" fmla="*/ 74218 w 74218"/>
                <a:gd name="connsiteY5" fmla="*/ 61387 h 433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8" h="433174">
                  <a:moveTo>
                    <a:pt x="74218" y="61387"/>
                  </a:moveTo>
                  <a:lnTo>
                    <a:pt x="74218" y="433175"/>
                  </a:lnTo>
                  <a:lnTo>
                    <a:pt x="0" y="433175"/>
                  </a:lnTo>
                  <a:lnTo>
                    <a:pt x="0" y="61387"/>
                  </a:lnTo>
                  <a:cubicBezTo>
                    <a:pt x="0" y="34718"/>
                    <a:pt x="15057" y="11577"/>
                    <a:pt x="37109" y="0"/>
                  </a:cubicBezTo>
                  <a:cubicBezTo>
                    <a:pt x="59162" y="11577"/>
                    <a:pt x="74218" y="34718"/>
                    <a:pt x="74218" y="61387"/>
                  </a:cubicBez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D2BAE1D1-06B0-61EF-F20F-B236F763A564}"/>
                </a:ext>
              </a:extLst>
            </p:cNvPr>
            <p:cNvSpPr/>
            <p:nvPr/>
          </p:nvSpPr>
          <p:spPr>
            <a:xfrm>
              <a:off x="965912" y="1707797"/>
              <a:ext cx="298285" cy="222658"/>
            </a:xfrm>
            <a:custGeom>
              <a:avLst/>
              <a:gdLst>
                <a:gd name="connsiteX0" fmla="*/ 298285 w 298285"/>
                <a:gd name="connsiteY0" fmla="*/ 75308 h 222658"/>
                <a:gd name="connsiteX1" fmla="*/ 298285 w 298285"/>
                <a:gd name="connsiteY1" fmla="*/ 222658 h 222658"/>
                <a:gd name="connsiteX2" fmla="*/ 0 w 298285"/>
                <a:gd name="connsiteY2" fmla="*/ 222658 h 222658"/>
                <a:gd name="connsiteX3" fmla="*/ 0 w 298285"/>
                <a:gd name="connsiteY3" fmla="*/ 75308 h 222658"/>
                <a:gd name="connsiteX4" fmla="*/ 75305 w 298285"/>
                <a:gd name="connsiteY4" fmla="*/ 0 h 222658"/>
                <a:gd name="connsiteX5" fmla="*/ 222980 w 298285"/>
                <a:gd name="connsiteY5" fmla="*/ 0 h 222658"/>
                <a:gd name="connsiteX6" fmla="*/ 298285 w 298285"/>
                <a:gd name="connsiteY6" fmla="*/ 75308 h 22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8285" h="222658">
                  <a:moveTo>
                    <a:pt x="298285" y="75308"/>
                  </a:moveTo>
                  <a:lnTo>
                    <a:pt x="298285" y="222658"/>
                  </a:lnTo>
                  <a:lnTo>
                    <a:pt x="0" y="222658"/>
                  </a:lnTo>
                  <a:lnTo>
                    <a:pt x="0" y="75308"/>
                  </a:lnTo>
                  <a:cubicBezTo>
                    <a:pt x="0" y="33714"/>
                    <a:pt x="33711" y="0"/>
                    <a:pt x="75305" y="0"/>
                  </a:cubicBezTo>
                  <a:lnTo>
                    <a:pt x="222980" y="0"/>
                  </a:lnTo>
                  <a:cubicBezTo>
                    <a:pt x="264562" y="0"/>
                    <a:pt x="298285" y="33714"/>
                    <a:pt x="298285" y="75308"/>
                  </a:cubicBezTo>
                  <a:close/>
                </a:path>
              </a:pathLst>
            </a:custGeom>
            <a:solidFill>
              <a:srgbClr val="B3B3B3"/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3190ED45-3C1E-6FA2-1FA2-AE0B2893F826}"/>
                </a:ext>
              </a:extLst>
            </p:cNvPr>
            <p:cNvSpPr/>
            <p:nvPr/>
          </p:nvSpPr>
          <p:spPr>
            <a:xfrm>
              <a:off x="1082214" y="1707797"/>
              <a:ext cx="181982" cy="222658"/>
            </a:xfrm>
            <a:custGeom>
              <a:avLst/>
              <a:gdLst>
                <a:gd name="connsiteX0" fmla="*/ 181982 w 181982"/>
                <a:gd name="connsiteY0" fmla="*/ 75308 h 222658"/>
                <a:gd name="connsiteX1" fmla="*/ 181982 w 181982"/>
                <a:gd name="connsiteY1" fmla="*/ 222658 h 222658"/>
                <a:gd name="connsiteX2" fmla="*/ 0 w 181982"/>
                <a:gd name="connsiteY2" fmla="*/ 222658 h 222658"/>
                <a:gd name="connsiteX3" fmla="*/ 0 w 181982"/>
                <a:gd name="connsiteY3" fmla="*/ 75308 h 222658"/>
                <a:gd name="connsiteX4" fmla="*/ 75284 w 181982"/>
                <a:gd name="connsiteY4" fmla="*/ 0 h 222658"/>
                <a:gd name="connsiteX5" fmla="*/ 106677 w 181982"/>
                <a:gd name="connsiteY5" fmla="*/ 0 h 222658"/>
                <a:gd name="connsiteX6" fmla="*/ 181982 w 181982"/>
                <a:gd name="connsiteY6" fmla="*/ 75308 h 22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982" h="222658">
                  <a:moveTo>
                    <a:pt x="181982" y="75308"/>
                  </a:moveTo>
                  <a:lnTo>
                    <a:pt x="181982" y="222658"/>
                  </a:lnTo>
                  <a:lnTo>
                    <a:pt x="0" y="222658"/>
                  </a:lnTo>
                  <a:lnTo>
                    <a:pt x="0" y="75308"/>
                  </a:lnTo>
                  <a:cubicBezTo>
                    <a:pt x="0" y="33714"/>
                    <a:pt x="33689" y="0"/>
                    <a:pt x="75284" y="0"/>
                  </a:cubicBezTo>
                  <a:lnTo>
                    <a:pt x="106677" y="0"/>
                  </a:lnTo>
                  <a:cubicBezTo>
                    <a:pt x="148259" y="0"/>
                    <a:pt x="181982" y="33714"/>
                    <a:pt x="181982" y="75308"/>
                  </a:cubicBezTo>
                  <a:close/>
                </a:path>
              </a:pathLst>
            </a:custGeom>
            <a:solidFill>
              <a:srgbClr val="CCCCCC"/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E2B51316-3C51-8207-03E4-C1CA55F4A5AE}"/>
                </a:ext>
              </a:extLst>
            </p:cNvPr>
            <p:cNvSpPr/>
            <p:nvPr/>
          </p:nvSpPr>
          <p:spPr>
            <a:xfrm>
              <a:off x="575215" y="1448701"/>
              <a:ext cx="1079667" cy="163865"/>
            </a:xfrm>
            <a:custGeom>
              <a:avLst/>
              <a:gdLst>
                <a:gd name="connsiteX0" fmla="*/ 1079668 w 1079667"/>
                <a:gd name="connsiteY0" fmla="*/ 81921 h 163865"/>
                <a:gd name="connsiteX1" fmla="*/ 997759 w 1079667"/>
                <a:gd name="connsiteY1" fmla="*/ 163865 h 163865"/>
                <a:gd name="connsiteX2" fmla="*/ 81920 w 1079667"/>
                <a:gd name="connsiteY2" fmla="*/ 163865 h 163865"/>
                <a:gd name="connsiteX3" fmla="*/ 23990 w 1079667"/>
                <a:gd name="connsiteY3" fmla="*/ 139851 h 163865"/>
                <a:gd name="connsiteX4" fmla="*/ 0 w 1079667"/>
                <a:gd name="connsiteY4" fmla="*/ 81921 h 163865"/>
                <a:gd name="connsiteX5" fmla="*/ 81920 w 1079667"/>
                <a:gd name="connsiteY5" fmla="*/ 0 h 163865"/>
                <a:gd name="connsiteX6" fmla="*/ 997759 w 1079667"/>
                <a:gd name="connsiteY6" fmla="*/ 0 h 163865"/>
                <a:gd name="connsiteX7" fmla="*/ 1055690 w 1079667"/>
                <a:gd name="connsiteY7" fmla="*/ 23990 h 163865"/>
                <a:gd name="connsiteX8" fmla="*/ 1079668 w 1079667"/>
                <a:gd name="connsiteY8" fmla="*/ 81921 h 163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67" h="163865">
                  <a:moveTo>
                    <a:pt x="1079668" y="81921"/>
                  </a:moveTo>
                  <a:cubicBezTo>
                    <a:pt x="1079668" y="127174"/>
                    <a:pt x="1043012" y="163865"/>
                    <a:pt x="997759" y="163865"/>
                  </a:cubicBezTo>
                  <a:lnTo>
                    <a:pt x="81920" y="163865"/>
                  </a:lnTo>
                  <a:cubicBezTo>
                    <a:pt x="59318" y="163865"/>
                    <a:pt x="38820" y="154681"/>
                    <a:pt x="23990" y="139851"/>
                  </a:cubicBezTo>
                  <a:cubicBezTo>
                    <a:pt x="9161" y="125022"/>
                    <a:pt x="0" y="104547"/>
                    <a:pt x="0" y="81921"/>
                  </a:cubicBezTo>
                  <a:cubicBezTo>
                    <a:pt x="0" y="36691"/>
                    <a:pt x="36691" y="0"/>
                    <a:pt x="81920" y="0"/>
                  </a:cubicBezTo>
                  <a:lnTo>
                    <a:pt x="997759" y="0"/>
                  </a:lnTo>
                  <a:cubicBezTo>
                    <a:pt x="1020384" y="0"/>
                    <a:pt x="1040860" y="9161"/>
                    <a:pt x="1055690" y="23990"/>
                  </a:cubicBezTo>
                  <a:cubicBezTo>
                    <a:pt x="1070517" y="38808"/>
                    <a:pt x="1079668" y="59318"/>
                    <a:pt x="1079668" y="81921"/>
                  </a:cubicBezTo>
                  <a:close/>
                </a:path>
              </a:pathLst>
            </a:custGeom>
            <a:solidFill>
              <a:srgbClr val="0070C0"/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945A6C74-BD88-6A71-C50A-161E7DF290CE}"/>
                </a:ext>
              </a:extLst>
            </p:cNvPr>
            <p:cNvSpPr/>
            <p:nvPr/>
          </p:nvSpPr>
          <p:spPr>
            <a:xfrm>
              <a:off x="840853" y="1448701"/>
              <a:ext cx="814029" cy="163865"/>
            </a:xfrm>
            <a:custGeom>
              <a:avLst/>
              <a:gdLst>
                <a:gd name="connsiteX0" fmla="*/ 814030 w 814029"/>
                <a:gd name="connsiteY0" fmla="*/ 81921 h 163865"/>
                <a:gd name="connsiteX1" fmla="*/ 732121 w 814029"/>
                <a:gd name="connsiteY1" fmla="*/ 163865 h 163865"/>
                <a:gd name="connsiteX2" fmla="*/ 81921 w 814029"/>
                <a:gd name="connsiteY2" fmla="*/ 163865 h 163865"/>
                <a:gd name="connsiteX3" fmla="*/ 23990 w 814029"/>
                <a:gd name="connsiteY3" fmla="*/ 139851 h 163865"/>
                <a:gd name="connsiteX4" fmla="*/ 0 w 814029"/>
                <a:gd name="connsiteY4" fmla="*/ 81921 h 163865"/>
                <a:gd name="connsiteX5" fmla="*/ 81921 w 814029"/>
                <a:gd name="connsiteY5" fmla="*/ 0 h 163865"/>
                <a:gd name="connsiteX6" fmla="*/ 732121 w 814029"/>
                <a:gd name="connsiteY6" fmla="*/ 0 h 163865"/>
                <a:gd name="connsiteX7" fmla="*/ 790052 w 814029"/>
                <a:gd name="connsiteY7" fmla="*/ 23990 h 163865"/>
                <a:gd name="connsiteX8" fmla="*/ 814030 w 814029"/>
                <a:gd name="connsiteY8" fmla="*/ 81921 h 163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29" h="163865">
                  <a:moveTo>
                    <a:pt x="814030" y="81921"/>
                  </a:moveTo>
                  <a:cubicBezTo>
                    <a:pt x="814030" y="127174"/>
                    <a:pt x="777374" y="163865"/>
                    <a:pt x="732121" y="163865"/>
                  </a:cubicBezTo>
                  <a:lnTo>
                    <a:pt x="81921" y="163865"/>
                  </a:lnTo>
                  <a:cubicBezTo>
                    <a:pt x="59318" y="163865"/>
                    <a:pt x="38821" y="154681"/>
                    <a:pt x="23990" y="139851"/>
                  </a:cubicBezTo>
                  <a:cubicBezTo>
                    <a:pt x="9160" y="125022"/>
                    <a:pt x="0" y="104547"/>
                    <a:pt x="0" y="81921"/>
                  </a:cubicBezTo>
                  <a:cubicBezTo>
                    <a:pt x="0" y="36691"/>
                    <a:pt x="36690" y="0"/>
                    <a:pt x="81921" y="0"/>
                  </a:cubicBezTo>
                  <a:lnTo>
                    <a:pt x="732121" y="0"/>
                  </a:lnTo>
                  <a:cubicBezTo>
                    <a:pt x="754746" y="0"/>
                    <a:pt x="775221" y="9161"/>
                    <a:pt x="790052" y="23990"/>
                  </a:cubicBezTo>
                  <a:cubicBezTo>
                    <a:pt x="804879" y="38808"/>
                    <a:pt x="814030" y="59318"/>
                    <a:pt x="814030" y="81921"/>
                  </a:cubicBezTo>
                  <a:close/>
                </a:path>
              </a:pathLst>
            </a:custGeom>
            <a:solidFill>
              <a:srgbClr val="00B0F0"/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29A1C195-EAC3-3C9D-BCC8-1D043352E0AE}"/>
                </a:ext>
              </a:extLst>
            </p:cNvPr>
            <p:cNvSpPr/>
            <p:nvPr/>
          </p:nvSpPr>
          <p:spPr>
            <a:xfrm>
              <a:off x="909750" y="1867895"/>
              <a:ext cx="410607" cy="157349"/>
            </a:xfrm>
            <a:custGeom>
              <a:avLst/>
              <a:gdLst>
                <a:gd name="connsiteX0" fmla="*/ 410608 w 410607"/>
                <a:gd name="connsiteY0" fmla="*/ 78655 h 157349"/>
                <a:gd name="connsiteX1" fmla="*/ 331916 w 410607"/>
                <a:gd name="connsiteY1" fmla="*/ 157349 h 157349"/>
                <a:gd name="connsiteX2" fmla="*/ 78691 w 410607"/>
                <a:gd name="connsiteY2" fmla="*/ 157349 h 157349"/>
                <a:gd name="connsiteX3" fmla="*/ 23044 w 410607"/>
                <a:gd name="connsiteY3" fmla="*/ 134302 h 157349"/>
                <a:gd name="connsiteX4" fmla="*/ 0 w 410607"/>
                <a:gd name="connsiteY4" fmla="*/ 78655 h 157349"/>
                <a:gd name="connsiteX5" fmla="*/ 78691 w 410607"/>
                <a:gd name="connsiteY5" fmla="*/ 0 h 157349"/>
                <a:gd name="connsiteX6" fmla="*/ 331916 w 410607"/>
                <a:gd name="connsiteY6" fmla="*/ 0 h 157349"/>
                <a:gd name="connsiteX7" fmla="*/ 387551 w 410607"/>
                <a:gd name="connsiteY7" fmla="*/ 23044 h 157349"/>
                <a:gd name="connsiteX8" fmla="*/ 410608 w 410607"/>
                <a:gd name="connsiteY8" fmla="*/ 78655 h 15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0607" h="157349">
                  <a:moveTo>
                    <a:pt x="410608" y="78655"/>
                  </a:moveTo>
                  <a:cubicBezTo>
                    <a:pt x="410608" y="122117"/>
                    <a:pt x="375375" y="157349"/>
                    <a:pt x="331916" y="157349"/>
                  </a:cubicBezTo>
                  <a:lnTo>
                    <a:pt x="78691" y="157349"/>
                  </a:lnTo>
                  <a:cubicBezTo>
                    <a:pt x="56960" y="157349"/>
                    <a:pt x="37302" y="148547"/>
                    <a:pt x="23044" y="134302"/>
                  </a:cubicBezTo>
                  <a:cubicBezTo>
                    <a:pt x="8802" y="120047"/>
                    <a:pt x="0" y="100386"/>
                    <a:pt x="0" y="78655"/>
                  </a:cubicBezTo>
                  <a:cubicBezTo>
                    <a:pt x="0" y="35208"/>
                    <a:pt x="35232" y="0"/>
                    <a:pt x="78691" y="0"/>
                  </a:cubicBezTo>
                  <a:lnTo>
                    <a:pt x="331916" y="0"/>
                  </a:lnTo>
                  <a:cubicBezTo>
                    <a:pt x="353647" y="0"/>
                    <a:pt x="373309" y="8802"/>
                    <a:pt x="387551" y="23044"/>
                  </a:cubicBezTo>
                  <a:cubicBezTo>
                    <a:pt x="401806" y="37265"/>
                    <a:pt x="410608" y="56927"/>
                    <a:pt x="410608" y="78655"/>
                  </a:cubicBezTo>
                  <a:close/>
                </a:path>
              </a:pathLst>
            </a:custGeom>
            <a:solidFill>
              <a:srgbClr val="B3B3B3"/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6FC585BE-784A-1B78-2CAD-8276A748543E}"/>
                </a:ext>
              </a:extLst>
            </p:cNvPr>
            <p:cNvSpPr/>
            <p:nvPr/>
          </p:nvSpPr>
          <p:spPr>
            <a:xfrm>
              <a:off x="1015840" y="1867895"/>
              <a:ext cx="304518" cy="157349"/>
            </a:xfrm>
            <a:custGeom>
              <a:avLst/>
              <a:gdLst>
                <a:gd name="connsiteX0" fmla="*/ 304518 w 304518"/>
                <a:gd name="connsiteY0" fmla="*/ 78655 h 157349"/>
                <a:gd name="connsiteX1" fmla="*/ 225827 w 304518"/>
                <a:gd name="connsiteY1" fmla="*/ 157349 h 157349"/>
                <a:gd name="connsiteX2" fmla="*/ 78658 w 304518"/>
                <a:gd name="connsiteY2" fmla="*/ 157349 h 157349"/>
                <a:gd name="connsiteX3" fmla="*/ 23023 w 304518"/>
                <a:gd name="connsiteY3" fmla="*/ 134302 h 157349"/>
                <a:gd name="connsiteX4" fmla="*/ 0 w 304518"/>
                <a:gd name="connsiteY4" fmla="*/ 78655 h 157349"/>
                <a:gd name="connsiteX5" fmla="*/ 78658 w 304518"/>
                <a:gd name="connsiteY5" fmla="*/ 0 h 157349"/>
                <a:gd name="connsiteX6" fmla="*/ 225827 w 304518"/>
                <a:gd name="connsiteY6" fmla="*/ 0 h 157349"/>
                <a:gd name="connsiteX7" fmla="*/ 281462 w 304518"/>
                <a:gd name="connsiteY7" fmla="*/ 23044 h 157349"/>
                <a:gd name="connsiteX8" fmla="*/ 304518 w 304518"/>
                <a:gd name="connsiteY8" fmla="*/ 78655 h 15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518" h="157349">
                  <a:moveTo>
                    <a:pt x="304518" y="78655"/>
                  </a:moveTo>
                  <a:cubicBezTo>
                    <a:pt x="304518" y="122117"/>
                    <a:pt x="269286" y="157349"/>
                    <a:pt x="225827" y="157349"/>
                  </a:cubicBezTo>
                  <a:lnTo>
                    <a:pt x="78658" y="157349"/>
                  </a:lnTo>
                  <a:cubicBezTo>
                    <a:pt x="56939" y="157349"/>
                    <a:pt x="37265" y="148547"/>
                    <a:pt x="23023" y="134302"/>
                  </a:cubicBezTo>
                  <a:cubicBezTo>
                    <a:pt x="8802" y="120047"/>
                    <a:pt x="0" y="100386"/>
                    <a:pt x="0" y="78655"/>
                  </a:cubicBezTo>
                  <a:cubicBezTo>
                    <a:pt x="0" y="35208"/>
                    <a:pt x="35208" y="0"/>
                    <a:pt x="78658" y="0"/>
                  </a:cubicBezTo>
                  <a:lnTo>
                    <a:pt x="225827" y="0"/>
                  </a:lnTo>
                  <a:cubicBezTo>
                    <a:pt x="247558" y="0"/>
                    <a:pt x="267219" y="8802"/>
                    <a:pt x="281462" y="23044"/>
                  </a:cubicBezTo>
                  <a:cubicBezTo>
                    <a:pt x="295716" y="37265"/>
                    <a:pt x="304518" y="56927"/>
                    <a:pt x="304518" y="78655"/>
                  </a:cubicBezTo>
                  <a:close/>
                </a:path>
              </a:pathLst>
            </a:custGeom>
            <a:solidFill>
              <a:srgbClr val="CCCCCC"/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7072510" y="508745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152023" y="320927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088288" y="322020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00487" y="5111505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5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6574DCC1-5218-AC2C-95D2-7D433AB1A3C2}"/>
              </a:ext>
            </a:extLst>
          </p:cNvPr>
          <p:cNvGrpSpPr/>
          <p:nvPr/>
        </p:nvGrpSpPr>
        <p:grpSpPr>
          <a:xfrm rot="8785645" flipH="1">
            <a:off x="4298316" y="1524921"/>
            <a:ext cx="773985" cy="2347550"/>
            <a:chOff x="5292061" y="990600"/>
            <a:chExt cx="1607877" cy="4876800"/>
          </a:xfrm>
        </p:grpSpPr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E2BF2D9E-5EE5-495F-CD8C-0429E9E96767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DABEE623-4001-F825-DF38-F5EFD8464F0D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626BA8DB-AEA0-347A-65AD-814502E51546}"/>
                </a:ext>
              </a:extLst>
            </p:cNvPr>
            <p:cNvSpPr/>
            <p:nvPr/>
          </p:nvSpPr>
          <p:spPr>
            <a:xfrm>
              <a:off x="6407754" y="990600"/>
              <a:ext cx="156800" cy="4876800"/>
            </a:xfrm>
            <a:custGeom>
              <a:avLst/>
              <a:gdLst>
                <a:gd name="connsiteX0" fmla="*/ 0 w 156800"/>
                <a:gd name="connsiteY0" fmla="*/ 0 h 4876800"/>
                <a:gd name="connsiteX1" fmla="*/ 156801 w 156800"/>
                <a:gd name="connsiteY1" fmla="*/ 0 h 4876800"/>
                <a:gd name="connsiteX2" fmla="*/ 156801 w 156800"/>
                <a:gd name="connsiteY2" fmla="*/ 4876800 h 4876800"/>
                <a:gd name="connsiteX3" fmla="*/ 0 w 156800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800" h="4876800">
                  <a:moveTo>
                    <a:pt x="0" y="0"/>
                  </a:moveTo>
                  <a:lnTo>
                    <a:pt x="156801" y="0"/>
                  </a:lnTo>
                  <a:lnTo>
                    <a:pt x="156801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77E02F52-E100-986F-2C0D-D8506EAEFE00}"/>
                </a:ext>
              </a:extLst>
            </p:cNvPr>
            <p:cNvSpPr/>
            <p:nvPr/>
          </p:nvSpPr>
          <p:spPr>
            <a:xfrm>
              <a:off x="6472494" y="1474670"/>
              <a:ext cx="164029" cy="289008"/>
            </a:xfrm>
            <a:custGeom>
              <a:avLst/>
              <a:gdLst>
                <a:gd name="connsiteX0" fmla="*/ 10811 w 164029"/>
                <a:gd name="connsiteY0" fmla="*/ 0 h 289007"/>
                <a:gd name="connsiteX1" fmla="*/ 0 w 164029"/>
                <a:gd name="connsiteY1" fmla="*/ 0 h 289007"/>
                <a:gd name="connsiteX2" fmla="*/ 0 w 164029"/>
                <a:gd name="connsiteY2" fmla="*/ 289008 h 289007"/>
                <a:gd name="connsiteX3" fmla="*/ 10811 w 164029"/>
                <a:gd name="connsiteY3" fmla="*/ 289008 h 289007"/>
                <a:gd name="connsiteX4" fmla="*/ 153219 w 164029"/>
                <a:gd name="connsiteY4" fmla="*/ 289008 h 289007"/>
                <a:gd name="connsiteX5" fmla="*/ 164030 w 164029"/>
                <a:gd name="connsiteY5" fmla="*/ 289008 h 289007"/>
                <a:gd name="connsiteX6" fmla="*/ 164030 w 164029"/>
                <a:gd name="connsiteY6" fmla="*/ 0 h 289007"/>
                <a:gd name="connsiteX7" fmla="*/ 153219 w 164029"/>
                <a:gd name="connsiteY7" fmla="*/ 0 h 289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29" h="289007">
                  <a:moveTo>
                    <a:pt x="10811" y="0"/>
                  </a:moveTo>
                  <a:lnTo>
                    <a:pt x="0" y="0"/>
                  </a:lnTo>
                  <a:lnTo>
                    <a:pt x="0" y="289008"/>
                  </a:lnTo>
                  <a:lnTo>
                    <a:pt x="10811" y="289008"/>
                  </a:lnTo>
                  <a:lnTo>
                    <a:pt x="153219" y="289008"/>
                  </a:lnTo>
                  <a:lnTo>
                    <a:pt x="164030" y="289008"/>
                  </a:lnTo>
                  <a:lnTo>
                    <a:pt x="164030" y="0"/>
                  </a:lnTo>
                  <a:lnTo>
                    <a:pt x="153219" y="0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50C11334-6C3F-3970-E38E-395D6F784ED3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824B4F79-82FC-8972-7B9D-257518B0F4E9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FD021756-387D-6B57-D6B6-F51E4BE009F5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00" name="Graphic 38">
              <a:extLst>
                <a:ext uri="{FF2B5EF4-FFF2-40B4-BE49-F238E27FC236}">
                  <a16:creationId xmlns:a16="http://schemas.microsoft.com/office/drawing/2014/main" id="{E92CB649-236B-3B43-818A-7E8095C89A93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7EAB730F-ECE2-6B04-72F6-F46F8CA5547D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14D01E40-BF21-B63C-1028-0574F90A516A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47639B25-8CFA-B77A-8DEE-468B1C690E8A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257BF5E9-9B7B-356F-B4D9-E390E268A192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C0F438CD-A2A9-EEDF-7D42-305A286A6474}"/>
              </a:ext>
            </a:extLst>
          </p:cNvPr>
          <p:cNvGrpSpPr/>
          <p:nvPr/>
        </p:nvGrpSpPr>
        <p:grpSpPr>
          <a:xfrm rot="8785645" flipH="1">
            <a:off x="5249634" y="2953689"/>
            <a:ext cx="773985" cy="2347550"/>
            <a:chOff x="5292061" y="990600"/>
            <a:chExt cx="1607877" cy="4876800"/>
          </a:xfrm>
        </p:grpSpPr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B4E8996D-DD5A-2DA5-49FD-70BB3DD4306D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9AACBB7F-DB91-DC53-970D-88C9BEBA71EF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12" name="Graphic 38">
              <a:extLst>
                <a:ext uri="{FF2B5EF4-FFF2-40B4-BE49-F238E27FC236}">
                  <a16:creationId xmlns:a16="http://schemas.microsoft.com/office/drawing/2014/main" id="{C9FEA1C6-E643-1652-225B-5936E909DA9D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71A963D8-CFF8-A617-1E9B-41018B2666E5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8B633B58-8E75-2F83-9EC6-D2CB39C289F8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6CA8DB1B-1FB7-ACE3-49F1-544A6DDB9FEE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14" name="Graphic 38">
              <a:extLst>
                <a:ext uri="{FF2B5EF4-FFF2-40B4-BE49-F238E27FC236}">
                  <a16:creationId xmlns:a16="http://schemas.microsoft.com/office/drawing/2014/main" id="{442D29F3-4186-B302-C5B4-9FFD895AB1E7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5A8A3111-3CDB-738D-A997-0C362C3C9A83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2411A43E-D9C1-9EAC-B654-55F6E080AEEA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B67DBF16-7386-CD49-B0A8-5DBEEAE53A5F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67DCCCB4-071E-484B-8700-31EFACDC47D0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0EE057D6-99BE-0DF0-F566-761F705C5F69}"/>
              </a:ext>
            </a:extLst>
          </p:cNvPr>
          <p:cNvGrpSpPr/>
          <p:nvPr/>
        </p:nvGrpSpPr>
        <p:grpSpPr>
          <a:xfrm rot="10800000">
            <a:off x="8089504" y="1772287"/>
            <a:ext cx="636811" cy="1931491"/>
            <a:chOff x="5292061" y="990600"/>
            <a:chExt cx="1607877" cy="4876800"/>
          </a:xfrm>
        </p:grpSpPr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9AA392B4-353E-6CDE-B6BC-281FE1657CA0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111EB023-A1C1-38BD-A604-2BA2E4BAEF59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2A45FB3-4F8C-F2C5-948B-AA86232B932F}"/>
                </a:ext>
              </a:extLst>
            </p:cNvPr>
            <p:cNvSpPr/>
            <p:nvPr/>
          </p:nvSpPr>
          <p:spPr>
            <a:xfrm>
              <a:off x="6407751" y="990600"/>
              <a:ext cx="156801" cy="4876800"/>
            </a:xfrm>
            <a:custGeom>
              <a:avLst/>
              <a:gdLst>
                <a:gd name="connsiteX0" fmla="*/ 0 w 156800"/>
                <a:gd name="connsiteY0" fmla="*/ 0 h 4876800"/>
                <a:gd name="connsiteX1" fmla="*/ 156801 w 156800"/>
                <a:gd name="connsiteY1" fmla="*/ 0 h 4876800"/>
                <a:gd name="connsiteX2" fmla="*/ 156801 w 156800"/>
                <a:gd name="connsiteY2" fmla="*/ 4876800 h 4876800"/>
                <a:gd name="connsiteX3" fmla="*/ 0 w 156800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800" h="4876800">
                  <a:moveTo>
                    <a:pt x="0" y="0"/>
                  </a:moveTo>
                  <a:lnTo>
                    <a:pt x="156801" y="0"/>
                  </a:lnTo>
                  <a:lnTo>
                    <a:pt x="156801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83659C9F-A9AF-BBE8-6724-51C790D3DA4E}"/>
                </a:ext>
              </a:extLst>
            </p:cNvPr>
            <p:cNvSpPr/>
            <p:nvPr/>
          </p:nvSpPr>
          <p:spPr>
            <a:xfrm>
              <a:off x="6472495" y="1474672"/>
              <a:ext cx="164029" cy="289006"/>
            </a:xfrm>
            <a:custGeom>
              <a:avLst/>
              <a:gdLst>
                <a:gd name="connsiteX0" fmla="*/ 10811 w 164029"/>
                <a:gd name="connsiteY0" fmla="*/ 0 h 289007"/>
                <a:gd name="connsiteX1" fmla="*/ 0 w 164029"/>
                <a:gd name="connsiteY1" fmla="*/ 0 h 289007"/>
                <a:gd name="connsiteX2" fmla="*/ 0 w 164029"/>
                <a:gd name="connsiteY2" fmla="*/ 289008 h 289007"/>
                <a:gd name="connsiteX3" fmla="*/ 10811 w 164029"/>
                <a:gd name="connsiteY3" fmla="*/ 289008 h 289007"/>
                <a:gd name="connsiteX4" fmla="*/ 153219 w 164029"/>
                <a:gd name="connsiteY4" fmla="*/ 289008 h 289007"/>
                <a:gd name="connsiteX5" fmla="*/ 164030 w 164029"/>
                <a:gd name="connsiteY5" fmla="*/ 289008 h 289007"/>
                <a:gd name="connsiteX6" fmla="*/ 164030 w 164029"/>
                <a:gd name="connsiteY6" fmla="*/ 0 h 289007"/>
                <a:gd name="connsiteX7" fmla="*/ 153219 w 164029"/>
                <a:gd name="connsiteY7" fmla="*/ 0 h 289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29" h="289007">
                  <a:moveTo>
                    <a:pt x="10811" y="0"/>
                  </a:moveTo>
                  <a:lnTo>
                    <a:pt x="0" y="0"/>
                  </a:lnTo>
                  <a:lnTo>
                    <a:pt x="0" y="289008"/>
                  </a:lnTo>
                  <a:lnTo>
                    <a:pt x="10811" y="289008"/>
                  </a:lnTo>
                  <a:lnTo>
                    <a:pt x="153219" y="289008"/>
                  </a:lnTo>
                  <a:lnTo>
                    <a:pt x="164030" y="289008"/>
                  </a:lnTo>
                  <a:lnTo>
                    <a:pt x="164030" y="0"/>
                  </a:lnTo>
                  <a:lnTo>
                    <a:pt x="153219" y="0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036019AE-6FFC-D95F-7377-013D215D6099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F269888-B5C5-5007-5BFB-2816F7D16C10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62" name="Graphic 38">
              <a:extLst>
                <a:ext uri="{FF2B5EF4-FFF2-40B4-BE49-F238E27FC236}">
                  <a16:creationId xmlns:a16="http://schemas.microsoft.com/office/drawing/2014/main" id="{56A5E400-17C8-C6BF-773C-FA5FBCCE9C69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2021C28A-0FE0-BB96-6515-49CE1C896402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E835D7B5-C2BC-05B6-5549-FC3943D79892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589D531B-B6FE-52D5-17F2-B3FDF678E8EE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5F566DD4-D60F-52F2-7015-48CFD579B88B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B67485A-2E71-1B66-C3A4-10A0FBF9A110}"/>
              </a:ext>
            </a:extLst>
          </p:cNvPr>
          <p:cNvGrpSpPr/>
          <p:nvPr/>
        </p:nvGrpSpPr>
        <p:grpSpPr>
          <a:xfrm rot="7891751" flipH="1">
            <a:off x="9111055" y="1323762"/>
            <a:ext cx="773985" cy="2347550"/>
            <a:chOff x="5292061" y="990600"/>
            <a:chExt cx="1607877" cy="4876800"/>
          </a:xfrm>
        </p:grpSpPr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765E0A8B-BF27-2C65-524E-EEE71EDD0548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23649DE-1CD8-5E27-0AA2-5CF87D995F5F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7" name="Graphic 38">
              <a:extLst>
                <a:ext uri="{FF2B5EF4-FFF2-40B4-BE49-F238E27FC236}">
                  <a16:creationId xmlns:a16="http://schemas.microsoft.com/office/drawing/2014/main" id="{210D81D7-4D4F-78E5-F401-008529C29CE1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0913BC2C-220E-5C3B-4C0E-41885E435DC9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4241A9EF-3A4A-E3C9-E629-367FD42F32E4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D7999E51-030A-261A-75CB-242974F0460B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9" name="Graphic 38">
              <a:extLst>
                <a:ext uri="{FF2B5EF4-FFF2-40B4-BE49-F238E27FC236}">
                  <a16:creationId xmlns:a16="http://schemas.microsoft.com/office/drawing/2014/main" id="{2605EAB4-BFA3-02CE-6C1F-F73BD3233584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03CF0AD3-0C83-EF0B-5C76-396046B4E24B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AE4430F0-DA72-DA25-110F-EC2D31B5E8D1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F5D0813-52C1-2DCC-AA55-9DFDE9DEFF39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B530CCFC-09D4-3FA5-3585-877FAE8C8D98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CA555AD5-E979-7F14-FFEA-2BCDDF27B34D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6E1710F-29E1-FF3B-312E-EFEFD6AF8324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24" name="Graphic 38">
              <a:extLst>
                <a:ext uri="{FF2B5EF4-FFF2-40B4-BE49-F238E27FC236}">
                  <a16:creationId xmlns:a16="http://schemas.microsoft.com/office/drawing/2014/main" id="{F2B31363-45E7-6B95-3570-7CA89B3546A8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BE1012DB-2963-D38D-1187-778416D9657F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34B412F4-AA6C-8D52-DE8B-2664EA276D9C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1F83BD39-14FF-F496-BEFC-604FDAFCEC1B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116ECEE4-D2DB-E388-2145-F6E4EBE83BF4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82C377E5-403E-463D-1CF0-97FD358BE5AD}"/>
              </a:ext>
            </a:extLst>
          </p:cNvPr>
          <p:cNvGrpSpPr/>
          <p:nvPr/>
        </p:nvGrpSpPr>
        <p:grpSpPr>
          <a:xfrm rot="13708249">
            <a:off x="9101740" y="3198590"/>
            <a:ext cx="773985" cy="2347550"/>
            <a:chOff x="5292061" y="990600"/>
            <a:chExt cx="1607877" cy="4876800"/>
          </a:xfrm>
        </p:grpSpPr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757228AC-EDE3-C161-92A8-F13C8B40A207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E499189-5297-2E71-690A-A2F728A2EABB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6" name="Graphic 38">
              <a:extLst>
                <a:ext uri="{FF2B5EF4-FFF2-40B4-BE49-F238E27FC236}">
                  <a16:creationId xmlns:a16="http://schemas.microsoft.com/office/drawing/2014/main" id="{496FED45-AA35-A372-CB02-D5E055C1C8CB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128BCBC7-BDA8-3C7A-A21F-33531C6A912B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9E587802-DD29-504B-8D12-6A7DB6ED25FF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331B24C2-4DEA-508D-ACA2-4A9D031FECBE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8" name="Graphic 38">
              <a:extLst>
                <a:ext uri="{FF2B5EF4-FFF2-40B4-BE49-F238E27FC236}">
                  <a16:creationId xmlns:a16="http://schemas.microsoft.com/office/drawing/2014/main" id="{9B3592B5-F019-50E1-4374-E280C4A34378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24490FF-EAD8-97B1-5D65-B76779114190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FE522760-7664-3C26-9ABE-FE201B8B7CD9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9FB1A25F-F0F5-5C98-E511-B685F628BD3F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E9613E4C-B618-269A-1E95-CD56C8C2906D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77768BEC-7191-C1D9-5A3E-3FB9E3605E20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138DA454-5C52-296C-26BE-1FDF3C3E6775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43" name="Graphic 38">
              <a:extLst>
                <a:ext uri="{FF2B5EF4-FFF2-40B4-BE49-F238E27FC236}">
                  <a16:creationId xmlns:a16="http://schemas.microsoft.com/office/drawing/2014/main" id="{364D66D9-A662-6D73-DB43-3938C36DF245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C1E2ECE4-8E8A-7A41-7ECC-7659748616D2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F594312D-4F9F-BE2F-5A47-5BC7B1065C26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01F8D350-D50E-B2BA-ECF7-AF794933B78F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851937EB-8FAB-BB8F-C783-E8DB4EE4C66D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3E52EC4-BC5D-D482-7BD8-3552868208C0}"/>
              </a:ext>
            </a:extLst>
          </p:cNvPr>
          <p:cNvGrpSpPr/>
          <p:nvPr/>
        </p:nvGrpSpPr>
        <p:grpSpPr>
          <a:xfrm rot="13708249">
            <a:off x="2597369" y="1323762"/>
            <a:ext cx="773985" cy="2347550"/>
            <a:chOff x="5292061" y="990600"/>
            <a:chExt cx="1607877" cy="4876800"/>
          </a:xfrm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9A974B9-E593-AE37-3F39-27FBC66F3641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13E3410-2F83-E2D8-3275-649E4D817E39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2" name="Graphic 38">
              <a:extLst>
                <a:ext uri="{FF2B5EF4-FFF2-40B4-BE49-F238E27FC236}">
                  <a16:creationId xmlns:a16="http://schemas.microsoft.com/office/drawing/2014/main" id="{6F7E6F05-F6C5-65F2-79BA-534AB6595D72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2C3225D2-B8ED-112F-DF80-807FF0F6A82D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86380FB1-FF22-7B5D-B46C-C1A2D752D474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DE9CE66-838E-D630-7802-F4E272A14291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06" name="Graphic 38">
              <a:extLst>
                <a:ext uri="{FF2B5EF4-FFF2-40B4-BE49-F238E27FC236}">
                  <a16:creationId xmlns:a16="http://schemas.microsoft.com/office/drawing/2014/main" id="{88EF5B27-2F0A-D289-A0CE-4B0DCFEC8F8E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AF8B5EB8-C9AC-6955-C2F4-8253538CC8C0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D8E30CC2-223A-B921-083F-48FB25967BDD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1E4B626-99A7-CA57-6F34-1F173D1D267C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3703B89-D8FE-8BCB-954C-4A582BF193D3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E4B24E0-855F-C859-B2F8-C30A313C34F1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E93C520-0D97-C512-6603-A75909582A75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13" name="Graphic 38">
              <a:extLst>
                <a:ext uri="{FF2B5EF4-FFF2-40B4-BE49-F238E27FC236}">
                  <a16:creationId xmlns:a16="http://schemas.microsoft.com/office/drawing/2014/main" id="{5426B4FC-153C-17B6-931E-B3B6C95AC873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21B3F608-EE76-4531-0213-AF63C6E6A155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81EFB183-AD85-E274-7A63-C46F3E94CF44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19DE42C6-6551-A6B9-1D8A-510E4F86FDDA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F955AB1-164B-868F-4A0E-F2A2E69A3CDF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6FDDC35-B834-E1BA-DE3A-AB4FA554EC07}"/>
              </a:ext>
            </a:extLst>
          </p:cNvPr>
          <p:cNvGrpSpPr/>
          <p:nvPr/>
        </p:nvGrpSpPr>
        <p:grpSpPr>
          <a:xfrm rot="7891751" flipH="1">
            <a:off x="2588054" y="3198590"/>
            <a:ext cx="773985" cy="2347550"/>
            <a:chOff x="5292061" y="990600"/>
            <a:chExt cx="1607877" cy="4876800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9CD8B2E2-1275-9539-A413-87BF983DFE65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C43125D9-8FC3-335B-B3BE-9B392DC4C72F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0" name="Graphic 38">
              <a:extLst>
                <a:ext uri="{FF2B5EF4-FFF2-40B4-BE49-F238E27FC236}">
                  <a16:creationId xmlns:a16="http://schemas.microsoft.com/office/drawing/2014/main" id="{4CBFBE16-CFAA-4C2D-DE7C-80B7F36FA4B1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59A32741-063E-80BF-174F-1A43B29B1ED3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2B11DF79-2D7D-6E3A-3C47-9670DE367B5F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2FE28D5-C515-BC8B-6BF9-6C1E64D483F7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2" name="Graphic 38">
              <a:extLst>
                <a:ext uri="{FF2B5EF4-FFF2-40B4-BE49-F238E27FC236}">
                  <a16:creationId xmlns:a16="http://schemas.microsoft.com/office/drawing/2014/main" id="{FD4B779D-D411-71CC-E0BF-83B85C6F0D91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5320DB72-E2FC-FA15-C56A-94B2871374D8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4B1BDE4A-83CD-654D-6687-E3EF3E26CF39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68DA64CA-9870-2D35-F507-4C5F3695FBC8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C7EC27C-CAE3-D2F5-8FD9-2DCD2EBCEB90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4DBF232-A306-4308-2140-DD11C5858B86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DF1A3C4B-9DB3-323E-F770-9CC59605F0A9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7" name="Graphic 38">
              <a:extLst>
                <a:ext uri="{FF2B5EF4-FFF2-40B4-BE49-F238E27FC236}">
                  <a16:creationId xmlns:a16="http://schemas.microsoft.com/office/drawing/2014/main" id="{E8B70FB4-94D5-C11A-452E-EA672F4FD659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C0552EE7-8994-59B3-FB7D-CD9F803449E9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034D6FA4-EFE2-1A42-7381-4DB4D5FDF3CF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C30F40D1-F127-3E0B-49D6-5FB4F7B2A552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1F82BAA4-F451-F9FD-960E-C889AF2F611D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5B760B5-B723-B28D-8369-135846C523A0}"/>
              </a:ext>
            </a:extLst>
          </p:cNvPr>
          <p:cNvGrpSpPr/>
          <p:nvPr/>
        </p:nvGrpSpPr>
        <p:grpSpPr>
          <a:xfrm rot="16200000">
            <a:off x="7034464" y="594065"/>
            <a:ext cx="636811" cy="1931491"/>
            <a:chOff x="5292061" y="990600"/>
            <a:chExt cx="1607877" cy="4876800"/>
          </a:xfrm>
        </p:grpSpPr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25B635F-BC90-AB5E-C7B9-B84A4482E886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0447D9E-5169-8919-4A75-2769E96DCE36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1" name="Graphic 38">
              <a:extLst>
                <a:ext uri="{FF2B5EF4-FFF2-40B4-BE49-F238E27FC236}">
                  <a16:creationId xmlns:a16="http://schemas.microsoft.com/office/drawing/2014/main" id="{C8D20727-63FA-F90C-8F9A-5749D3F7ABD0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26FA06EA-D8B0-E319-EF68-E33E32425005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8765C2D-39F2-D880-5607-42B609B8A9CA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320E676-0B7B-7E5F-5E4F-FA5F8E26AA0E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3" name="Graphic 38">
              <a:extLst>
                <a:ext uri="{FF2B5EF4-FFF2-40B4-BE49-F238E27FC236}">
                  <a16:creationId xmlns:a16="http://schemas.microsoft.com/office/drawing/2014/main" id="{FF798C7C-385E-F250-7F3C-A77DF0654B8B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9474550-36A8-536A-5711-65845F505CCC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07788DC3-5AC9-91F1-1BD4-0F6423F9209E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1ABF9F3F-DF04-EC65-F94B-3DFA12E10A41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52DCF1B-59A9-FDEF-BC4D-AC740AF54E24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49605AD-988F-98D0-E065-C2BDB8A1D5DA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5226C7FC-D387-6CD8-3CD2-A6D7405DE08D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8" name="Graphic 38">
              <a:extLst>
                <a:ext uri="{FF2B5EF4-FFF2-40B4-BE49-F238E27FC236}">
                  <a16:creationId xmlns:a16="http://schemas.microsoft.com/office/drawing/2014/main" id="{09E391EF-17C7-6E38-E8E4-E5DE73FFC6E2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6233530-E9EB-726F-9AB5-A09E1B24ED63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19FB45B0-4111-F4D1-CBF5-88D025F7A51C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9712520-0BAF-CE49-37B0-60CB358C4996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227BEC61-A8CF-C5BA-FCBC-0DD6825E2587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7063A1C-C70C-24D8-415A-32DB1B1BD28D}"/>
              </a:ext>
            </a:extLst>
          </p:cNvPr>
          <p:cNvGrpSpPr/>
          <p:nvPr/>
        </p:nvGrpSpPr>
        <p:grpSpPr>
          <a:xfrm rot="16200000">
            <a:off x="4836361" y="594065"/>
            <a:ext cx="636811" cy="1931491"/>
            <a:chOff x="5292061" y="990600"/>
            <a:chExt cx="1607877" cy="4876800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0E1D3D3A-55A9-F29F-5374-F35253A26292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1BEB822-52B5-7172-018F-884835F5C8B1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2" name="Graphic 38">
              <a:extLst>
                <a:ext uri="{FF2B5EF4-FFF2-40B4-BE49-F238E27FC236}">
                  <a16:creationId xmlns:a16="http://schemas.microsoft.com/office/drawing/2014/main" id="{A1198114-1A97-05B5-0CC4-242CE85BCFE7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B60C36EA-46C1-BDBF-0916-617B3B5E4CA4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0D1FA665-1227-3359-65D8-5117A8ACA37B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28CEBAC-3B85-92C5-9408-2660634A791F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4" name="Graphic 38">
              <a:extLst>
                <a:ext uri="{FF2B5EF4-FFF2-40B4-BE49-F238E27FC236}">
                  <a16:creationId xmlns:a16="http://schemas.microsoft.com/office/drawing/2014/main" id="{F0F2E1DB-013D-5DCE-F9C7-549E4627C831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41803FA0-57FB-F0F1-06B3-C76049378ED0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4DDAF0F5-D628-5CEE-18E7-4090654B3F93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DA23E8E-B40A-D9AE-9550-2B0192A0826D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2DCFBD33-F374-C36D-79EE-35C02E4C05A7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71158B3-6673-B4F6-6C04-927B0EE3575D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943654F-DF39-BCF5-E686-F8D39E3907A1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29" name="Graphic 38">
              <a:extLst>
                <a:ext uri="{FF2B5EF4-FFF2-40B4-BE49-F238E27FC236}">
                  <a16:creationId xmlns:a16="http://schemas.microsoft.com/office/drawing/2014/main" id="{02889BEE-F38E-9296-6F8C-4534CFC47067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BCCFE171-1BD4-E3B4-D2D4-6D9CA9E746DA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E197BF61-F07A-4876-3137-AD27012058D2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DB6A17F-68D9-068B-BB6E-22332BC575E0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855DB67-1F68-450C-9BC3-02588D81FF8E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927089" y="1232462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721668" y="1232462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>
              <a:latin typeface="+mj-lt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696945" y="230178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 b="1">
                <a:solidFill>
                  <a:srgbClr val="002060"/>
                </a:solidFill>
              </a:rPr>
              <a:t>10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684133" y="420975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837206" y="31983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217042" y="228447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180279" y="42168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829153" y="1353160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7094069" y="137242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85BBD69-DE75-4585-6E06-BA5AF2E2E5B1}"/>
              </a:ext>
            </a:extLst>
          </p:cNvPr>
          <p:cNvGrpSpPr/>
          <p:nvPr/>
        </p:nvGrpSpPr>
        <p:grpSpPr>
          <a:xfrm rot="16200000">
            <a:off x="7034464" y="4326449"/>
            <a:ext cx="636811" cy="1931491"/>
            <a:chOff x="5292061" y="990600"/>
            <a:chExt cx="1607877" cy="4876800"/>
          </a:xfrm>
        </p:grpSpPr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EB3ADC3-4ED2-387D-C4B1-791FA9CCABBC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B5636CDA-DA7B-0114-4F40-2C6364004381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79" name="Graphic 38">
              <a:extLst>
                <a:ext uri="{FF2B5EF4-FFF2-40B4-BE49-F238E27FC236}">
                  <a16:creationId xmlns:a16="http://schemas.microsoft.com/office/drawing/2014/main" id="{039643C2-46B6-E451-BAD2-98EF4CCF52FE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DFA4E6E2-BE77-8FE0-5170-B47D6ECF3007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2D7CCBA8-79B6-9C51-4044-D2A6CD1D1097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09CC7C0-141F-67DB-9047-7B3FEC254C88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81" name="Graphic 38">
              <a:extLst>
                <a:ext uri="{FF2B5EF4-FFF2-40B4-BE49-F238E27FC236}">
                  <a16:creationId xmlns:a16="http://schemas.microsoft.com/office/drawing/2014/main" id="{675A97D3-9B59-35D1-453D-ADC48C6BF324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F7BCE754-F1C1-B7BB-4872-00EB81E36D44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2C98FA42-7837-9D6E-BAAB-79F6ED0D5D37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DC070D1-E2D8-F6FC-7B0E-24D8B37F168D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A8197B9-B162-E588-FDCC-8262B171D69C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74BAE82-B201-4FE3-73A8-512EF12D9361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CD078B2E-BD25-7B40-C1F8-A68ED6CD1D25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86" name="Graphic 38">
              <a:extLst>
                <a:ext uri="{FF2B5EF4-FFF2-40B4-BE49-F238E27FC236}">
                  <a16:creationId xmlns:a16="http://schemas.microsoft.com/office/drawing/2014/main" id="{E8153904-7A19-AA01-7D3A-6CC32F19FF4A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0383DA77-BBFB-030A-37C7-6D952A115373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716DB07F-FCC3-1C00-C3A4-5BF7E3F46C96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5CB4A13E-9047-0310-C9E6-422AE7475CBC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44DEA340-757C-4890-8D27-AE0FC1BC40D3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81DF1D6-50B2-EBE6-A07C-26A154F25AF6}"/>
              </a:ext>
            </a:extLst>
          </p:cNvPr>
          <p:cNvGrpSpPr/>
          <p:nvPr/>
        </p:nvGrpSpPr>
        <p:grpSpPr>
          <a:xfrm rot="16200000">
            <a:off x="4836361" y="4326449"/>
            <a:ext cx="636811" cy="1931491"/>
            <a:chOff x="5292061" y="990600"/>
            <a:chExt cx="1607877" cy="4876800"/>
          </a:xfrm>
        </p:grpSpPr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4C81B4CD-C1A1-3CDF-58F0-D3909CF8137F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5804F07-8919-8E60-D7C3-51384FE5DF63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98" name="Graphic 38">
              <a:extLst>
                <a:ext uri="{FF2B5EF4-FFF2-40B4-BE49-F238E27FC236}">
                  <a16:creationId xmlns:a16="http://schemas.microsoft.com/office/drawing/2014/main" id="{661F9555-7451-141C-BB90-5FA3863DA37F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2371D551-B204-A1C8-B2F0-7EA908DDB64C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2BD4BD7E-9C03-6A07-ACC5-E6A46077EE21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32F5D0F6-B8A8-BEDF-2C81-2114B761FE00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00" name="Graphic 38">
              <a:extLst>
                <a:ext uri="{FF2B5EF4-FFF2-40B4-BE49-F238E27FC236}">
                  <a16:creationId xmlns:a16="http://schemas.microsoft.com/office/drawing/2014/main" id="{CFDC8085-19A0-C324-CC51-D624BA3DD357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0EC30F29-943B-ACCF-C6A3-F2643D12497E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302FF064-4871-1180-D17B-E59F337CA2D3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99A4AA47-E285-5543-6DB7-AD55E3617065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C389D32B-E75B-E082-0B41-19DF5AE2795C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1366F847-F346-27FA-7798-30D6E723864B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A7397FF7-C424-53CF-0D25-8BAF1D797E5D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05" name="Graphic 38">
              <a:extLst>
                <a:ext uri="{FF2B5EF4-FFF2-40B4-BE49-F238E27FC236}">
                  <a16:creationId xmlns:a16="http://schemas.microsoft.com/office/drawing/2014/main" id="{51D5B7A5-8511-B254-1AFA-49B8F8C47E4E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9FBA4F91-1755-4C78-83A6-6749A7BDE7D2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5A3A4C2F-04E2-BE56-CC49-F85631B1E69C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5E59ECCE-81CA-7923-3BFA-302D29CD723F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FC8B705D-9F69-7C48-9546-F6F817302C63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DB3011BF-C9F8-654E-2B10-298587B498B9}"/>
              </a:ext>
            </a:extLst>
          </p:cNvPr>
          <p:cNvGrpSpPr/>
          <p:nvPr/>
        </p:nvGrpSpPr>
        <p:grpSpPr>
          <a:xfrm rot="10800000">
            <a:off x="8089503" y="3297657"/>
            <a:ext cx="636811" cy="1931491"/>
            <a:chOff x="5292061" y="990600"/>
            <a:chExt cx="1607876" cy="4876800"/>
          </a:xfrm>
        </p:grpSpPr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A37918F8-CAA0-6AA7-A637-01A57895138C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87AA2636-D701-82D0-F22B-53D427CB6EE5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74" name="Graphic 38">
              <a:extLst>
                <a:ext uri="{FF2B5EF4-FFF2-40B4-BE49-F238E27FC236}">
                  <a16:creationId xmlns:a16="http://schemas.microsoft.com/office/drawing/2014/main" id="{7393BB35-0A15-606E-ECF9-58195DC6C5CA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84A3B3A4-6081-FC51-93FF-AA142F1B74BD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1AA35072-EB8E-B0FC-D385-2B387547791D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7DF62EDC-3DFF-430C-25FA-399E1BA94FED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76" name="Graphic 38">
              <a:extLst>
                <a:ext uri="{FF2B5EF4-FFF2-40B4-BE49-F238E27FC236}">
                  <a16:creationId xmlns:a16="http://schemas.microsoft.com/office/drawing/2014/main" id="{9FD60A5A-431A-BDA4-2FDB-7F50FBFB4DDB}"/>
                </a:ext>
              </a:extLst>
            </p:cNvPr>
            <p:cNvGrpSpPr/>
            <p:nvPr/>
          </p:nvGrpSpPr>
          <p:grpSpPr>
            <a:xfrm>
              <a:off x="5292064" y="1474670"/>
              <a:ext cx="1607873" cy="810538"/>
              <a:chOff x="5292064" y="1474670"/>
              <a:chExt cx="1607873" cy="810538"/>
            </a:xfrm>
            <a:solidFill>
              <a:srgbClr val="E6E6E6"/>
            </a:solidFill>
          </p:grpSpPr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2D8765B3-050D-363A-AE3C-E189B77A58ED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8E850057-358C-A45D-354E-95A13626BCAF}"/>
                  </a:ext>
                </a:extLst>
              </p:cNvPr>
              <p:cNvSpPr/>
              <p:nvPr/>
            </p:nvSpPr>
            <p:spPr>
              <a:xfrm>
                <a:off x="5292064" y="1763668"/>
                <a:ext cx="1607873" cy="521540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DF22E96B-9EF2-AE65-0F41-96343CA10D6C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431E1753-8751-2189-F878-9BD2E46A5BDF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8132510" y="4979399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721668" y="4979399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71100419-1C41-FB02-35F1-4C0AD2309793}"/>
              </a:ext>
            </a:extLst>
          </p:cNvPr>
          <p:cNvGrpSpPr/>
          <p:nvPr/>
        </p:nvGrpSpPr>
        <p:grpSpPr>
          <a:xfrm rot="12814355">
            <a:off x="7456109" y="1541894"/>
            <a:ext cx="773985" cy="2347550"/>
            <a:chOff x="5292061" y="990600"/>
            <a:chExt cx="1607877" cy="4876800"/>
          </a:xfrm>
        </p:grpSpPr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53EE2C52-8F0E-5623-8103-6E986BF16CD5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6A5AF018-DCA3-3D05-EEB5-7020DF4399DA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FD636E8A-CF91-914C-F375-94D7286A0E19}"/>
                </a:ext>
              </a:extLst>
            </p:cNvPr>
            <p:cNvSpPr/>
            <p:nvPr/>
          </p:nvSpPr>
          <p:spPr>
            <a:xfrm>
              <a:off x="6407754" y="990600"/>
              <a:ext cx="156800" cy="4876800"/>
            </a:xfrm>
            <a:custGeom>
              <a:avLst/>
              <a:gdLst>
                <a:gd name="connsiteX0" fmla="*/ 0 w 156800"/>
                <a:gd name="connsiteY0" fmla="*/ 0 h 4876800"/>
                <a:gd name="connsiteX1" fmla="*/ 156801 w 156800"/>
                <a:gd name="connsiteY1" fmla="*/ 0 h 4876800"/>
                <a:gd name="connsiteX2" fmla="*/ 156801 w 156800"/>
                <a:gd name="connsiteY2" fmla="*/ 4876800 h 4876800"/>
                <a:gd name="connsiteX3" fmla="*/ 0 w 156800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800" h="4876800">
                  <a:moveTo>
                    <a:pt x="0" y="0"/>
                  </a:moveTo>
                  <a:lnTo>
                    <a:pt x="156801" y="0"/>
                  </a:lnTo>
                  <a:lnTo>
                    <a:pt x="156801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0B75C15A-7C8E-E6D0-5FFE-C0F2E2DD6E7E}"/>
                </a:ext>
              </a:extLst>
            </p:cNvPr>
            <p:cNvSpPr/>
            <p:nvPr/>
          </p:nvSpPr>
          <p:spPr>
            <a:xfrm>
              <a:off x="6472494" y="1474670"/>
              <a:ext cx="164029" cy="289008"/>
            </a:xfrm>
            <a:custGeom>
              <a:avLst/>
              <a:gdLst>
                <a:gd name="connsiteX0" fmla="*/ 10811 w 164029"/>
                <a:gd name="connsiteY0" fmla="*/ 0 h 289007"/>
                <a:gd name="connsiteX1" fmla="*/ 0 w 164029"/>
                <a:gd name="connsiteY1" fmla="*/ 0 h 289007"/>
                <a:gd name="connsiteX2" fmla="*/ 0 w 164029"/>
                <a:gd name="connsiteY2" fmla="*/ 289008 h 289007"/>
                <a:gd name="connsiteX3" fmla="*/ 10811 w 164029"/>
                <a:gd name="connsiteY3" fmla="*/ 289008 h 289007"/>
                <a:gd name="connsiteX4" fmla="*/ 153219 w 164029"/>
                <a:gd name="connsiteY4" fmla="*/ 289008 h 289007"/>
                <a:gd name="connsiteX5" fmla="*/ 164030 w 164029"/>
                <a:gd name="connsiteY5" fmla="*/ 289008 h 289007"/>
                <a:gd name="connsiteX6" fmla="*/ 164030 w 164029"/>
                <a:gd name="connsiteY6" fmla="*/ 0 h 289007"/>
                <a:gd name="connsiteX7" fmla="*/ 153219 w 164029"/>
                <a:gd name="connsiteY7" fmla="*/ 0 h 289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29" h="289007">
                  <a:moveTo>
                    <a:pt x="10811" y="0"/>
                  </a:moveTo>
                  <a:lnTo>
                    <a:pt x="0" y="0"/>
                  </a:lnTo>
                  <a:lnTo>
                    <a:pt x="0" y="289008"/>
                  </a:lnTo>
                  <a:lnTo>
                    <a:pt x="10811" y="289008"/>
                  </a:lnTo>
                  <a:lnTo>
                    <a:pt x="153219" y="289008"/>
                  </a:lnTo>
                  <a:lnTo>
                    <a:pt x="164030" y="289008"/>
                  </a:lnTo>
                  <a:lnTo>
                    <a:pt x="164030" y="0"/>
                  </a:lnTo>
                  <a:lnTo>
                    <a:pt x="153219" y="0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A0D7F999-74BE-DBB0-FED1-7EB4A8E01E0D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1847D2F9-60DA-0C61-53B0-1DE743EF8849}"/>
                </a:ext>
              </a:extLst>
            </p:cNvPr>
            <p:cNvSpPr/>
            <p:nvPr/>
          </p:nvSpPr>
          <p:spPr>
            <a:xfrm>
              <a:off x="5382701" y="4998719"/>
              <a:ext cx="1420615" cy="389096"/>
            </a:xfrm>
            <a:custGeom>
              <a:avLst/>
              <a:gdLst>
                <a:gd name="connsiteX0" fmla="*/ 93631 w 1420615"/>
                <a:gd name="connsiteY0" fmla="*/ 389096 h 389096"/>
                <a:gd name="connsiteX1" fmla="*/ 0 w 1420615"/>
                <a:gd name="connsiteY1" fmla="*/ 389096 h 389096"/>
                <a:gd name="connsiteX2" fmla="*/ 0 w 1420615"/>
                <a:gd name="connsiteY2" fmla="*/ 0 h 389096"/>
                <a:gd name="connsiteX3" fmla="*/ 93631 w 1420615"/>
                <a:gd name="connsiteY3" fmla="*/ 0 h 389096"/>
                <a:gd name="connsiteX4" fmla="*/ 1326985 w 1420615"/>
                <a:gd name="connsiteY4" fmla="*/ 0 h 389096"/>
                <a:gd name="connsiteX5" fmla="*/ 1420616 w 1420615"/>
                <a:gd name="connsiteY5" fmla="*/ 0 h 389096"/>
                <a:gd name="connsiteX6" fmla="*/ 1420616 w 1420615"/>
                <a:gd name="connsiteY6" fmla="*/ 389096 h 389096"/>
                <a:gd name="connsiteX7" fmla="*/ 1326985 w 1420615"/>
                <a:gd name="connsiteY7" fmla="*/ 389096 h 389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615" h="389096">
                  <a:moveTo>
                    <a:pt x="93631" y="389096"/>
                  </a:moveTo>
                  <a:lnTo>
                    <a:pt x="0" y="389096"/>
                  </a:lnTo>
                  <a:lnTo>
                    <a:pt x="0" y="0"/>
                  </a:lnTo>
                  <a:lnTo>
                    <a:pt x="93631" y="0"/>
                  </a:lnTo>
                  <a:lnTo>
                    <a:pt x="1326985" y="0"/>
                  </a:lnTo>
                  <a:lnTo>
                    <a:pt x="1420616" y="0"/>
                  </a:lnTo>
                  <a:lnTo>
                    <a:pt x="1420616" y="389096"/>
                  </a:lnTo>
                  <a:lnTo>
                    <a:pt x="1326985" y="389096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0F1ACCE8-1448-3042-DAF9-D508B3152DCF}"/>
                </a:ext>
              </a:extLst>
            </p:cNvPr>
            <p:cNvSpPr/>
            <p:nvPr/>
          </p:nvSpPr>
          <p:spPr>
            <a:xfrm>
              <a:off x="5382701" y="5098799"/>
              <a:ext cx="397544" cy="289016"/>
            </a:xfrm>
            <a:custGeom>
              <a:avLst/>
              <a:gdLst>
                <a:gd name="connsiteX0" fmla="*/ 26203 w 397544"/>
                <a:gd name="connsiteY0" fmla="*/ 289017 h 289016"/>
                <a:gd name="connsiteX1" fmla="*/ 0 w 397544"/>
                <a:gd name="connsiteY1" fmla="*/ 289017 h 289016"/>
                <a:gd name="connsiteX2" fmla="*/ 0 w 397544"/>
                <a:gd name="connsiteY2" fmla="*/ 0 h 289016"/>
                <a:gd name="connsiteX3" fmla="*/ 26203 w 397544"/>
                <a:gd name="connsiteY3" fmla="*/ 0 h 289016"/>
                <a:gd name="connsiteX4" fmla="*/ 371351 w 397544"/>
                <a:gd name="connsiteY4" fmla="*/ 0 h 289016"/>
                <a:gd name="connsiteX5" fmla="*/ 397545 w 397544"/>
                <a:gd name="connsiteY5" fmla="*/ 0 h 289016"/>
                <a:gd name="connsiteX6" fmla="*/ 397545 w 397544"/>
                <a:gd name="connsiteY6" fmla="*/ 289017 h 289016"/>
                <a:gd name="connsiteX7" fmla="*/ 371351 w 397544"/>
                <a:gd name="connsiteY7" fmla="*/ 289017 h 2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6">
                  <a:moveTo>
                    <a:pt x="26203" y="289017"/>
                  </a:moveTo>
                  <a:lnTo>
                    <a:pt x="0" y="289017"/>
                  </a:lnTo>
                  <a:lnTo>
                    <a:pt x="0" y="0"/>
                  </a:lnTo>
                  <a:lnTo>
                    <a:pt x="26203" y="0"/>
                  </a:lnTo>
                  <a:lnTo>
                    <a:pt x="371351" y="0"/>
                  </a:lnTo>
                  <a:lnTo>
                    <a:pt x="397545" y="0"/>
                  </a:lnTo>
                  <a:lnTo>
                    <a:pt x="397545" y="289017"/>
                  </a:lnTo>
                  <a:lnTo>
                    <a:pt x="371351" y="289017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36" name="Graphic 38">
              <a:extLst>
                <a:ext uri="{FF2B5EF4-FFF2-40B4-BE49-F238E27FC236}">
                  <a16:creationId xmlns:a16="http://schemas.microsoft.com/office/drawing/2014/main" id="{5AD231A0-D27E-4D14-8C73-F43DBF13943F}"/>
                </a:ext>
              </a:extLst>
            </p:cNvPr>
            <p:cNvGrpSpPr/>
            <p:nvPr/>
          </p:nvGrpSpPr>
          <p:grpSpPr>
            <a:xfrm>
              <a:off x="5292061" y="4577267"/>
              <a:ext cx="1607877" cy="810539"/>
              <a:chOff x="5292061" y="4577267"/>
              <a:chExt cx="1607877" cy="810539"/>
            </a:xfrm>
            <a:solidFill>
              <a:srgbClr val="E6E6E6"/>
            </a:solidFill>
          </p:grpSpPr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29EB8576-9050-C526-3C1A-4B254A08236A}"/>
                  </a:ext>
                </a:extLst>
              </p:cNvPr>
              <p:cNvSpPr/>
              <p:nvPr/>
            </p:nvSpPr>
            <p:spPr>
              <a:xfrm>
                <a:off x="6472494" y="5098789"/>
                <a:ext cx="164029" cy="289016"/>
              </a:xfrm>
              <a:custGeom>
                <a:avLst/>
                <a:gdLst>
                  <a:gd name="connsiteX0" fmla="*/ 10811 w 164029"/>
                  <a:gd name="connsiteY0" fmla="*/ 289017 h 289016"/>
                  <a:gd name="connsiteX1" fmla="*/ 0 w 164029"/>
                  <a:gd name="connsiteY1" fmla="*/ 289017 h 289016"/>
                  <a:gd name="connsiteX2" fmla="*/ 0 w 164029"/>
                  <a:gd name="connsiteY2" fmla="*/ 0 h 289016"/>
                  <a:gd name="connsiteX3" fmla="*/ 10811 w 164029"/>
                  <a:gd name="connsiteY3" fmla="*/ 0 h 289016"/>
                  <a:gd name="connsiteX4" fmla="*/ 153219 w 164029"/>
                  <a:gd name="connsiteY4" fmla="*/ 0 h 289016"/>
                  <a:gd name="connsiteX5" fmla="*/ 164030 w 164029"/>
                  <a:gd name="connsiteY5" fmla="*/ 0 h 289016"/>
                  <a:gd name="connsiteX6" fmla="*/ 164030 w 164029"/>
                  <a:gd name="connsiteY6" fmla="*/ 289017 h 289016"/>
                  <a:gd name="connsiteX7" fmla="*/ 153219 w 164029"/>
                  <a:gd name="connsiteY7" fmla="*/ 289017 h 28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16">
                    <a:moveTo>
                      <a:pt x="10811" y="289017"/>
                    </a:moveTo>
                    <a:lnTo>
                      <a:pt x="0" y="289017"/>
                    </a:lnTo>
                    <a:lnTo>
                      <a:pt x="0" y="0"/>
                    </a:lnTo>
                    <a:lnTo>
                      <a:pt x="10811" y="0"/>
                    </a:lnTo>
                    <a:lnTo>
                      <a:pt x="153219" y="0"/>
                    </a:lnTo>
                    <a:lnTo>
                      <a:pt x="164030" y="0"/>
                    </a:lnTo>
                    <a:lnTo>
                      <a:pt x="164030" y="289017"/>
                    </a:lnTo>
                    <a:lnTo>
                      <a:pt x="153219" y="289017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553FB62C-08EA-EB9D-8CFB-836352C123EA}"/>
                  </a:ext>
                </a:extLst>
              </p:cNvPr>
              <p:cNvSpPr/>
              <p:nvPr/>
            </p:nvSpPr>
            <p:spPr>
              <a:xfrm>
                <a:off x="5292061" y="4577267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0 h 521541"/>
                  <a:gd name="connsiteX1" fmla="*/ 1607877 w 1607877"/>
                  <a:gd name="connsiteY1" fmla="*/ 521541 h 521541"/>
                  <a:gd name="connsiteX2" fmla="*/ 0 w 1607877"/>
                  <a:gd name="connsiteY2" fmla="*/ 521541 h 521541"/>
                  <a:gd name="connsiteX3" fmla="*/ 0 w 1607877"/>
                  <a:gd name="connsiteY3" fmla="*/ 0 h 521541"/>
                  <a:gd name="connsiteX4" fmla="*/ 184261 w 1607877"/>
                  <a:gd name="connsiteY4" fmla="*/ 0 h 521541"/>
                  <a:gd name="connsiteX5" fmla="*/ 1417720 w 1607877"/>
                  <a:gd name="connsiteY5" fmla="*/ 0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0"/>
                    </a:moveTo>
                    <a:lnTo>
                      <a:pt x="1607877" y="521541"/>
                    </a:lnTo>
                    <a:lnTo>
                      <a:pt x="0" y="521541"/>
                    </a:lnTo>
                    <a:lnTo>
                      <a:pt x="0" y="0"/>
                    </a:lnTo>
                    <a:lnTo>
                      <a:pt x="184261" y="0"/>
                    </a:lnTo>
                    <a:lnTo>
                      <a:pt x="1417720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A3A71E8B-B94C-E4A6-29DF-D3B8B9B14619}"/>
                </a:ext>
              </a:extLst>
            </p:cNvPr>
            <p:cNvSpPr/>
            <p:nvPr/>
          </p:nvSpPr>
          <p:spPr>
            <a:xfrm>
              <a:off x="5292061" y="4577267"/>
              <a:ext cx="429129" cy="521541"/>
            </a:xfrm>
            <a:custGeom>
              <a:avLst/>
              <a:gdLst>
                <a:gd name="connsiteX0" fmla="*/ 429130 w 429129"/>
                <a:gd name="connsiteY0" fmla="*/ 0 h 521541"/>
                <a:gd name="connsiteX1" fmla="*/ 429130 w 429129"/>
                <a:gd name="connsiteY1" fmla="*/ 521541 h 521541"/>
                <a:gd name="connsiteX2" fmla="*/ 0 w 429129"/>
                <a:gd name="connsiteY2" fmla="*/ 521541 h 521541"/>
                <a:gd name="connsiteX3" fmla="*/ 0 w 429129"/>
                <a:gd name="connsiteY3" fmla="*/ 0 h 521541"/>
                <a:gd name="connsiteX4" fmla="*/ 49168 w 429129"/>
                <a:gd name="connsiteY4" fmla="*/ 0 h 521541"/>
                <a:gd name="connsiteX5" fmla="*/ 378381 w 429129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0"/>
                  </a:moveTo>
                  <a:lnTo>
                    <a:pt x="429130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49168" y="0"/>
                  </a:lnTo>
                  <a:lnTo>
                    <a:pt x="378381" y="0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A9DF17DC-4BD9-877E-22DE-F39F362E5C36}"/>
                </a:ext>
              </a:extLst>
            </p:cNvPr>
            <p:cNvSpPr/>
            <p:nvPr/>
          </p:nvSpPr>
          <p:spPr>
            <a:xfrm>
              <a:off x="6548647" y="4577267"/>
              <a:ext cx="151133" cy="521541"/>
            </a:xfrm>
            <a:custGeom>
              <a:avLst/>
              <a:gdLst>
                <a:gd name="connsiteX0" fmla="*/ 151133 w 151133"/>
                <a:gd name="connsiteY0" fmla="*/ 0 h 521541"/>
                <a:gd name="connsiteX1" fmla="*/ 151133 w 151133"/>
                <a:gd name="connsiteY1" fmla="*/ 521541 h 521541"/>
                <a:gd name="connsiteX2" fmla="*/ 0 w 151133"/>
                <a:gd name="connsiteY2" fmla="*/ 521541 h 521541"/>
                <a:gd name="connsiteX3" fmla="*/ 0 w 151133"/>
                <a:gd name="connsiteY3" fmla="*/ 0 h 521541"/>
                <a:gd name="connsiteX4" fmla="*/ 17316 w 151133"/>
                <a:gd name="connsiteY4" fmla="*/ 0 h 521541"/>
                <a:gd name="connsiteX5" fmla="*/ 133255 w 151133"/>
                <a:gd name="connsiteY5" fmla="*/ 0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0"/>
                  </a:moveTo>
                  <a:lnTo>
                    <a:pt x="151133" y="521541"/>
                  </a:lnTo>
                  <a:lnTo>
                    <a:pt x="0" y="521541"/>
                  </a:lnTo>
                  <a:lnTo>
                    <a:pt x="0" y="0"/>
                  </a:lnTo>
                  <a:lnTo>
                    <a:pt x="17316" y="0"/>
                  </a:lnTo>
                  <a:lnTo>
                    <a:pt x="133255" y="0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28A2C37A-003F-5716-7613-D761099F863B}"/>
              </a:ext>
            </a:extLst>
          </p:cNvPr>
          <p:cNvGrpSpPr/>
          <p:nvPr/>
        </p:nvGrpSpPr>
        <p:grpSpPr>
          <a:xfrm rot="12814355">
            <a:off x="6523037" y="2953689"/>
            <a:ext cx="773985" cy="2347550"/>
            <a:chOff x="5292061" y="990600"/>
            <a:chExt cx="1607877" cy="4876800"/>
          </a:xfrm>
        </p:grpSpPr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F45329D-CDE9-A482-DDC4-99591A88FC56}"/>
                </a:ext>
              </a:extLst>
            </p:cNvPr>
            <p:cNvSpPr/>
            <p:nvPr/>
          </p:nvSpPr>
          <p:spPr>
            <a:xfrm>
              <a:off x="5452938" y="990600"/>
              <a:ext cx="1274292" cy="4876800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6774BEE0-CD43-A89A-1BD8-1448900D7A8B}"/>
                </a:ext>
              </a:extLst>
            </p:cNvPr>
            <p:cNvSpPr/>
            <p:nvPr/>
          </p:nvSpPr>
          <p:spPr>
            <a:xfrm>
              <a:off x="5452967" y="990600"/>
              <a:ext cx="324383" cy="4876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44" name="Graphic 38">
              <a:extLst>
                <a:ext uri="{FF2B5EF4-FFF2-40B4-BE49-F238E27FC236}">
                  <a16:creationId xmlns:a16="http://schemas.microsoft.com/office/drawing/2014/main" id="{24DB11A2-FBB7-A678-F711-D4D98D6438B2}"/>
                </a:ext>
              </a:extLst>
            </p:cNvPr>
            <p:cNvGrpSpPr/>
            <p:nvPr/>
          </p:nvGrpSpPr>
          <p:grpSpPr>
            <a:xfrm>
              <a:off x="5382701" y="990600"/>
              <a:ext cx="1420615" cy="4876800"/>
              <a:chOff x="5382701" y="990600"/>
              <a:chExt cx="1420615" cy="4876800"/>
            </a:xfrm>
            <a:solidFill>
              <a:srgbClr val="CCCCCC"/>
            </a:solidFill>
          </p:grpSpPr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F4E40FA3-BFE2-683D-F966-996F87BD72A4}"/>
                  </a:ext>
                </a:extLst>
              </p:cNvPr>
              <p:cNvSpPr/>
              <p:nvPr/>
            </p:nvSpPr>
            <p:spPr>
              <a:xfrm>
                <a:off x="6407753" y="990600"/>
                <a:ext cx="156800" cy="4876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57D49CC2-EEC4-16B6-F1D7-C6CBE0132A33}"/>
                  </a:ext>
                </a:extLst>
              </p:cNvPr>
              <p:cNvSpPr/>
              <p:nvPr/>
            </p:nvSpPr>
            <p:spPr>
              <a:xfrm>
                <a:off x="5382701" y="1474650"/>
                <a:ext cx="1420615" cy="389105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5D6DA20D-1FA8-B073-FE44-C250EF12F409}"/>
                </a:ext>
              </a:extLst>
            </p:cNvPr>
            <p:cNvSpPr/>
            <p:nvPr/>
          </p:nvSpPr>
          <p:spPr>
            <a:xfrm>
              <a:off x="5382701" y="1474650"/>
              <a:ext cx="397544" cy="289017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46" name="Graphic 38">
              <a:extLst>
                <a:ext uri="{FF2B5EF4-FFF2-40B4-BE49-F238E27FC236}">
                  <a16:creationId xmlns:a16="http://schemas.microsoft.com/office/drawing/2014/main" id="{76497566-296D-1EA8-688F-8DA7A5D12B98}"/>
                </a:ext>
              </a:extLst>
            </p:cNvPr>
            <p:cNvGrpSpPr/>
            <p:nvPr/>
          </p:nvGrpSpPr>
          <p:grpSpPr>
            <a:xfrm>
              <a:off x="5292061" y="1474670"/>
              <a:ext cx="1607877" cy="810539"/>
              <a:chOff x="5292061" y="1474670"/>
              <a:chExt cx="1607877" cy="810539"/>
            </a:xfrm>
            <a:solidFill>
              <a:srgbClr val="E6E6E6"/>
            </a:solidFill>
          </p:grpSpPr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BA303777-8FF1-17A2-FD96-50ACD64A2AA0}"/>
                  </a:ext>
                </a:extLst>
              </p:cNvPr>
              <p:cNvSpPr/>
              <p:nvPr/>
            </p:nvSpPr>
            <p:spPr>
              <a:xfrm>
                <a:off x="6472494" y="1474670"/>
                <a:ext cx="164029" cy="289007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662DB358-7E05-D731-7B48-3198731DF208}"/>
                  </a:ext>
                </a:extLst>
              </p:cNvPr>
              <p:cNvSpPr/>
              <p:nvPr/>
            </p:nvSpPr>
            <p:spPr>
              <a:xfrm>
                <a:off x="5292061" y="1763668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CB65DA3B-9EEE-B32B-934D-EDD866EFC924}"/>
                </a:ext>
              </a:extLst>
            </p:cNvPr>
            <p:cNvSpPr/>
            <p:nvPr/>
          </p:nvSpPr>
          <p:spPr>
            <a:xfrm>
              <a:off x="5292061" y="1763668"/>
              <a:ext cx="429129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9F53B349-5C42-2A8B-639B-47232C7BA89E}"/>
                </a:ext>
              </a:extLst>
            </p:cNvPr>
            <p:cNvSpPr/>
            <p:nvPr/>
          </p:nvSpPr>
          <p:spPr>
            <a:xfrm>
              <a:off x="6548647" y="1763668"/>
              <a:ext cx="151133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8132510" y="1232462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927089" y="4979399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A0B5924A-32DF-130D-B12F-2B71C27FE43D}"/>
              </a:ext>
            </a:extLst>
          </p:cNvPr>
          <p:cNvGrpSpPr/>
          <p:nvPr/>
        </p:nvGrpSpPr>
        <p:grpSpPr>
          <a:xfrm rot="16200000">
            <a:off x="10857948" y="3020057"/>
            <a:ext cx="636811" cy="847741"/>
            <a:chOff x="5292062" y="990603"/>
            <a:chExt cx="1607877" cy="2140451"/>
          </a:xfrm>
        </p:grpSpPr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2A3FEF59-0C13-33D9-7EF2-9FEE5475BAF8}"/>
                </a:ext>
              </a:extLst>
            </p:cNvPr>
            <p:cNvSpPr/>
            <p:nvPr/>
          </p:nvSpPr>
          <p:spPr>
            <a:xfrm>
              <a:off x="5452937" y="990605"/>
              <a:ext cx="1274292" cy="2051795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0F4E455D-D227-894E-24F7-470F3519B943}"/>
                </a:ext>
              </a:extLst>
            </p:cNvPr>
            <p:cNvSpPr/>
            <p:nvPr/>
          </p:nvSpPr>
          <p:spPr>
            <a:xfrm>
              <a:off x="5452965" y="990603"/>
              <a:ext cx="324383" cy="2051800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56" name="Graphic 38">
              <a:extLst>
                <a:ext uri="{FF2B5EF4-FFF2-40B4-BE49-F238E27FC236}">
                  <a16:creationId xmlns:a16="http://schemas.microsoft.com/office/drawing/2014/main" id="{37C0BC73-25CC-36AE-0AA7-866D77F0DC3F}"/>
                </a:ext>
              </a:extLst>
            </p:cNvPr>
            <p:cNvGrpSpPr/>
            <p:nvPr/>
          </p:nvGrpSpPr>
          <p:grpSpPr>
            <a:xfrm>
              <a:off x="5382704" y="990603"/>
              <a:ext cx="1420615" cy="2051800"/>
              <a:chOff x="5382704" y="990603"/>
              <a:chExt cx="1420615" cy="2051800"/>
            </a:xfrm>
            <a:solidFill>
              <a:srgbClr val="CCCCCC"/>
            </a:solidFill>
          </p:grpSpPr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D4A26695-3F86-7991-A87B-D52B284288A1}"/>
                  </a:ext>
                </a:extLst>
              </p:cNvPr>
              <p:cNvSpPr/>
              <p:nvPr/>
            </p:nvSpPr>
            <p:spPr>
              <a:xfrm>
                <a:off x="6407752" y="990603"/>
                <a:ext cx="156801" cy="2051800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E9C6763F-7136-E853-F4C3-ACA53B163EEF}"/>
                  </a:ext>
                </a:extLst>
              </p:cNvPr>
              <p:cNvSpPr/>
              <p:nvPr/>
            </p:nvSpPr>
            <p:spPr>
              <a:xfrm>
                <a:off x="5382704" y="2320496"/>
                <a:ext cx="1420615" cy="389106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E7EF5486-013E-17F2-A956-E0D5066455FF}"/>
                </a:ext>
              </a:extLst>
            </p:cNvPr>
            <p:cNvSpPr/>
            <p:nvPr/>
          </p:nvSpPr>
          <p:spPr>
            <a:xfrm>
              <a:off x="5382701" y="2320493"/>
              <a:ext cx="397544" cy="289016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58" name="Graphic 38">
              <a:extLst>
                <a:ext uri="{FF2B5EF4-FFF2-40B4-BE49-F238E27FC236}">
                  <a16:creationId xmlns:a16="http://schemas.microsoft.com/office/drawing/2014/main" id="{4C62FC20-D3D4-F55F-D618-A27198AE11EC}"/>
                </a:ext>
              </a:extLst>
            </p:cNvPr>
            <p:cNvGrpSpPr/>
            <p:nvPr/>
          </p:nvGrpSpPr>
          <p:grpSpPr>
            <a:xfrm>
              <a:off x="5292062" y="2320516"/>
              <a:ext cx="1607877" cy="810538"/>
              <a:chOff x="5292062" y="2320516"/>
              <a:chExt cx="1607877" cy="810538"/>
            </a:xfrm>
            <a:solidFill>
              <a:srgbClr val="E6E6E6"/>
            </a:solidFill>
          </p:grpSpPr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0D908536-EBA9-B852-91F4-28C36DDBFA31}"/>
                  </a:ext>
                </a:extLst>
              </p:cNvPr>
              <p:cNvSpPr/>
              <p:nvPr/>
            </p:nvSpPr>
            <p:spPr>
              <a:xfrm>
                <a:off x="6472494" y="2320516"/>
                <a:ext cx="164029" cy="289006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9B14BA2-CF77-561B-EF5B-888F52A711B5}"/>
                  </a:ext>
                </a:extLst>
              </p:cNvPr>
              <p:cNvSpPr/>
              <p:nvPr/>
            </p:nvSpPr>
            <p:spPr>
              <a:xfrm>
                <a:off x="5292062" y="2609513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DF935136-CA6C-877F-B683-F18CB3C5168E}"/>
                </a:ext>
              </a:extLst>
            </p:cNvPr>
            <p:cNvSpPr/>
            <p:nvPr/>
          </p:nvSpPr>
          <p:spPr>
            <a:xfrm>
              <a:off x="5292062" y="2609509"/>
              <a:ext cx="429128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1522A720-0D73-E24E-F165-AA44B739EEAD}"/>
                </a:ext>
              </a:extLst>
            </p:cNvPr>
            <p:cNvSpPr/>
            <p:nvPr/>
          </p:nvSpPr>
          <p:spPr>
            <a:xfrm>
              <a:off x="6548647" y="2609509"/>
              <a:ext cx="151132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262430" y="3105930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25907FBE-64A6-839B-ED16-B01B8028CE08}"/>
              </a:ext>
            </a:extLst>
          </p:cNvPr>
          <p:cNvGrpSpPr/>
          <p:nvPr/>
        </p:nvGrpSpPr>
        <p:grpSpPr>
          <a:xfrm rot="5400000" flipH="1">
            <a:off x="816561" y="2900737"/>
            <a:ext cx="636811" cy="1086381"/>
            <a:chOff x="5292062" y="388065"/>
            <a:chExt cx="1607877" cy="2742989"/>
          </a:xfrm>
        </p:grpSpPr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6927A569-2DDA-2B17-E576-29D8025C59AD}"/>
                </a:ext>
              </a:extLst>
            </p:cNvPr>
            <p:cNvSpPr/>
            <p:nvPr/>
          </p:nvSpPr>
          <p:spPr>
            <a:xfrm>
              <a:off x="5452939" y="388065"/>
              <a:ext cx="1274291" cy="2654336"/>
            </a:xfrm>
            <a:custGeom>
              <a:avLst/>
              <a:gdLst>
                <a:gd name="connsiteX0" fmla="*/ 1274293 w 1274292"/>
                <a:gd name="connsiteY0" fmla="*/ 0 h 4876800"/>
                <a:gd name="connsiteX1" fmla="*/ 1274293 w 1274292"/>
                <a:gd name="connsiteY1" fmla="*/ 4876800 h 4876800"/>
                <a:gd name="connsiteX2" fmla="*/ 0 w 1274292"/>
                <a:gd name="connsiteY2" fmla="*/ 4876800 h 4876800"/>
                <a:gd name="connsiteX3" fmla="*/ 0 w 1274292"/>
                <a:gd name="connsiteY3" fmla="*/ 0 h 4876800"/>
                <a:gd name="connsiteX4" fmla="*/ 146028 w 1274292"/>
                <a:gd name="connsiteY4" fmla="*/ 0 h 4876800"/>
                <a:gd name="connsiteX5" fmla="*/ 1123588 w 1274292"/>
                <a:gd name="connsiteY5" fmla="*/ 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4292" h="4876800">
                  <a:moveTo>
                    <a:pt x="1274293" y="0"/>
                  </a:moveTo>
                  <a:lnTo>
                    <a:pt x="1274293" y="4876800"/>
                  </a:lnTo>
                  <a:lnTo>
                    <a:pt x="0" y="4876800"/>
                  </a:lnTo>
                  <a:lnTo>
                    <a:pt x="0" y="0"/>
                  </a:lnTo>
                  <a:lnTo>
                    <a:pt x="146028" y="0"/>
                  </a:lnTo>
                  <a:lnTo>
                    <a:pt x="1123588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18C47599-1FF3-35B4-FF4F-DE9E40A071C7}"/>
                </a:ext>
              </a:extLst>
            </p:cNvPr>
            <p:cNvSpPr/>
            <p:nvPr/>
          </p:nvSpPr>
          <p:spPr>
            <a:xfrm>
              <a:off x="5452963" y="388073"/>
              <a:ext cx="324383" cy="2654333"/>
            </a:xfrm>
            <a:custGeom>
              <a:avLst/>
              <a:gdLst>
                <a:gd name="connsiteX0" fmla="*/ 0 w 324383"/>
                <a:gd name="connsiteY0" fmla="*/ 0 h 4876800"/>
                <a:gd name="connsiteX1" fmla="*/ 324383 w 324383"/>
                <a:gd name="connsiteY1" fmla="*/ 0 h 4876800"/>
                <a:gd name="connsiteX2" fmla="*/ 324383 w 324383"/>
                <a:gd name="connsiteY2" fmla="*/ 4876800 h 4876800"/>
                <a:gd name="connsiteX3" fmla="*/ 0 w 324383"/>
                <a:gd name="connsiteY3" fmla="*/ 4876800 h 487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383" h="4876800">
                  <a:moveTo>
                    <a:pt x="0" y="0"/>
                  </a:moveTo>
                  <a:lnTo>
                    <a:pt x="324383" y="0"/>
                  </a:lnTo>
                  <a:lnTo>
                    <a:pt x="324383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75" name="Graphic 38">
              <a:extLst>
                <a:ext uri="{FF2B5EF4-FFF2-40B4-BE49-F238E27FC236}">
                  <a16:creationId xmlns:a16="http://schemas.microsoft.com/office/drawing/2014/main" id="{704BF84F-4ECB-CA26-5171-B8171D06D0BD}"/>
                </a:ext>
              </a:extLst>
            </p:cNvPr>
            <p:cNvGrpSpPr/>
            <p:nvPr/>
          </p:nvGrpSpPr>
          <p:grpSpPr>
            <a:xfrm>
              <a:off x="5382704" y="388071"/>
              <a:ext cx="1420615" cy="2654334"/>
              <a:chOff x="5382704" y="388071"/>
              <a:chExt cx="1420615" cy="2654334"/>
            </a:xfrm>
            <a:solidFill>
              <a:srgbClr val="CCCCCC"/>
            </a:solidFill>
          </p:grpSpPr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A2C29342-D200-473F-B9B7-9DBB124D3079}"/>
                  </a:ext>
                </a:extLst>
              </p:cNvPr>
              <p:cNvSpPr/>
              <p:nvPr/>
            </p:nvSpPr>
            <p:spPr>
              <a:xfrm>
                <a:off x="6407751" y="388071"/>
                <a:ext cx="156801" cy="2654334"/>
              </a:xfrm>
              <a:custGeom>
                <a:avLst/>
                <a:gdLst>
                  <a:gd name="connsiteX0" fmla="*/ 0 w 156800"/>
                  <a:gd name="connsiteY0" fmla="*/ 0 h 4876800"/>
                  <a:gd name="connsiteX1" fmla="*/ 156801 w 156800"/>
                  <a:gd name="connsiteY1" fmla="*/ 0 h 4876800"/>
                  <a:gd name="connsiteX2" fmla="*/ 156801 w 156800"/>
                  <a:gd name="connsiteY2" fmla="*/ 4876800 h 4876800"/>
                  <a:gd name="connsiteX3" fmla="*/ 0 w 156800"/>
                  <a:gd name="connsiteY3" fmla="*/ 4876800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800" h="4876800">
                    <a:moveTo>
                      <a:pt x="0" y="0"/>
                    </a:moveTo>
                    <a:lnTo>
                      <a:pt x="156801" y="0"/>
                    </a:lnTo>
                    <a:lnTo>
                      <a:pt x="156801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C0A86513-D3F1-B04C-2D4D-5F9DD755E012}"/>
                  </a:ext>
                </a:extLst>
              </p:cNvPr>
              <p:cNvSpPr/>
              <p:nvPr/>
            </p:nvSpPr>
            <p:spPr>
              <a:xfrm>
                <a:off x="5382704" y="2320496"/>
                <a:ext cx="1420615" cy="389106"/>
              </a:xfrm>
              <a:custGeom>
                <a:avLst/>
                <a:gdLst>
                  <a:gd name="connsiteX0" fmla="*/ 93631 w 1420615"/>
                  <a:gd name="connsiteY0" fmla="*/ 0 h 389105"/>
                  <a:gd name="connsiteX1" fmla="*/ 0 w 1420615"/>
                  <a:gd name="connsiteY1" fmla="*/ 0 h 389105"/>
                  <a:gd name="connsiteX2" fmla="*/ 0 w 1420615"/>
                  <a:gd name="connsiteY2" fmla="*/ 389106 h 389105"/>
                  <a:gd name="connsiteX3" fmla="*/ 93631 w 1420615"/>
                  <a:gd name="connsiteY3" fmla="*/ 389106 h 389105"/>
                  <a:gd name="connsiteX4" fmla="*/ 1326985 w 1420615"/>
                  <a:gd name="connsiteY4" fmla="*/ 389106 h 389105"/>
                  <a:gd name="connsiteX5" fmla="*/ 1420616 w 1420615"/>
                  <a:gd name="connsiteY5" fmla="*/ 389106 h 389105"/>
                  <a:gd name="connsiteX6" fmla="*/ 1420616 w 1420615"/>
                  <a:gd name="connsiteY6" fmla="*/ 0 h 389105"/>
                  <a:gd name="connsiteX7" fmla="*/ 1326985 w 1420615"/>
                  <a:gd name="connsiteY7" fmla="*/ 0 h 389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20615" h="389105">
                    <a:moveTo>
                      <a:pt x="93631" y="0"/>
                    </a:moveTo>
                    <a:lnTo>
                      <a:pt x="0" y="0"/>
                    </a:lnTo>
                    <a:lnTo>
                      <a:pt x="0" y="389106"/>
                    </a:lnTo>
                    <a:lnTo>
                      <a:pt x="93631" y="389106"/>
                    </a:lnTo>
                    <a:lnTo>
                      <a:pt x="1326985" y="389106"/>
                    </a:lnTo>
                    <a:lnTo>
                      <a:pt x="1420616" y="389106"/>
                    </a:lnTo>
                    <a:lnTo>
                      <a:pt x="1420616" y="0"/>
                    </a:lnTo>
                    <a:lnTo>
                      <a:pt x="132698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C345FFC7-DCF4-5A0F-4245-DAC29096110C}"/>
                </a:ext>
              </a:extLst>
            </p:cNvPr>
            <p:cNvSpPr/>
            <p:nvPr/>
          </p:nvSpPr>
          <p:spPr>
            <a:xfrm>
              <a:off x="5382701" y="2320493"/>
              <a:ext cx="397544" cy="289016"/>
            </a:xfrm>
            <a:custGeom>
              <a:avLst/>
              <a:gdLst>
                <a:gd name="connsiteX0" fmla="*/ 26203 w 397544"/>
                <a:gd name="connsiteY0" fmla="*/ 0 h 289017"/>
                <a:gd name="connsiteX1" fmla="*/ 0 w 397544"/>
                <a:gd name="connsiteY1" fmla="*/ 0 h 289017"/>
                <a:gd name="connsiteX2" fmla="*/ 0 w 397544"/>
                <a:gd name="connsiteY2" fmla="*/ 289017 h 289017"/>
                <a:gd name="connsiteX3" fmla="*/ 26203 w 397544"/>
                <a:gd name="connsiteY3" fmla="*/ 289017 h 289017"/>
                <a:gd name="connsiteX4" fmla="*/ 371351 w 397544"/>
                <a:gd name="connsiteY4" fmla="*/ 289017 h 289017"/>
                <a:gd name="connsiteX5" fmla="*/ 397545 w 397544"/>
                <a:gd name="connsiteY5" fmla="*/ 289017 h 289017"/>
                <a:gd name="connsiteX6" fmla="*/ 397545 w 397544"/>
                <a:gd name="connsiteY6" fmla="*/ 0 h 289017"/>
                <a:gd name="connsiteX7" fmla="*/ 371351 w 397544"/>
                <a:gd name="connsiteY7" fmla="*/ 0 h 289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7544" h="289017">
                  <a:moveTo>
                    <a:pt x="26203" y="0"/>
                  </a:moveTo>
                  <a:lnTo>
                    <a:pt x="0" y="0"/>
                  </a:lnTo>
                  <a:lnTo>
                    <a:pt x="0" y="289017"/>
                  </a:lnTo>
                  <a:lnTo>
                    <a:pt x="26203" y="289017"/>
                  </a:lnTo>
                  <a:lnTo>
                    <a:pt x="371351" y="289017"/>
                  </a:lnTo>
                  <a:lnTo>
                    <a:pt x="397545" y="289017"/>
                  </a:lnTo>
                  <a:lnTo>
                    <a:pt x="397545" y="0"/>
                  </a:lnTo>
                  <a:lnTo>
                    <a:pt x="371351" y="0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77" name="Graphic 38">
              <a:extLst>
                <a:ext uri="{FF2B5EF4-FFF2-40B4-BE49-F238E27FC236}">
                  <a16:creationId xmlns:a16="http://schemas.microsoft.com/office/drawing/2014/main" id="{1983D34A-EF4E-C242-EF97-CF52F3BEA209}"/>
                </a:ext>
              </a:extLst>
            </p:cNvPr>
            <p:cNvGrpSpPr/>
            <p:nvPr/>
          </p:nvGrpSpPr>
          <p:grpSpPr>
            <a:xfrm>
              <a:off x="5292062" y="2320516"/>
              <a:ext cx="1607877" cy="810538"/>
              <a:chOff x="5292062" y="2320516"/>
              <a:chExt cx="1607877" cy="810538"/>
            </a:xfrm>
            <a:solidFill>
              <a:srgbClr val="E6E6E6"/>
            </a:solidFill>
          </p:grpSpPr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A732A3E-DB90-DF51-6368-68A9CE01A05F}"/>
                  </a:ext>
                </a:extLst>
              </p:cNvPr>
              <p:cNvSpPr/>
              <p:nvPr/>
            </p:nvSpPr>
            <p:spPr>
              <a:xfrm>
                <a:off x="6472494" y="2320516"/>
                <a:ext cx="164029" cy="289006"/>
              </a:xfrm>
              <a:custGeom>
                <a:avLst/>
                <a:gdLst>
                  <a:gd name="connsiteX0" fmla="*/ 10811 w 164029"/>
                  <a:gd name="connsiteY0" fmla="*/ 0 h 289007"/>
                  <a:gd name="connsiteX1" fmla="*/ 0 w 164029"/>
                  <a:gd name="connsiteY1" fmla="*/ 0 h 289007"/>
                  <a:gd name="connsiteX2" fmla="*/ 0 w 164029"/>
                  <a:gd name="connsiteY2" fmla="*/ 289008 h 289007"/>
                  <a:gd name="connsiteX3" fmla="*/ 10811 w 164029"/>
                  <a:gd name="connsiteY3" fmla="*/ 289008 h 289007"/>
                  <a:gd name="connsiteX4" fmla="*/ 153219 w 164029"/>
                  <a:gd name="connsiteY4" fmla="*/ 289008 h 289007"/>
                  <a:gd name="connsiteX5" fmla="*/ 164030 w 164029"/>
                  <a:gd name="connsiteY5" fmla="*/ 289008 h 289007"/>
                  <a:gd name="connsiteX6" fmla="*/ 164030 w 164029"/>
                  <a:gd name="connsiteY6" fmla="*/ 0 h 289007"/>
                  <a:gd name="connsiteX7" fmla="*/ 153219 w 164029"/>
                  <a:gd name="connsiteY7" fmla="*/ 0 h 289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029" h="289007">
                    <a:moveTo>
                      <a:pt x="10811" y="0"/>
                    </a:moveTo>
                    <a:lnTo>
                      <a:pt x="0" y="0"/>
                    </a:lnTo>
                    <a:lnTo>
                      <a:pt x="0" y="289008"/>
                    </a:lnTo>
                    <a:lnTo>
                      <a:pt x="10811" y="289008"/>
                    </a:lnTo>
                    <a:lnTo>
                      <a:pt x="153219" y="289008"/>
                    </a:lnTo>
                    <a:lnTo>
                      <a:pt x="164030" y="289008"/>
                    </a:lnTo>
                    <a:lnTo>
                      <a:pt x="164030" y="0"/>
                    </a:lnTo>
                    <a:lnTo>
                      <a:pt x="153219" y="0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5C20071C-9717-9CAF-C0BF-0DEBF6D804AC}"/>
                  </a:ext>
                </a:extLst>
              </p:cNvPr>
              <p:cNvSpPr/>
              <p:nvPr/>
            </p:nvSpPr>
            <p:spPr>
              <a:xfrm>
                <a:off x="5292062" y="2609513"/>
                <a:ext cx="1607877" cy="521541"/>
              </a:xfrm>
              <a:custGeom>
                <a:avLst/>
                <a:gdLst>
                  <a:gd name="connsiteX0" fmla="*/ 1607877 w 1607877"/>
                  <a:gd name="connsiteY0" fmla="*/ 521541 h 521541"/>
                  <a:gd name="connsiteX1" fmla="*/ 1607877 w 1607877"/>
                  <a:gd name="connsiteY1" fmla="*/ 0 h 521541"/>
                  <a:gd name="connsiteX2" fmla="*/ 0 w 1607877"/>
                  <a:gd name="connsiteY2" fmla="*/ 0 h 521541"/>
                  <a:gd name="connsiteX3" fmla="*/ 0 w 1607877"/>
                  <a:gd name="connsiteY3" fmla="*/ 521541 h 521541"/>
                  <a:gd name="connsiteX4" fmla="*/ 184261 w 1607877"/>
                  <a:gd name="connsiteY4" fmla="*/ 521541 h 521541"/>
                  <a:gd name="connsiteX5" fmla="*/ 1417720 w 1607877"/>
                  <a:gd name="connsiteY5" fmla="*/ 521541 h 52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07877" h="521541">
                    <a:moveTo>
                      <a:pt x="1607877" y="521541"/>
                    </a:moveTo>
                    <a:lnTo>
                      <a:pt x="1607877" y="0"/>
                    </a:lnTo>
                    <a:lnTo>
                      <a:pt x="0" y="0"/>
                    </a:lnTo>
                    <a:lnTo>
                      <a:pt x="0" y="521541"/>
                    </a:lnTo>
                    <a:lnTo>
                      <a:pt x="184261" y="521541"/>
                    </a:lnTo>
                    <a:lnTo>
                      <a:pt x="1417720" y="521541"/>
                    </a:lnTo>
                    <a:close/>
                  </a:path>
                </a:pathLst>
              </a:custGeom>
              <a:solidFill>
                <a:srgbClr val="E6E6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D6C112F4-1375-493D-92D1-D6D27C599825}"/>
                </a:ext>
              </a:extLst>
            </p:cNvPr>
            <p:cNvSpPr/>
            <p:nvPr/>
          </p:nvSpPr>
          <p:spPr>
            <a:xfrm>
              <a:off x="5292062" y="2609509"/>
              <a:ext cx="429128" cy="521541"/>
            </a:xfrm>
            <a:custGeom>
              <a:avLst/>
              <a:gdLst>
                <a:gd name="connsiteX0" fmla="*/ 429130 w 429129"/>
                <a:gd name="connsiteY0" fmla="*/ 521541 h 521541"/>
                <a:gd name="connsiteX1" fmla="*/ 429130 w 429129"/>
                <a:gd name="connsiteY1" fmla="*/ 0 h 521541"/>
                <a:gd name="connsiteX2" fmla="*/ 0 w 429129"/>
                <a:gd name="connsiteY2" fmla="*/ 0 h 521541"/>
                <a:gd name="connsiteX3" fmla="*/ 0 w 429129"/>
                <a:gd name="connsiteY3" fmla="*/ 521541 h 521541"/>
                <a:gd name="connsiteX4" fmla="*/ 49168 w 429129"/>
                <a:gd name="connsiteY4" fmla="*/ 521541 h 521541"/>
                <a:gd name="connsiteX5" fmla="*/ 378381 w 429129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129" h="521541">
                  <a:moveTo>
                    <a:pt x="429130" y="521541"/>
                  </a:moveTo>
                  <a:lnTo>
                    <a:pt x="429130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49168" y="521541"/>
                  </a:lnTo>
                  <a:lnTo>
                    <a:pt x="378381" y="521541"/>
                  </a:ln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1E8779AE-15FC-36D7-A36B-8AF637F75F87}"/>
                </a:ext>
              </a:extLst>
            </p:cNvPr>
            <p:cNvSpPr/>
            <p:nvPr/>
          </p:nvSpPr>
          <p:spPr>
            <a:xfrm>
              <a:off x="6548647" y="2609509"/>
              <a:ext cx="151132" cy="521541"/>
            </a:xfrm>
            <a:custGeom>
              <a:avLst/>
              <a:gdLst>
                <a:gd name="connsiteX0" fmla="*/ 151133 w 151133"/>
                <a:gd name="connsiteY0" fmla="*/ 521541 h 521541"/>
                <a:gd name="connsiteX1" fmla="*/ 151133 w 151133"/>
                <a:gd name="connsiteY1" fmla="*/ 0 h 521541"/>
                <a:gd name="connsiteX2" fmla="*/ 0 w 151133"/>
                <a:gd name="connsiteY2" fmla="*/ 0 h 521541"/>
                <a:gd name="connsiteX3" fmla="*/ 0 w 151133"/>
                <a:gd name="connsiteY3" fmla="*/ 521541 h 521541"/>
                <a:gd name="connsiteX4" fmla="*/ 17316 w 151133"/>
                <a:gd name="connsiteY4" fmla="*/ 521541 h 521541"/>
                <a:gd name="connsiteX5" fmla="*/ 133255 w 151133"/>
                <a:gd name="connsiteY5" fmla="*/ 521541 h 52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133" h="521541">
                  <a:moveTo>
                    <a:pt x="151133" y="521541"/>
                  </a:moveTo>
                  <a:lnTo>
                    <a:pt x="151133" y="0"/>
                  </a:lnTo>
                  <a:lnTo>
                    <a:pt x="0" y="0"/>
                  </a:lnTo>
                  <a:lnTo>
                    <a:pt x="0" y="521541"/>
                  </a:lnTo>
                  <a:lnTo>
                    <a:pt x="17316" y="521541"/>
                  </a:lnTo>
                  <a:lnTo>
                    <a:pt x="133255" y="52154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591747" y="3105930"/>
            <a:ext cx="646139" cy="646139"/>
          </a:xfrm>
          <a:prstGeom prst="ellipse">
            <a:avLst/>
          </a:prstGeom>
          <a:solidFill>
            <a:srgbClr val="B3B3B3"/>
          </a:solidFill>
          <a:ln w="57150">
            <a:solidFill>
              <a:srgbClr val="E6E6E6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+mj-lt"/>
            </a:endParaRPr>
          </a:p>
        </p:txBody>
      </p: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BDABC9FE-E56A-15A9-5F5A-AAB698EB5DDC}"/>
              </a:ext>
            </a:extLst>
          </p:cNvPr>
          <p:cNvGrpSpPr/>
          <p:nvPr/>
        </p:nvGrpSpPr>
        <p:grpSpPr>
          <a:xfrm>
            <a:off x="943319" y="2601218"/>
            <a:ext cx="691009" cy="595707"/>
            <a:chOff x="575215" y="1338126"/>
            <a:chExt cx="1079667" cy="930763"/>
          </a:xfrm>
        </p:grpSpPr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C8DDB6A7-B5A0-A6EA-B0C2-7AA1EE1AD0FE}"/>
                </a:ext>
              </a:extLst>
            </p:cNvPr>
            <p:cNvSpPr/>
            <p:nvPr/>
          </p:nvSpPr>
          <p:spPr>
            <a:xfrm>
              <a:off x="951213" y="1966416"/>
              <a:ext cx="327682" cy="302473"/>
            </a:xfrm>
            <a:custGeom>
              <a:avLst/>
              <a:gdLst>
                <a:gd name="connsiteX0" fmla="*/ 0 w 327682"/>
                <a:gd name="connsiteY0" fmla="*/ 0 h 302473"/>
                <a:gd name="connsiteX1" fmla="*/ 327682 w 327682"/>
                <a:gd name="connsiteY1" fmla="*/ 0 h 302473"/>
                <a:gd name="connsiteX2" fmla="*/ 327682 w 327682"/>
                <a:gd name="connsiteY2" fmla="*/ 302473 h 302473"/>
                <a:gd name="connsiteX3" fmla="*/ 0 w 327682"/>
                <a:gd name="connsiteY3" fmla="*/ 302473 h 30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682" h="302473">
                  <a:moveTo>
                    <a:pt x="0" y="0"/>
                  </a:moveTo>
                  <a:lnTo>
                    <a:pt x="327682" y="0"/>
                  </a:lnTo>
                  <a:lnTo>
                    <a:pt x="327682" y="302473"/>
                  </a:lnTo>
                  <a:lnTo>
                    <a:pt x="0" y="302473"/>
                  </a:ln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FEAD640B-EE9A-0492-8B69-E481EF23917C}"/>
                </a:ext>
              </a:extLst>
            </p:cNvPr>
            <p:cNvSpPr/>
            <p:nvPr/>
          </p:nvSpPr>
          <p:spPr>
            <a:xfrm>
              <a:off x="951213" y="1966416"/>
              <a:ext cx="114030" cy="302473"/>
            </a:xfrm>
            <a:custGeom>
              <a:avLst/>
              <a:gdLst>
                <a:gd name="connsiteX0" fmla="*/ 0 w 114030"/>
                <a:gd name="connsiteY0" fmla="*/ 0 h 302473"/>
                <a:gd name="connsiteX1" fmla="*/ 114031 w 114030"/>
                <a:gd name="connsiteY1" fmla="*/ 0 h 302473"/>
                <a:gd name="connsiteX2" fmla="*/ 114031 w 114030"/>
                <a:gd name="connsiteY2" fmla="*/ 302473 h 302473"/>
                <a:gd name="connsiteX3" fmla="*/ 0 w 114030"/>
                <a:gd name="connsiteY3" fmla="*/ 302473 h 30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30" h="302473">
                  <a:moveTo>
                    <a:pt x="0" y="0"/>
                  </a:moveTo>
                  <a:lnTo>
                    <a:pt x="114031" y="0"/>
                  </a:lnTo>
                  <a:lnTo>
                    <a:pt x="114031" y="302473"/>
                  </a:lnTo>
                  <a:lnTo>
                    <a:pt x="0" y="302473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13676C75-8A35-4778-7E27-5EE9FD19F23D}"/>
                </a:ext>
              </a:extLst>
            </p:cNvPr>
            <p:cNvSpPr/>
            <p:nvPr/>
          </p:nvSpPr>
          <p:spPr>
            <a:xfrm>
              <a:off x="1045727" y="1338126"/>
              <a:ext cx="138655" cy="441103"/>
            </a:xfrm>
            <a:custGeom>
              <a:avLst/>
              <a:gdLst>
                <a:gd name="connsiteX0" fmla="*/ 138655 w 138655"/>
                <a:gd name="connsiteY0" fmla="*/ 69316 h 441103"/>
                <a:gd name="connsiteX1" fmla="*/ 138655 w 138655"/>
                <a:gd name="connsiteY1" fmla="*/ 441104 h 441103"/>
                <a:gd name="connsiteX2" fmla="*/ 0 w 138655"/>
                <a:gd name="connsiteY2" fmla="*/ 441104 h 441103"/>
                <a:gd name="connsiteX3" fmla="*/ 0 w 138655"/>
                <a:gd name="connsiteY3" fmla="*/ 69316 h 441103"/>
                <a:gd name="connsiteX4" fmla="*/ 69338 w 138655"/>
                <a:gd name="connsiteY4" fmla="*/ 0 h 441103"/>
                <a:gd name="connsiteX5" fmla="*/ 101546 w 138655"/>
                <a:gd name="connsiteY5" fmla="*/ 7929 h 441103"/>
                <a:gd name="connsiteX6" fmla="*/ 138655 w 138655"/>
                <a:gd name="connsiteY6" fmla="*/ 69316 h 4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8655" h="441103">
                  <a:moveTo>
                    <a:pt x="138655" y="69316"/>
                  </a:moveTo>
                  <a:lnTo>
                    <a:pt x="138655" y="441104"/>
                  </a:lnTo>
                  <a:lnTo>
                    <a:pt x="0" y="441104"/>
                  </a:lnTo>
                  <a:lnTo>
                    <a:pt x="0" y="69316"/>
                  </a:lnTo>
                  <a:cubicBezTo>
                    <a:pt x="0" y="31010"/>
                    <a:pt x="31047" y="0"/>
                    <a:pt x="69338" y="0"/>
                  </a:cubicBezTo>
                  <a:cubicBezTo>
                    <a:pt x="80975" y="0"/>
                    <a:pt x="91942" y="2870"/>
                    <a:pt x="101546" y="7929"/>
                  </a:cubicBezTo>
                  <a:cubicBezTo>
                    <a:pt x="123598" y="19505"/>
                    <a:pt x="138655" y="42647"/>
                    <a:pt x="138655" y="69316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9CE5FD3-6CB4-D956-4E6C-4C71EB0BBA02}"/>
                </a:ext>
              </a:extLst>
            </p:cNvPr>
            <p:cNvSpPr/>
            <p:nvPr/>
          </p:nvSpPr>
          <p:spPr>
            <a:xfrm>
              <a:off x="1110163" y="1346054"/>
              <a:ext cx="74218" cy="433174"/>
            </a:xfrm>
            <a:custGeom>
              <a:avLst/>
              <a:gdLst>
                <a:gd name="connsiteX0" fmla="*/ 74218 w 74218"/>
                <a:gd name="connsiteY0" fmla="*/ 61387 h 433174"/>
                <a:gd name="connsiteX1" fmla="*/ 74218 w 74218"/>
                <a:gd name="connsiteY1" fmla="*/ 433175 h 433174"/>
                <a:gd name="connsiteX2" fmla="*/ 0 w 74218"/>
                <a:gd name="connsiteY2" fmla="*/ 433175 h 433174"/>
                <a:gd name="connsiteX3" fmla="*/ 0 w 74218"/>
                <a:gd name="connsiteY3" fmla="*/ 61387 h 433174"/>
                <a:gd name="connsiteX4" fmla="*/ 37109 w 74218"/>
                <a:gd name="connsiteY4" fmla="*/ 0 h 433174"/>
                <a:gd name="connsiteX5" fmla="*/ 74218 w 74218"/>
                <a:gd name="connsiteY5" fmla="*/ 61387 h 433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8" h="433174">
                  <a:moveTo>
                    <a:pt x="74218" y="61387"/>
                  </a:moveTo>
                  <a:lnTo>
                    <a:pt x="74218" y="433175"/>
                  </a:lnTo>
                  <a:lnTo>
                    <a:pt x="0" y="433175"/>
                  </a:lnTo>
                  <a:lnTo>
                    <a:pt x="0" y="61387"/>
                  </a:lnTo>
                  <a:cubicBezTo>
                    <a:pt x="0" y="34718"/>
                    <a:pt x="15057" y="11577"/>
                    <a:pt x="37109" y="0"/>
                  </a:cubicBezTo>
                  <a:cubicBezTo>
                    <a:pt x="59162" y="11577"/>
                    <a:pt x="74218" y="34718"/>
                    <a:pt x="74218" y="61387"/>
                  </a:cubicBezTo>
                  <a:close/>
                </a:path>
              </a:pathLst>
            </a:custGeom>
            <a:solidFill>
              <a:schemeClr val="tx1">
                <a:lumMod val="95000"/>
              </a:schemeClr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D2BAE1D1-06B0-61EF-F20F-B236F763A564}"/>
                </a:ext>
              </a:extLst>
            </p:cNvPr>
            <p:cNvSpPr/>
            <p:nvPr/>
          </p:nvSpPr>
          <p:spPr>
            <a:xfrm>
              <a:off x="965912" y="1707797"/>
              <a:ext cx="298285" cy="222658"/>
            </a:xfrm>
            <a:custGeom>
              <a:avLst/>
              <a:gdLst>
                <a:gd name="connsiteX0" fmla="*/ 298285 w 298285"/>
                <a:gd name="connsiteY0" fmla="*/ 75308 h 222658"/>
                <a:gd name="connsiteX1" fmla="*/ 298285 w 298285"/>
                <a:gd name="connsiteY1" fmla="*/ 222658 h 222658"/>
                <a:gd name="connsiteX2" fmla="*/ 0 w 298285"/>
                <a:gd name="connsiteY2" fmla="*/ 222658 h 222658"/>
                <a:gd name="connsiteX3" fmla="*/ 0 w 298285"/>
                <a:gd name="connsiteY3" fmla="*/ 75308 h 222658"/>
                <a:gd name="connsiteX4" fmla="*/ 75305 w 298285"/>
                <a:gd name="connsiteY4" fmla="*/ 0 h 222658"/>
                <a:gd name="connsiteX5" fmla="*/ 222980 w 298285"/>
                <a:gd name="connsiteY5" fmla="*/ 0 h 222658"/>
                <a:gd name="connsiteX6" fmla="*/ 298285 w 298285"/>
                <a:gd name="connsiteY6" fmla="*/ 75308 h 22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8285" h="222658">
                  <a:moveTo>
                    <a:pt x="298285" y="75308"/>
                  </a:moveTo>
                  <a:lnTo>
                    <a:pt x="298285" y="222658"/>
                  </a:lnTo>
                  <a:lnTo>
                    <a:pt x="0" y="222658"/>
                  </a:lnTo>
                  <a:lnTo>
                    <a:pt x="0" y="75308"/>
                  </a:lnTo>
                  <a:cubicBezTo>
                    <a:pt x="0" y="33714"/>
                    <a:pt x="33711" y="0"/>
                    <a:pt x="75305" y="0"/>
                  </a:cubicBezTo>
                  <a:lnTo>
                    <a:pt x="222980" y="0"/>
                  </a:lnTo>
                  <a:cubicBezTo>
                    <a:pt x="264562" y="0"/>
                    <a:pt x="298285" y="33714"/>
                    <a:pt x="298285" y="75308"/>
                  </a:cubicBezTo>
                  <a:close/>
                </a:path>
              </a:pathLst>
            </a:custGeom>
            <a:solidFill>
              <a:srgbClr val="B3B3B3"/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3190ED45-3C1E-6FA2-1FA2-AE0B2893F826}"/>
                </a:ext>
              </a:extLst>
            </p:cNvPr>
            <p:cNvSpPr/>
            <p:nvPr/>
          </p:nvSpPr>
          <p:spPr>
            <a:xfrm>
              <a:off x="1082214" y="1707797"/>
              <a:ext cx="181982" cy="222658"/>
            </a:xfrm>
            <a:custGeom>
              <a:avLst/>
              <a:gdLst>
                <a:gd name="connsiteX0" fmla="*/ 181982 w 181982"/>
                <a:gd name="connsiteY0" fmla="*/ 75308 h 222658"/>
                <a:gd name="connsiteX1" fmla="*/ 181982 w 181982"/>
                <a:gd name="connsiteY1" fmla="*/ 222658 h 222658"/>
                <a:gd name="connsiteX2" fmla="*/ 0 w 181982"/>
                <a:gd name="connsiteY2" fmla="*/ 222658 h 222658"/>
                <a:gd name="connsiteX3" fmla="*/ 0 w 181982"/>
                <a:gd name="connsiteY3" fmla="*/ 75308 h 222658"/>
                <a:gd name="connsiteX4" fmla="*/ 75284 w 181982"/>
                <a:gd name="connsiteY4" fmla="*/ 0 h 222658"/>
                <a:gd name="connsiteX5" fmla="*/ 106677 w 181982"/>
                <a:gd name="connsiteY5" fmla="*/ 0 h 222658"/>
                <a:gd name="connsiteX6" fmla="*/ 181982 w 181982"/>
                <a:gd name="connsiteY6" fmla="*/ 75308 h 22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982" h="222658">
                  <a:moveTo>
                    <a:pt x="181982" y="75308"/>
                  </a:moveTo>
                  <a:lnTo>
                    <a:pt x="181982" y="222658"/>
                  </a:lnTo>
                  <a:lnTo>
                    <a:pt x="0" y="222658"/>
                  </a:lnTo>
                  <a:lnTo>
                    <a:pt x="0" y="75308"/>
                  </a:lnTo>
                  <a:cubicBezTo>
                    <a:pt x="0" y="33714"/>
                    <a:pt x="33689" y="0"/>
                    <a:pt x="75284" y="0"/>
                  </a:cubicBezTo>
                  <a:lnTo>
                    <a:pt x="106677" y="0"/>
                  </a:lnTo>
                  <a:cubicBezTo>
                    <a:pt x="148259" y="0"/>
                    <a:pt x="181982" y="33714"/>
                    <a:pt x="181982" y="75308"/>
                  </a:cubicBezTo>
                  <a:close/>
                </a:path>
              </a:pathLst>
            </a:custGeom>
            <a:solidFill>
              <a:srgbClr val="CCCCCC"/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E2B51316-3C51-8207-03E4-C1CA55F4A5AE}"/>
                </a:ext>
              </a:extLst>
            </p:cNvPr>
            <p:cNvSpPr/>
            <p:nvPr/>
          </p:nvSpPr>
          <p:spPr>
            <a:xfrm>
              <a:off x="575215" y="1448701"/>
              <a:ext cx="1079667" cy="163865"/>
            </a:xfrm>
            <a:custGeom>
              <a:avLst/>
              <a:gdLst>
                <a:gd name="connsiteX0" fmla="*/ 1079668 w 1079667"/>
                <a:gd name="connsiteY0" fmla="*/ 81921 h 163865"/>
                <a:gd name="connsiteX1" fmla="*/ 997759 w 1079667"/>
                <a:gd name="connsiteY1" fmla="*/ 163865 h 163865"/>
                <a:gd name="connsiteX2" fmla="*/ 81920 w 1079667"/>
                <a:gd name="connsiteY2" fmla="*/ 163865 h 163865"/>
                <a:gd name="connsiteX3" fmla="*/ 23990 w 1079667"/>
                <a:gd name="connsiteY3" fmla="*/ 139851 h 163865"/>
                <a:gd name="connsiteX4" fmla="*/ 0 w 1079667"/>
                <a:gd name="connsiteY4" fmla="*/ 81921 h 163865"/>
                <a:gd name="connsiteX5" fmla="*/ 81920 w 1079667"/>
                <a:gd name="connsiteY5" fmla="*/ 0 h 163865"/>
                <a:gd name="connsiteX6" fmla="*/ 997759 w 1079667"/>
                <a:gd name="connsiteY6" fmla="*/ 0 h 163865"/>
                <a:gd name="connsiteX7" fmla="*/ 1055690 w 1079667"/>
                <a:gd name="connsiteY7" fmla="*/ 23990 h 163865"/>
                <a:gd name="connsiteX8" fmla="*/ 1079668 w 1079667"/>
                <a:gd name="connsiteY8" fmla="*/ 81921 h 163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67" h="163865">
                  <a:moveTo>
                    <a:pt x="1079668" y="81921"/>
                  </a:moveTo>
                  <a:cubicBezTo>
                    <a:pt x="1079668" y="127174"/>
                    <a:pt x="1043012" y="163865"/>
                    <a:pt x="997759" y="163865"/>
                  </a:cubicBezTo>
                  <a:lnTo>
                    <a:pt x="81920" y="163865"/>
                  </a:lnTo>
                  <a:cubicBezTo>
                    <a:pt x="59318" y="163865"/>
                    <a:pt x="38820" y="154681"/>
                    <a:pt x="23990" y="139851"/>
                  </a:cubicBezTo>
                  <a:cubicBezTo>
                    <a:pt x="9161" y="125022"/>
                    <a:pt x="0" y="104547"/>
                    <a:pt x="0" y="81921"/>
                  </a:cubicBezTo>
                  <a:cubicBezTo>
                    <a:pt x="0" y="36691"/>
                    <a:pt x="36691" y="0"/>
                    <a:pt x="81920" y="0"/>
                  </a:cubicBezTo>
                  <a:lnTo>
                    <a:pt x="997759" y="0"/>
                  </a:lnTo>
                  <a:cubicBezTo>
                    <a:pt x="1020384" y="0"/>
                    <a:pt x="1040860" y="9161"/>
                    <a:pt x="1055690" y="23990"/>
                  </a:cubicBezTo>
                  <a:cubicBezTo>
                    <a:pt x="1070517" y="38808"/>
                    <a:pt x="1079668" y="59318"/>
                    <a:pt x="1079668" y="81921"/>
                  </a:cubicBezTo>
                  <a:close/>
                </a:path>
              </a:pathLst>
            </a:custGeom>
            <a:solidFill>
              <a:srgbClr val="0070C0"/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945A6C74-BD88-6A71-C50A-161E7DF290CE}"/>
                </a:ext>
              </a:extLst>
            </p:cNvPr>
            <p:cNvSpPr/>
            <p:nvPr/>
          </p:nvSpPr>
          <p:spPr>
            <a:xfrm>
              <a:off x="840853" y="1448701"/>
              <a:ext cx="814029" cy="163865"/>
            </a:xfrm>
            <a:custGeom>
              <a:avLst/>
              <a:gdLst>
                <a:gd name="connsiteX0" fmla="*/ 814030 w 814029"/>
                <a:gd name="connsiteY0" fmla="*/ 81921 h 163865"/>
                <a:gd name="connsiteX1" fmla="*/ 732121 w 814029"/>
                <a:gd name="connsiteY1" fmla="*/ 163865 h 163865"/>
                <a:gd name="connsiteX2" fmla="*/ 81921 w 814029"/>
                <a:gd name="connsiteY2" fmla="*/ 163865 h 163865"/>
                <a:gd name="connsiteX3" fmla="*/ 23990 w 814029"/>
                <a:gd name="connsiteY3" fmla="*/ 139851 h 163865"/>
                <a:gd name="connsiteX4" fmla="*/ 0 w 814029"/>
                <a:gd name="connsiteY4" fmla="*/ 81921 h 163865"/>
                <a:gd name="connsiteX5" fmla="*/ 81921 w 814029"/>
                <a:gd name="connsiteY5" fmla="*/ 0 h 163865"/>
                <a:gd name="connsiteX6" fmla="*/ 732121 w 814029"/>
                <a:gd name="connsiteY6" fmla="*/ 0 h 163865"/>
                <a:gd name="connsiteX7" fmla="*/ 790052 w 814029"/>
                <a:gd name="connsiteY7" fmla="*/ 23990 h 163865"/>
                <a:gd name="connsiteX8" fmla="*/ 814030 w 814029"/>
                <a:gd name="connsiteY8" fmla="*/ 81921 h 163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29" h="163865">
                  <a:moveTo>
                    <a:pt x="814030" y="81921"/>
                  </a:moveTo>
                  <a:cubicBezTo>
                    <a:pt x="814030" y="127174"/>
                    <a:pt x="777374" y="163865"/>
                    <a:pt x="732121" y="163865"/>
                  </a:cubicBezTo>
                  <a:lnTo>
                    <a:pt x="81921" y="163865"/>
                  </a:lnTo>
                  <a:cubicBezTo>
                    <a:pt x="59318" y="163865"/>
                    <a:pt x="38821" y="154681"/>
                    <a:pt x="23990" y="139851"/>
                  </a:cubicBezTo>
                  <a:cubicBezTo>
                    <a:pt x="9160" y="125022"/>
                    <a:pt x="0" y="104547"/>
                    <a:pt x="0" y="81921"/>
                  </a:cubicBezTo>
                  <a:cubicBezTo>
                    <a:pt x="0" y="36691"/>
                    <a:pt x="36690" y="0"/>
                    <a:pt x="81921" y="0"/>
                  </a:cubicBezTo>
                  <a:lnTo>
                    <a:pt x="732121" y="0"/>
                  </a:lnTo>
                  <a:cubicBezTo>
                    <a:pt x="754746" y="0"/>
                    <a:pt x="775221" y="9161"/>
                    <a:pt x="790052" y="23990"/>
                  </a:cubicBezTo>
                  <a:cubicBezTo>
                    <a:pt x="804879" y="38808"/>
                    <a:pt x="814030" y="59318"/>
                    <a:pt x="814030" y="81921"/>
                  </a:cubicBezTo>
                  <a:close/>
                </a:path>
              </a:pathLst>
            </a:custGeom>
            <a:solidFill>
              <a:srgbClr val="00B0F0"/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29A1C195-EAC3-3C9D-BCC8-1D043352E0AE}"/>
                </a:ext>
              </a:extLst>
            </p:cNvPr>
            <p:cNvSpPr/>
            <p:nvPr/>
          </p:nvSpPr>
          <p:spPr>
            <a:xfrm>
              <a:off x="909750" y="1867895"/>
              <a:ext cx="410607" cy="157349"/>
            </a:xfrm>
            <a:custGeom>
              <a:avLst/>
              <a:gdLst>
                <a:gd name="connsiteX0" fmla="*/ 410608 w 410607"/>
                <a:gd name="connsiteY0" fmla="*/ 78655 h 157349"/>
                <a:gd name="connsiteX1" fmla="*/ 331916 w 410607"/>
                <a:gd name="connsiteY1" fmla="*/ 157349 h 157349"/>
                <a:gd name="connsiteX2" fmla="*/ 78691 w 410607"/>
                <a:gd name="connsiteY2" fmla="*/ 157349 h 157349"/>
                <a:gd name="connsiteX3" fmla="*/ 23044 w 410607"/>
                <a:gd name="connsiteY3" fmla="*/ 134302 h 157349"/>
                <a:gd name="connsiteX4" fmla="*/ 0 w 410607"/>
                <a:gd name="connsiteY4" fmla="*/ 78655 h 157349"/>
                <a:gd name="connsiteX5" fmla="*/ 78691 w 410607"/>
                <a:gd name="connsiteY5" fmla="*/ 0 h 157349"/>
                <a:gd name="connsiteX6" fmla="*/ 331916 w 410607"/>
                <a:gd name="connsiteY6" fmla="*/ 0 h 157349"/>
                <a:gd name="connsiteX7" fmla="*/ 387551 w 410607"/>
                <a:gd name="connsiteY7" fmla="*/ 23044 h 157349"/>
                <a:gd name="connsiteX8" fmla="*/ 410608 w 410607"/>
                <a:gd name="connsiteY8" fmla="*/ 78655 h 15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0607" h="157349">
                  <a:moveTo>
                    <a:pt x="410608" y="78655"/>
                  </a:moveTo>
                  <a:cubicBezTo>
                    <a:pt x="410608" y="122117"/>
                    <a:pt x="375375" y="157349"/>
                    <a:pt x="331916" y="157349"/>
                  </a:cubicBezTo>
                  <a:lnTo>
                    <a:pt x="78691" y="157349"/>
                  </a:lnTo>
                  <a:cubicBezTo>
                    <a:pt x="56960" y="157349"/>
                    <a:pt x="37302" y="148547"/>
                    <a:pt x="23044" y="134302"/>
                  </a:cubicBezTo>
                  <a:cubicBezTo>
                    <a:pt x="8802" y="120047"/>
                    <a:pt x="0" y="100386"/>
                    <a:pt x="0" y="78655"/>
                  </a:cubicBezTo>
                  <a:cubicBezTo>
                    <a:pt x="0" y="35208"/>
                    <a:pt x="35232" y="0"/>
                    <a:pt x="78691" y="0"/>
                  </a:cubicBezTo>
                  <a:lnTo>
                    <a:pt x="331916" y="0"/>
                  </a:lnTo>
                  <a:cubicBezTo>
                    <a:pt x="353647" y="0"/>
                    <a:pt x="373309" y="8802"/>
                    <a:pt x="387551" y="23044"/>
                  </a:cubicBezTo>
                  <a:cubicBezTo>
                    <a:pt x="401806" y="37265"/>
                    <a:pt x="410608" y="56927"/>
                    <a:pt x="410608" y="78655"/>
                  </a:cubicBezTo>
                  <a:close/>
                </a:path>
              </a:pathLst>
            </a:custGeom>
            <a:solidFill>
              <a:srgbClr val="B3B3B3"/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6FC585BE-784A-1B78-2CAD-8276A748543E}"/>
                </a:ext>
              </a:extLst>
            </p:cNvPr>
            <p:cNvSpPr/>
            <p:nvPr/>
          </p:nvSpPr>
          <p:spPr>
            <a:xfrm>
              <a:off x="1015840" y="1867895"/>
              <a:ext cx="304518" cy="157349"/>
            </a:xfrm>
            <a:custGeom>
              <a:avLst/>
              <a:gdLst>
                <a:gd name="connsiteX0" fmla="*/ 304518 w 304518"/>
                <a:gd name="connsiteY0" fmla="*/ 78655 h 157349"/>
                <a:gd name="connsiteX1" fmla="*/ 225827 w 304518"/>
                <a:gd name="connsiteY1" fmla="*/ 157349 h 157349"/>
                <a:gd name="connsiteX2" fmla="*/ 78658 w 304518"/>
                <a:gd name="connsiteY2" fmla="*/ 157349 h 157349"/>
                <a:gd name="connsiteX3" fmla="*/ 23023 w 304518"/>
                <a:gd name="connsiteY3" fmla="*/ 134302 h 157349"/>
                <a:gd name="connsiteX4" fmla="*/ 0 w 304518"/>
                <a:gd name="connsiteY4" fmla="*/ 78655 h 157349"/>
                <a:gd name="connsiteX5" fmla="*/ 78658 w 304518"/>
                <a:gd name="connsiteY5" fmla="*/ 0 h 157349"/>
                <a:gd name="connsiteX6" fmla="*/ 225827 w 304518"/>
                <a:gd name="connsiteY6" fmla="*/ 0 h 157349"/>
                <a:gd name="connsiteX7" fmla="*/ 281462 w 304518"/>
                <a:gd name="connsiteY7" fmla="*/ 23044 h 157349"/>
                <a:gd name="connsiteX8" fmla="*/ 304518 w 304518"/>
                <a:gd name="connsiteY8" fmla="*/ 78655 h 15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518" h="157349">
                  <a:moveTo>
                    <a:pt x="304518" y="78655"/>
                  </a:moveTo>
                  <a:cubicBezTo>
                    <a:pt x="304518" y="122117"/>
                    <a:pt x="269286" y="157349"/>
                    <a:pt x="225827" y="157349"/>
                  </a:cubicBezTo>
                  <a:lnTo>
                    <a:pt x="78658" y="157349"/>
                  </a:lnTo>
                  <a:cubicBezTo>
                    <a:pt x="56939" y="157349"/>
                    <a:pt x="37265" y="148547"/>
                    <a:pt x="23023" y="134302"/>
                  </a:cubicBezTo>
                  <a:cubicBezTo>
                    <a:pt x="8802" y="120047"/>
                    <a:pt x="0" y="100386"/>
                    <a:pt x="0" y="78655"/>
                  </a:cubicBezTo>
                  <a:cubicBezTo>
                    <a:pt x="0" y="35208"/>
                    <a:pt x="35208" y="0"/>
                    <a:pt x="78658" y="0"/>
                  </a:cubicBezTo>
                  <a:lnTo>
                    <a:pt x="225827" y="0"/>
                  </a:lnTo>
                  <a:cubicBezTo>
                    <a:pt x="247558" y="0"/>
                    <a:pt x="267219" y="8802"/>
                    <a:pt x="281462" y="23044"/>
                  </a:cubicBezTo>
                  <a:cubicBezTo>
                    <a:pt x="295716" y="37265"/>
                    <a:pt x="304518" y="56927"/>
                    <a:pt x="304518" y="78655"/>
                  </a:cubicBezTo>
                  <a:close/>
                </a:path>
              </a:pathLst>
            </a:custGeom>
            <a:solidFill>
              <a:srgbClr val="CCCCCC"/>
            </a:solidFill>
            <a:ln w="3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7072510" y="508745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152023" y="320927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088288" y="322020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00487" y="5111505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F5C08FF-16CB-6963-6658-0D46FA2764CB}"/>
              </a:ext>
            </a:extLst>
          </p:cNvPr>
          <p:cNvSpPr/>
          <p:nvPr/>
        </p:nvSpPr>
        <p:spPr bwMode="auto">
          <a:xfrm>
            <a:off x="-635000" y="1302258"/>
            <a:ext cx="13601700" cy="2027108"/>
          </a:xfrm>
          <a:custGeom>
            <a:avLst/>
            <a:gdLst>
              <a:gd name="connsiteX0" fmla="*/ 0 w 15138400"/>
              <a:gd name="connsiteY0" fmla="*/ 1949200 h 2074318"/>
              <a:gd name="connsiteX1" fmla="*/ 2641600 w 15138400"/>
              <a:gd name="connsiteY1" fmla="*/ 1949200 h 2074318"/>
              <a:gd name="connsiteX2" fmla="*/ 4064000 w 15138400"/>
              <a:gd name="connsiteY2" fmla="*/ 1949200 h 2074318"/>
              <a:gd name="connsiteX3" fmla="*/ 6070600 w 15138400"/>
              <a:gd name="connsiteY3" fmla="*/ 260100 h 2074318"/>
              <a:gd name="connsiteX4" fmla="*/ 10502900 w 15138400"/>
              <a:gd name="connsiteY4" fmla="*/ 171200 h 2074318"/>
              <a:gd name="connsiteX5" fmla="*/ 12649200 w 15138400"/>
              <a:gd name="connsiteY5" fmla="*/ 1873000 h 2074318"/>
              <a:gd name="connsiteX6" fmla="*/ 13500100 w 15138400"/>
              <a:gd name="connsiteY6" fmla="*/ 2012700 h 2074318"/>
              <a:gd name="connsiteX7" fmla="*/ 15138400 w 15138400"/>
              <a:gd name="connsiteY7" fmla="*/ 2000000 h 2074318"/>
              <a:gd name="connsiteX0" fmla="*/ 0 w 13601700"/>
              <a:gd name="connsiteY0" fmla="*/ 1949200 h 2074318"/>
              <a:gd name="connsiteX1" fmla="*/ 1104900 w 13601700"/>
              <a:gd name="connsiteY1" fmla="*/ 1949200 h 2074318"/>
              <a:gd name="connsiteX2" fmla="*/ 2527300 w 13601700"/>
              <a:gd name="connsiteY2" fmla="*/ 1949200 h 2074318"/>
              <a:gd name="connsiteX3" fmla="*/ 4533900 w 13601700"/>
              <a:gd name="connsiteY3" fmla="*/ 260100 h 2074318"/>
              <a:gd name="connsiteX4" fmla="*/ 8966200 w 13601700"/>
              <a:gd name="connsiteY4" fmla="*/ 171200 h 2074318"/>
              <a:gd name="connsiteX5" fmla="*/ 11112500 w 13601700"/>
              <a:gd name="connsiteY5" fmla="*/ 1873000 h 2074318"/>
              <a:gd name="connsiteX6" fmla="*/ 11963400 w 13601700"/>
              <a:gd name="connsiteY6" fmla="*/ 2012700 h 2074318"/>
              <a:gd name="connsiteX7" fmla="*/ 13601700 w 13601700"/>
              <a:gd name="connsiteY7" fmla="*/ 2000000 h 2074318"/>
              <a:gd name="connsiteX0" fmla="*/ 0 w 13601700"/>
              <a:gd name="connsiteY0" fmla="*/ 1986201 h 2111319"/>
              <a:gd name="connsiteX1" fmla="*/ 1104900 w 13601700"/>
              <a:gd name="connsiteY1" fmla="*/ 1986201 h 2111319"/>
              <a:gd name="connsiteX2" fmla="*/ 2527300 w 13601700"/>
              <a:gd name="connsiteY2" fmla="*/ 1986201 h 2111319"/>
              <a:gd name="connsiteX3" fmla="*/ 4533900 w 13601700"/>
              <a:gd name="connsiteY3" fmla="*/ 297101 h 2111319"/>
              <a:gd name="connsiteX4" fmla="*/ 6830060 w 13601700"/>
              <a:gd name="connsiteY4" fmla="*/ 38021 h 2111319"/>
              <a:gd name="connsiteX5" fmla="*/ 8966200 w 13601700"/>
              <a:gd name="connsiteY5" fmla="*/ 208201 h 2111319"/>
              <a:gd name="connsiteX6" fmla="*/ 11112500 w 13601700"/>
              <a:gd name="connsiteY6" fmla="*/ 1910001 h 2111319"/>
              <a:gd name="connsiteX7" fmla="*/ 11963400 w 13601700"/>
              <a:gd name="connsiteY7" fmla="*/ 2049701 h 2111319"/>
              <a:gd name="connsiteX8" fmla="*/ 13601700 w 13601700"/>
              <a:gd name="connsiteY8" fmla="*/ 2037001 h 2111319"/>
              <a:gd name="connsiteX0" fmla="*/ 0 w 13601700"/>
              <a:gd name="connsiteY0" fmla="*/ 1941787 h 2066905"/>
              <a:gd name="connsiteX1" fmla="*/ 1104900 w 13601700"/>
              <a:gd name="connsiteY1" fmla="*/ 1941787 h 2066905"/>
              <a:gd name="connsiteX2" fmla="*/ 2527300 w 13601700"/>
              <a:gd name="connsiteY2" fmla="*/ 1941787 h 2066905"/>
              <a:gd name="connsiteX3" fmla="*/ 4533900 w 13601700"/>
              <a:gd name="connsiteY3" fmla="*/ 252687 h 2066905"/>
              <a:gd name="connsiteX4" fmla="*/ 6822440 w 13601700"/>
              <a:gd name="connsiteY4" fmla="*/ 77427 h 2066905"/>
              <a:gd name="connsiteX5" fmla="*/ 8966200 w 13601700"/>
              <a:gd name="connsiteY5" fmla="*/ 163787 h 2066905"/>
              <a:gd name="connsiteX6" fmla="*/ 11112500 w 13601700"/>
              <a:gd name="connsiteY6" fmla="*/ 1865587 h 2066905"/>
              <a:gd name="connsiteX7" fmla="*/ 11963400 w 13601700"/>
              <a:gd name="connsiteY7" fmla="*/ 2005287 h 2066905"/>
              <a:gd name="connsiteX8" fmla="*/ 13601700 w 13601700"/>
              <a:gd name="connsiteY8" fmla="*/ 1992587 h 2066905"/>
              <a:gd name="connsiteX0" fmla="*/ 0 w 13601700"/>
              <a:gd name="connsiteY0" fmla="*/ 1937168 h 2062286"/>
              <a:gd name="connsiteX1" fmla="*/ 1104900 w 13601700"/>
              <a:gd name="connsiteY1" fmla="*/ 1937168 h 2062286"/>
              <a:gd name="connsiteX2" fmla="*/ 2527300 w 13601700"/>
              <a:gd name="connsiteY2" fmla="*/ 1937168 h 2062286"/>
              <a:gd name="connsiteX3" fmla="*/ 4533900 w 13601700"/>
              <a:gd name="connsiteY3" fmla="*/ 248068 h 2062286"/>
              <a:gd name="connsiteX4" fmla="*/ 6822440 w 13601700"/>
              <a:gd name="connsiteY4" fmla="*/ 72808 h 2062286"/>
              <a:gd name="connsiteX5" fmla="*/ 9202420 w 13601700"/>
              <a:gd name="connsiteY5" fmla="*/ 166788 h 2062286"/>
              <a:gd name="connsiteX6" fmla="*/ 11112500 w 13601700"/>
              <a:gd name="connsiteY6" fmla="*/ 1860968 h 2062286"/>
              <a:gd name="connsiteX7" fmla="*/ 11963400 w 13601700"/>
              <a:gd name="connsiteY7" fmla="*/ 2000668 h 2062286"/>
              <a:gd name="connsiteX8" fmla="*/ 13601700 w 13601700"/>
              <a:gd name="connsiteY8" fmla="*/ 1987968 h 2062286"/>
              <a:gd name="connsiteX0" fmla="*/ 0 w 13601700"/>
              <a:gd name="connsiteY0" fmla="*/ 1887901 h 2013019"/>
              <a:gd name="connsiteX1" fmla="*/ 1104900 w 13601700"/>
              <a:gd name="connsiteY1" fmla="*/ 1887901 h 2013019"/>
              <a:gd name="connsiteX2" fmla="*/ 2527300 w 13601700"/>
              <a:gd name="connsiteY2" fmla="*/ 1887901 h 2013019"/>
              <a:gd name="connsiteX3" fmla="*/ 4533900 w 13601700"/>
              <a:gd name="connsiteY3" fmla="*/ 198801 h 2013019"/>
              <a:gd name="connsiteX4" fmla="*/ 6822440 w 13601700"/>
              <a:gd name="connsiteY4" fmla="*/ 23541 h 2013019"/>
              <a:gd name="connsiteX5" fmla="*/ 9202420 w 13601700"/>
              <a:gd name="connsiteY5" fmla="*/ 117521 h 2013019"/>
              <a:gd name="connsiteX6" fmla="*/ 11112500 w 13601700"/>
              <a:gd name="connsiteY6" fmla="*/ 1811701 h 2013019"/>
              <a:gd name="connsiteX7" fmla="*/ 11963400 w 13601700"/>
              <a:gd name="connsiteY7" fmla="*/ 1951401 h 2013019"/>
              <a:gd name="connsiteX8" fmla="*/ 13601700 w 13601700"/>
              <a:gd name="connsiteY8" fmla="*/ 1938701 h 2013019"/>
              <a:gd name="connsiteX0" fmla="*/ 0 w 13601700"/>
              <a:gd name="connsiteY0" fmla="*/ 1903306 h 2028424"/>
              <a:gd name="connsiteX1" fmla="*/ 1104900 w 13601700"/>
              <a:gd name="connsiteY1" fmla="*/ 1903306 h 2028424"/>
              <a:gd name="connsiteX2" fmla="*/ 2527300 w 13601700"/>
              <a:gd name="connsiteY2" fmla="*/ 1903306 h 2028424"/>
              <a:gd name="connsiteX3" fmla="*/ 4533900 w 13601700"/>
              <a:gd name="connsiteY3" fmla="*/ 214206 h 2028424"/>
              <a:gd name="connsiteX4" fmla="*/ 6822440 w 13601700"/>
              <a:gd name="connsiteY4" fmla="*/ 38946 h 2028424"/>
              <a:gd name="connsiteX5" fmla="*/ 9202420 w 13601700"/>
              <a:gd name="connsiteY5" fmla="*/ 132926 h 2028424"/>
              <a:gd name="connsiteX6" fmla="*/ 11112500 w 13601700"/>
              <a:gd name="connsiteY6" fmla="*/ 1827106 h 2028424"/>
              <a:gd name="connsiteX7" fmla="*/ 11963400 w 13601700"/>
              <a:gd name="connsiteY7" fmla="*/ 1966806 h 2028424"/>
              <a:gd name="connsiteX8" fmla="*/ 13601700 w 13601700"/>
              <a:gd name="connsiteY8" fmla="*/ 1954106 h 2028424"/>
              <a:gd name="connsiteX0" fmla="*/ 0 w 13601700"/>
              <a:gd name="connsiteY0" fmla="*/ 1940021 h 2071913"/>
              <a:gd name="connsiteX1" fmla="*/ 1104900 w 13601700"/>
              <a:gd name="connsiteY1" fmla="*/ 1940021 h 2071913"/>
              <a:gd name="connsiteX2" fmla="*/ 2527300 w 13601700"/>
              <a:gd name="connsiteY2" fmla="*/ 1940021 h 2071913"/>
              <a:gd name="connsiteX3" fmla="*/ 4549140 w 13601700"/>
              <a:gd name="connsiteY3" fmla="*/ 159481 h 2071913"/>
              <a:gd name="connsiteX4" fmla="*/ 6822440 w 13601700"/>
              <a:gd name="connsiteY4" fmla="*/ 75661 h 2071913"/>
              <a:gd name="connsiteX5" fmla="*/ 9202420 w 13601700"/>
              <a:gd name="connsiteY5" fmla="*/ 169641 h 2071913"/>
              <a:gd name="connsiteX6" fmla="*/ 11112500 w 13601700"/>
              <a:gd name="connsiteY6" fmla="*/ 1863821 h 2071913"/>
              <a:gd name="connsiteX7" fmla="*/ 11963400 w 13601700"/>
              <a:gd name="connsiteY7" fmla="*/ 2003521 h 2071913"/>
              <a:gd name="connsiteX8" fmla="*/ 13601700 w 13601700"/>
              <a:gd name="connsiteY8" fmla="*/ 1990821 h 2071913"/>
              <a:gd name="connsiteX0" fmla="*/ 0 w 13601700"/>
              <a:gd name="connsiteY0" fmla="*/ 1910568 h 2042460"/>
              <a:gd name="connsiteX1" fmla="*/ 1104900 w 13601700"/>
              <a:gd name="connsiteY1" fmla="*/ 1910568 h 2042460"/>
              <a:gd name="connsiteX2" fmla="*/ 2527300 w 13601700"/>
              <a:gd name="connsiteY2" fmla="*/ 1910568 h 2042460"/>
              <a:gd name="connsiteX3" fmla="*/ 4549140 w 13601700"/>
              <a:gd name="connsiteY3" fmla="*/ 130028 h 2042460"/>
              <a:gd name="connsiteX4" fmla="*/ 6822440 w 13601700"/>
              <a:gd name="connsiteY4" fmla="*/ 46208 h 2042460"/>
              <a:gd name="connsiteX5" fmla="*/ 9202420 w 13601700"/>
              <a:gd name="connsiteY5" fmla="*/ 140188 h 2042460"/>
              <a:gd name="connsiteX6" fmla="*/ 11112500 w 13601700"/>
              <a:gd name="connsiteY6" fmla="*/ 1834368 h 2042460"/>
              <a:gd name="connsiteX7" fmla="*/ 11963400 w 13601700"/>
              <a:gd name="connsiteY7" fmla="*/ 1974068 h 2042460"/>
              <a:gd name="connsiteX8" fmla="*/ 13601700 w 13601700"/>
              <a:gd name="connsiteY8" fmla="*/ 1961368 h 2042460"/>
              <a:gd name="connsiteX0" fmla="*/ 0 w 13601700"/>
              <a:gd name="connsiteY0" fmla="*/ 1910568 h 2082258"/>
              <a:gd name="connsiteX1" fmla="*/ 1104900 w 13601700"/>
              <a:gd name="connsiteY1" fmla="*/ 1910568 h 2082258"/>
              <a:gd name="connsiteX2" fmla="*/ 1987550 w 13601700"/>
              <a:gd name="connsiteY2" fmla="*/ 2012168 h 2082258"/>
              <a:gd name="connsiteX3" fmla="*/ 2527300 w 13601700"/>
              <a:gd name="connsiteY3" fmla="*/ 1910568 h 2082258"/>
              <a:gd name="connsiteX4" fmla="*/ 4549140 w 13601700"/>
              <a:gd name="connsiteY4" fmla="*/ 130028 h 2082258"/>
              <a:gd name="connsiteX5" fmla="*/ 6822440 w 13601700"/>
              <a:gd name="connsiteY5" fmla="*/ 46208 h 2082258"/>
              <a:gd name="connsiteX6" fmla="*/ 9202420 w 13601700"/>
              <a:gd name="connsiteY6" fmla="*/ 140188 h 2082258"/>
              <a:gd name="connsiteX7" fmla="*/ 11112500 w 13601700"/>
              <a:gd name="connsiteY7" fmla="*/ 1834368 h 2082258"/>
              <a:gd name="connsiteX8" fmla="*/ 11963400 w 13601700"/>
              <a:gd name="connsiteY8" fmla="*/ 1974068 h 2082258"/>
              <a:gd name="connsiteX9" fmla="*/ 13601700 w 13601700"/>
              <a:gd name="connsiteY9" fmla="*/ 1961368 h 2082258"/>
              <a:gd name="connsiteX0" fmla="*/ 0 w 13601700"/>
              <a:gd name="connsiteY0" fmla="*/ 1910568 h 2065820"/>
              <a:gd name="connsiteX1" fmla="*/ 1104900 w 13601700"/>
              <a:gd name="connsiteY1" fmla="*/ 1910568 h 2065820"/>
              <a:gd name="connsiteX2" fmla="*/ 1987550 w 13601700"/>
              <a:gd name="connsiteY2" fmla="*/ 1974068 h 2065820"/>
              <a:gd name="connsiteX3" fmla="*/ 2527300 w 13601700"/>
              <a:gd name="connsiteY3" fmla="*/ 1910568 h 2065820"/>
              <a:gd name="connsiteX4" fmla="*/ 4549140 w 13601700"/>
              <a:gd name="connsiteY4" fmla="*/ 130028 h 2065820"/>
              <a:gd name="connsiteX5" fmla="*/ 6822440 w 13601700"/>
              <a:gd name="connsiteY5" fmla="*/ 46208 h 2065820"/>
              <a:gd name="connsiteX6" fmla="*/ 9202420 w 13601700"/>
              <a:gd name="connsiteY6" fmla="*/ 140188 h 2065820"/>
              <a:gd name="connsiteX7" fmla="*/ 11112500 w 13601700"/>
              <a:gd name="connsiteY7" fmla="*/ 1834368 h 2065820"/>
              <a:gd name="connsiteX8" fmla="*/ 11963400 w 13601700"/>
              <a:gd name="connsiteY8" fmla="*/ 1974068 h 2065820"/>
              <a:gd name="connsiteX9" fmla="*/ 13601700 w 13601700"/>
              <a:gd name="connsiteY9" fmla="*/ 1961368 h 2065820"/>
              <a:gd name="connsiteX0" fmla="*/ 0 w 13601700"/>
              <a:gd name="connsiteY0" fmla="*/ 1910568 h 2088641"/>
              <a:gd name="connsiteX1" fmla="*/ 1104900 w 13601700"/>
              <a:gd name="connsiteY1" fmla="*/ 1910568 h 2088641"/>
              <a:gd name="connsiteX2" fmla="*/ 1987550 w 13601700"/>
              <a:gd name="connsiteY2" fmla="*/ 1974068 h 2088641"/>
              <a:gd name="connsiteX3" fmla="*/ 2527300 w 13601700"/>
              <a:gd name="connsiteY3" fmla="*/ 1910568 h 2088641"/>
              <a:gd name="connsiteX4" fmla="*/ 4549140 w 13601700"/>
              <a:gd name="connsiteY4" fmla="*/ 130028 h 2088641"/>
              <a:gd name="connsiteX5" fmla="*/ 6822440 w 13601700"/>
              <a:gd name="connsiteY5" fmla="*/ 46208 h 2088641"/>
              <a:gd name="connsiteX6" fmla="*/ 9202420 w 13601700"/>
              <a:gd name="connsiteY6" fmla="*/ 140188 h 2088641"/>
              <a:gd name="connsiteX7" fmla="*/ 11112500 w 13601700"/>
              <a:gd name="connsiteY7" fmla="*/ 1834368 h 2088641"/>
              <a:gd name="connsiteX8" fmla="*/ 11963400 w 13601700"/>
              <a:gd name="connsiteY8" fmla="*/ 1974068 h 2088641"/>
              <a:gd name="connsiteX9" fmla="*/ 13601700 w 13601700"/>
              <a:gd name="connsiteY9" fmla="*/ 1961368 h 2088641"/>
              <a:gd name="connsiteX0" fmla="*/ 0 w 13601700"/>
              <a:gd name="connsiteY0" fmla="*/ 1910568 h 2068469"/>
              <a:gd name="connsiteX1" fmla="*/ 1104900 w 13601700"/>
              <a:gd name="connsiteY1" fmla="*/ 1910568 h 2068469"/>
              <a:gd name="connsiteX2" fmla="*/ 1987550 w 13601700"/>
              <a:gd name="connsiteY2" fmla="*/ 1974068 h 2068469"/>
              <a:gd name="connsiteX3" fmla="*/ 2527300 w 13601700"/>
              <a:gd name="connsiteY3" fmla="*/ 1910568 h 2068469"/>
              <a:gd name="connsiteX4" fmla="*/ 4549140 w 13601700"/>
              <a:gd name="connsiteY4" fmla="*/ 130028 h 2068469"/>
              <a:gd name="connsiteX5" fmla="*/ 6822440 w 13601700"/>
              <a:gd name="connsiteY5" fmla="*/ 46208 h 2068469"/>
              <a:gd name="connsiteX6" fmla="*/ 9202420 w 13601700"/>
              <a:gd name="connsiteY6" fmla="*/ 140188 h 2068469"/>
              <a:gd name="connsiteX7" fmla="*/ 11112500 w 13601700"/>
              <a:gd name="connsiteY7" fmla="*/ 1834368 h 2068469"/>
              <a:gd name="connsiteX8" fmla="*/ 11963400 w 13601700"/>
              <a:gd name="connsiteY8" fmla="*/ 1974068 h 2068469"/>
              <a:gd name="connsiteX9" fmla="*/ 13601700 w 13601700"/>
              <a:gd name="connsiteY9" fmla="*/ 1961368 h 2068469"/>
              <a:gd name="connsiteX0" fmla="*/ 0 w 13601700"/>
              <a:gd name="connsiteY0" fmla="*/ 1944612 h 2045638"/>
              <a:gd name="connsiteX1" fmla="*/ 1104900 w 13601700"/>
              <a:gd name="connsiteY1" fmla="*/ 1944612 h 2045638"/>
              <a:gd name="connsiteX2" fmla="*/ 1987550 w 13601700"/>
              <a:gd name="connsiteY2" fmla="*/ 2008112 h 2045638"/>
              <a:gd name="connsiteX3" fmla="*/ 4549140 w 13601700"/>
              <a:gd name="connsiteY3" fmla="*/ 164072 h 2045638"/>
              <a:gd name="connsiteX4" fmla="*/ 6822440 w 13601700"/>
              <a:gd name="connsiteY4" fmla="*/ 80252 h 2045638"/>
              <a:gd name="connsiteX5" fmla="*/ 9202420 w 13601700"/>
              <a:gd name="connsiteY5" fmla="*/ 174232 h 2045638"/>
              <a:gd name="connsiteX6" fmla="*/ 11112500 w 13601700"/>
              <a:gd name="connsiteY6" fmla="*/ 1868412 h 2045638"/>
              <a:gd name="connsiteX7" fmla="*/ 11963400 w 13601700"/>
              <a:gd name="connsiteY7" fmla="*/ 2008112 h 2045638"/>
              <a:gd name="connsiteX8" fmla="*/ 13601700 w 13601700"/>
              <a:gd name="connsiteY8" fmla="*/ 1995412 h 2045638"/>
              <a:gd name="connsiteX0" fmla="*/ 0 w 13601700"/>
              <a:gd name="connsiteY0" fmla="*/ 1912501 h 2013527"/>
              <a:gd name="connsiteX1" fmla="*/ 1104900 w 13601700"/>
              <a:gd name="connsiteY1" fmla="*/ 1912501 h 2013527"/>
              <a:gd name="connsiteX2" fmla="*/ 1987550 w 13601700"/>
              <a:gd name="connsiteY2" fmla="*/ 1976001 h 2013527"/>
              <a:gd name="connsiteX3" fmla="*/ 2606675 w 13601700"/>
              <a:gd name="connsiteY3" fmla="*/ 1528326 h 2013527"/>
              <a:gd name="connsiteX4" fmla="*/ 4549140 w 13601700"/>
              <a:gd name="connsiteY4" fmla="*/ 131961 h 2013527"/>
              <a:gd name="connsiteX5" fmla="*/ 6822440 w 13601700"/>
              <a:gd name="connsiteY5" fmla="*/ 48141 h 2013527"/>
              <a:gd name="connsiteX6" fmla="*/ 9202420 w 13601700"/>
              <a:gd name="connsiteY6" fmla="*/ 142121 h 2013527"/>
              <a:gd name="connsiteX7" fmla="*/ 11112500 w 13601700"/>
              <a:gd name="connsiteY7" fmla="*/ 1836301 h 2013527"/>
              <a:gd name="connsiteX8" fmla="*/ 11963400 w 13601700"/>
              <a:gd name="connsiteY8" fmla="*/ 1976001 h 2013527"/>
              <a:gd name="connsiteX9" fmla="*/ 13601700 w 13601700"/>
              <a:gd name="connsiteY9" fmla="*/ 1963301 h 2013527"/>
              <a:gd name="connsiteX0" fmla="*/ 0 w 13601700"/>
              <a:gd name="connsiteY0" fmla="*/ 1926082 h 2027108"/>
              <a:gd name="connsiteX1" fmla="*/ 1104900 w 13601700"/>
              <a:gd name="connsiteY1" fmla="*/ 1926082 h 2027108"/>
              <a:gd name="connsiteX2" fmla="*/ 1987550 w 13601700"/>
              <a:gd name="connsiteY2" fmla="*/ 1989582 h 2027108"/>
              <a:gd name="connsiteX3" fmla="*/ 2682875 w 13601700"/>
              <a:gd name="connsiteY3" fmla="*/ 1732407 h 2027108"/>
              <a:gd name="connsiteX4" fmla="*/ 4549140 w 13601700"/>
              <a:gd name="connsiteY4" fmla="*/ 145542 h 2027108"/>
              <a:gd name="connsiteX5" fmla="*/ 6822440 w 13601700"/>
              <a:gd name="connsiteY5" fmla="*/ 61722 h 2027108"/>
              <a:gd name="connsiteX6" fmla="*/ 9202420 w 13601700"/>
              <a:gd name="connsiteY6" fmla="*/ 155702 h 2027108"/>
              <a:gd name="connsiteX7" fmla="*/ 11112500 w 13601700"/>
              <a:gd name="connsiteY7" fmla="*/ 1849882 h 2027108"/>
              <a:gd name="connsiteX8" fmla="*/ 11963400 w 13601700"/>
              <a:gd name="connsiteY8" fmla="*/ 1989582 h 2027108"/>
              <a:gd name="connsiteX9" fmla="*/ 13601700 w 13601700"/>
              <a:gd name="connsiteY9" fmla="*/ 1976882 h 202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01700" h="2027108">
                <a:moveTo>
                  <a:pt x="0" y="1926082"/>
                </a:moveTo>
                <a:lnTo>
                  <a:pt x="1104900" y="1926082"/>
                </a:lnTo>
                <a:cubicBezTo>
                  <a:pt x="1436158" y="1943015"/>
                  <a:pt x="1750483" y="1989582"/>
                  <a:pt x="1987550" y="1989582"/>
                </a:cubicBezTo>
                <a:cubicBezTo>
                  <a:pt x="2237846" y="1925553"/>
                  <a:pt x="2255943" y="2039747"/>
                  <a:pt x="2682875" y="1732407"/>
                </a:cubicBezTo>
                <a:cubicBezTo>
                  <a:pt x="3109807" y="1425067"/>
                  <a:pt x="3859213" y="423989"/>
                  <a:pt x="4549140" y="145542"/>
                </a:cubicBezTo>
                <a:cubicBezTo>
                  <a:pt x="5239067" y="-132905"/>
                  <a:pt x="6083723" y="76539"/>
                  <a:pt x="6822440" y="61722"/>
                </a:cubicBezTo>
                <a:cubicBezTo>
                  <a:pt x="7561157" y="46905"/>
                  <a:pt x="8418830" y="-58505"/>
                  <a:pt x="9202420" y="155702"/>
                </a:cubicBezTo>
                <a:cubicBezTo>
                  <a:pt x="9986010" y="369909"/>
                  <a:pt x="10652337" y="1544235"/>
                  <a:pt x="11112500" y="1849882"/>
                </a:cubicBezTo>
                <a:cubicBezTo>
                  <a:pt x="11572663" y="2155529"/>
                  <a:pt x="11548533" y="1968415"/>
                  <a:pt x="11963400" y="1989582"/>
                </a:cubicBezTo>
                <a:cubicBezTo>
                  <a:pt x="12378267" y="2010749"/>
                  <a:pt x="12989983" y="1993815"/>
                  <a:pt x="13601700" y="1976882"/>
                </a:cubicBezTo>
              </a:path>
            </a:pathLst>
          </a:custGeom>
          <a:noFill/>
          <a:ln w="38100">
            <a:solidFill>
              <a:srgbClr val="00B0F0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9B8A3B5-7948-9F4B-EBA9-DAC526A56446}"/>
              </a:ext>
            </a:extLst>
          </p:cNvPr>
          <p:cNvSpPr/>
          <p:nvPr/>
        </p:nvSpPr>
        <p:spPr bwMode="auto">
          <a:xfrm>
            <a:off x="-635000" y="1506132"/>
            <a:ext cx="13601700" cy="2027108"/>
          </a:xfrm>
          <a:custGeom>
            <a:avLst/>
            <a:gdLst>
              <a:gd name="connsiteX0" fmla="*/ 0 w 15138400"/>
              <a:gd name="connsiteY0" fmla="*/ 1949200 h 2074318"/>
              <a:gd name="connsiteX1" fmla="*/ 2641600 w 15138400"/>
              <a:gd name="connsiteY1" fmla="*/ 1949200 h 2074318"/>
              <a:gd name="connsiteX2" fmla="*/ 4064000 w 15138400"/>
              <a:gd name="connsiteY2" fmla="*/ 1949200 h 2074318"/>
              <a:gd name="connsiteX3" fmla="*/ 6070600 w 15138400"/>
              <a:gd name="connsiteY3" fmla="*/ 260100 h 2074318"/>
              <a:gd name="connsiteX4" fmla="*/ 10502900 w 15138400"/>
              <a:gd name="connsiteY4" fmla="*/ 171200 h 2074318"/>
              <a:gd name="connsiteX5" fmla="*/ 12649200 w 15138400"/>
              <a:gd name="connsiteY5" fmla="*/ 1873000 h 2074318"/>
              <a:gd name="connsiteX6" fmla="*/ 13500100 w 15138400"/>
              <a:gd name="connsiteY6" fmla="*/ 2012700 h 2074318"/>
              <a:gd name="connsiteX7" fmla="*/ 15138400 w 15138400"/>
              <a:gd name="connsiteY7" fmla="*/ 2000000 h 2074318"/>
              <a:gd name="connsiteX0" fmla="*/ 0 w 13601700"/>
              <a:gd name="connsiteY0" fmla="*/ 1949200 h 2074318"/>
              <a:gd name="connsiteX1" fmla="*/ 1104900 w 13601700"/>
              <a:gd name="connsiteY1" fmla="*/ 1949200 h 2074318"/>
              <a:gd name="connsiteX2" fmla="*/ 2527300 w 13601700"/>
              <a:gd name="connsiteY2" fmla="*/ 1949200 h 2074318"/>
              <a:gd name="connsiteX3" fmla="*/ 4533900 w 13601700"/>
              <a:gd name="connsiteY3" fmla="*/ 260100 h 2074318"/>
              <a:gd name="connsiteX4" fmla="*/ 8966200 w 13601700"/>
              <a:gd name="connsiteY4" fmla="*/ 171200 h 2074318"/>
              <a:gd name="connsiteX5" fmla="*/ 11112500 w 13601700"/>
              <a:gd name="connsiteY5" fmla="*/ 1873000 h 2074318"/>
              <a:gd name="connsiteX6" fmla="*/ 11963400 w 13601700"/>
              <a:gd name="connsiteY6" fmla="*/ 2012700 h 2074318"/>
              <a:gd name="connsiteX7" fmla="*/ 13601700 w 13601700"/>
              <a:gd name="connsiteY7" fmla="*/ 2000000 h 2074318"/>
              <a:gd name="connsiteX0" fmla="*/ 0 w 13601700"/>
              <a:gd name="connsiteY0" fmla="*/ 1986201 h 2111319"/>
              <a:gd name="connsiteX1" fmla="*/ 1104900 w 13601700"/>
              <a:gd name="connsiteY1" fmla="*/ 1986201 h 2111319"/>
              <a:gd name="connsiteX2" fmla="*/ 2527300 w 13601700"/>
              <a:gd name="connsiteY2" fmla="*/ 1986201 h 2111319"/>
              <a:gd name="connsiteX3" fmla="*/ 4533900 w 13601700"/>
              <a:gd name="connsiteY3" fmla="*/ 297101 h 2111319"/>
              <a:gd name="connsiteX4" fmla="*/ 6830060 w 13601700"/>
              <a:gd name="connsiteY4" fmla="*/ 38021 h 2111319"/>
              <a:gd name="connsiteX5" fmla="*/ 8966200 w 13601700"/>
              <a:gd name="connsiteY5" fmla="*/ 208201 h 2111319"/>
              <a:gd name="connsiteX6" fmla="*/ 11112500 w 13601700"/>
              <a:gd name="connsiteY6" fmla="*/ 1910001 h 2111319"/>
              <a:gd name="connsiteX7" fmla="*/ 11963400 w 13601700"/>
              <a:gd name="connsiteY7" fmla="*/ 2049701 h 2111319"/>
              <a:gd name="connsiteX8" fmla="*/ 13601700 w 13601700"/>
              <a:gd name="connsiteY8" fmla="*/ 2037001 h 2111319"/>
              <a:gd name="connsiteX0" fmla="*/ 0 w 13601700"/>
              <a:gd name="connsiteY0" fmla="*/ 1941787 h 2066905"/>
              <a:gd name="connsiteX1" fmla="*/ 1104900 w 13601700"/>
              <a:gd name="connsiteY1" fmla="*/ 1941787 h 2066905"/>
              <a:gd name="connsiteX2" fmla="*/ 2527300 w 13601700"/>
              <a:gd name="connsiteY2" fmla="*/ 1941787 h 2066905"/>
              <a:gd name="connsiteX3" fmla="*/ 4533900 w 13601700"/>
              <a:gd name="connsiteY3" fmla="*/ 252687 h 2066905"/>
              <a:gd name="connsiteX4" fmla="*/ 6822440 w 13601700"/>
              <a:gd name="connsiteY4" fmla="*/ 77427 h 2066905"/>
              <a:gd name="connsiteX5" fmla="*/ 8966200 w 13601700"/>
              <a:gd name="connsiteY5" fmla="*/ 163787 h 2066905"/>
              <a:gd name="connsiteX6" fmla="*/ 11112500 w 13601700"/>
              <a:gd name="connsiteY6" fmla="*/ 1865587 h 2066905"/>
              <a:gd name="connsiteX7" fmla="*/ 11963400 w 13601700"/>
              <a:gd name="connsiteY7" fmla="*/ 2005287 h 2066905"/>
              <a:gd name="connsiteX8" fmla="*/ 13601700 w 13601700"/>
              <a:gd name="connsiteY8" fmla="*/ 1992587 h 2066905"/>
              <a:gd name="connsiteX0" fmla="*/ 0 w 13601700"/>
              <a:gd name="connsiteY0" fmla="*/ 1937168 h 2062286"/>
              <a:gd name="connsiteX1" fmla="*/ 1104900 w 13601700"/>
              <a:gd name="connsiteY1" fmla="*/ 1937168 h 2062286"/>
              <a:gd name="connsiteX2" fmla="*/ 2527300 w 13601700"/>
              <a:gd name="connsiteY2" fmla="*/ 1937168 h 2062286"/>
              <a:gd name="connsiteX3" fmla="*/ 4533900 w 13601700"/>
              <a:gd name="connsiteY3" fmla="*/ 248068 h 2062286"/>
              <a:gd name="connsiteX4" fmla="*/ 6822440 w 13601700"/>
              <a:gd name="connsiteY4" fmla="*/ 72808 h 2062286"/>
              <a:gd name="connsiteX5" fmla="*/ 9202420 w 13601700"/>
              <a:gd name="connsiteY5" fmla="*/ 166788 h 2062286"/>
              <a:gd name="connsiteX6" fmla="*/ 11112500 w 13601700"/>
              <a:gd name="connsiteY6" fmla="*/ 1860968 h 2062286"/>
              <a:gd name="connsiteX7" fmla="*/ 11963400 w 13601700"/>
              <a:gd name="connsiteY7" fmla="*/ 2000668 h 2062286"/>
              <a:gd name="connsiteX8" fmla="*/ 13601700 w 13601700"/>
              <a:gd name="connsiteY8" fmla="*/ 1987968 h 2062286"/>
              <a:gd name="connsiteX0" fmla="*/ 0 w 13601700"/>
              <a:gd name="connsiteY0" fmla="*/ 1887901 h 2013019"/>
              <a:gd name="connsiteX1" fmla="*/ 1104900 w 13601700"/>
              <a:gd name="connsiteY1" fmla="*/ 1887901 h 2013019"/>
              <a:gd name="connsiteX2" fmla="*/ 2527300 w 13601700"/>
              <a:gd name="connsiteY2" fmla="*/ 1887901 h 2013019"/>
              <a:gd name="connsiteX3" fmla="*/ 4533900 w 13601700"/>
              <a:gd name="connsiteY3" fmla="*/ 198801 h 2013019"/>
              <a:gd name="connsiteX4" fmla="*/ 6822440 w 13601700"/>
              <a:gd name="connsiteY4" fmla="*/ 23541 h 2013019"/>
              <a:gd name="connsiteX5" fmla="*/ 9202420 w 13601700"/>
              <a:gd name="connsiteY5" fmla="*/ 117521 h 2013019"/>
              <a:gd name="connsiteX6" fmla="*/ 11112500 w 13601700"/>
              <a:gd name="connsiteY6" fmla="*/ 1811701 h 2013019"/>
              <a:gd name="connsiteX7" fmla="*/ 11963400 w 13601700"/>
              <a:gd name="connsiteY7" fmla="*/ 1951401 h 2013019"/>
              <a:gd name="connsiteX8" fmla="*/ 13601700 w 13601700"/>
              <a:gd name="connsiteY8" fmla="*/ 1938701 h 2013019"/>
              <a:gd name="connsiteX0" fmla="*/ 0 w 13601700"/>
              <a:gd name="connsiteY0" fmla="*/ 1903306 h 2028424"/>
              <a:gd name="connsiteX1" fmla="*/ 1104900 w 13601700"/>
              <a:gd name="connsiteY1" fmla="*/ 1903306 h 2028424"/>
              <a:gd name="connsiteX2" fmla="*/ 2527300 w 13601700"/>
              <a:gd name="connsiteY2" fmla="*/ 1903306 h 2028424"/>
              <a:gd name="connsiteX3" fmla="*/ 4533900 w 13601700"/>
              <a:gd name="connsiteY3" fmla="*/ 214206 h 2028424"/>
              <a:gd name="connsiteX4" fmla="*/ 6822440 w 13601700"/>
              <a:gd name="connsiteY4" fmla="*/ 38946 h 2028424"/>
              <a:gd name="connsiteX5" fmla="*/ 9202420 w 13601700"/>
              <a:gd name="connsiteY5" fmla="*/ 132926 h 2028424"/>
              <a:gd name="connsiteX6" fmla="*/ 11112500 w 13601700"/>
              <a:gd name="connsiteY6" fmla="*/ 1827106 h 2028424"/>
              <a:gd name="connsiteX7" fmla="*/ 11963400 w 13601700"/>
              <a:gd name="connsiteY7" fmla="*/ 1966806 h 2028424"/>
              <a:gd name="connsiteX8" fmla="*/ 13601700 w 13601700"/>
              <a:gd name="connsiteY8" fmla="*/ 1954106 h 2028424"/>
              <a:gd name="connsiteX0" fmla="*/ 0 w 13601700"/>
              <a:gd name="connsiteY0" fmla="*/ 1940021 h 2071913"/>
              <a:gd name="connsiteX1" fmla="*/ 1104900 w 13601700"/>
              <a:gd name="connsiteY1" fmla="*/ 1940021 h 2071913"/>
              <a:gd name="connsiteX2" fmla="*/ 2527300 w 13601700"/>
              <a:gd name="connsiteY2" fmla="*/ 1940021 h 2071913"/>
              <a:gd name="connsiteX3" fmla="*/ 4549140 w 13601700"/>
              <a:gd name="connsiteY3" fmla="*/ 159481 h 2071913"/>
              <a:gd name="connsiteX4" fmla="*/ 6822440 w 13601700"/>
              <a:gd name="connsiteY4" fmla="*/ 75661 h 2071913"/>
              <a:gd name="connsiteX5" fmla="*/ 9202420 w 13601700"/>
              <a:gd name="connsiteY5" fmla="*/ 169641 h 2071913"/>
              <a:gd name="connsiteX6" fmla="*/ 11112500 w 13601700"/>
              <a:gd name="connsiteY6" fmla="*/ 1863821 h 2071913"/>
              <a:gd name="connsiteX7" fmla="*/ 11963400 w 13601700"/>
              <a:gd name="connsiteY7" fmla="*/ 2003521 h 2071913"/>
              <a:gd name="connsiteX8" fmla="*/ 13601700 w 13601700"/>
              <a:gd name="connsiteY8" fmla="*/ 1990821 h 2071913"/>
              <a:gd name="connsiteX0" fmla="*/ 0 w 13601700"/>
              <a:gd name="connsiteY0" fmla="*/ 1910568 h 2042460"/>
              <a:gd name="connsiteX1" fmla="*/ 1104900 w 13601700"/>
              <a:gd name="connsiteY1" fmla="*/ 1910568 h 2042460"/>
              <a:gd name="connsiteX2" fmla="*/ 2527300 w 13601700"/>
              <a:gd name="connsiteY2" fmla="*/ 1910568 h 2042460"/>
              <a:gd name="connsiteX3" fmla="*/ 4549140 w 13601700"/>
              <a:gd name="connsiteY3" fmla="*/ 130028 h 2042460"/>
              <a:gd name="connsiteX4" fmla="*/ 6822440 w 13601700"/>
              <a:gd name="connsiteY4" fmla="*/ 46208 h 2042460"/>
              <a:gd name="connsiteX5" fmla="*/ 9202420 w 13601700"/>
              <a:gd name="connsiteY5" fmla="*/ 140188 h 2042460"/>
              <a:gd name="connsiteX6" fmla="*/ 11112500 w 13601700"/>
              <a:gd name="connsiteY6" fmla="*/ 1834368 h 2042460"/>
              <a:gd name="connsiteX7" fmla="*/ 11963400 w 13601700"/>
              <a:gd name="connsiteY7" fmla="*/ 1974068 h 2042460"/>
              <a:gd name="connsiteX8" fmla="*/ 13601700 w 13601700"/>
              <a:gd name="connsiteY8" fmla="*/ 1961368 h 2042460"/>
              <a:gd name="connsiteX0" fmla="*/ 0 w 13601700"/>
              <a:gd name="connsiteY0" fmla="*/ 1910568 h 2082258"/>
              <a:gd name="connsiteX1" fmla="*/ 1104900 w 13601700"/>
              <a:gd name="connsiteY1" fmla="*/ 1910568 h 2082258"/>
              <a:gd name="connsiteX2" fmla="*/ 1987550 w 13601700"/>
              <a:gd name="connsiteY2" fmla="*/ 2012168 h 2082258"/>
              <a:gd name="connsiteX3" fmla="*/ 2527300 w 13601700"/>
              <a:gd name="connsiteY3" fmla="*/ 1910568 h 2082258"/>
              <a:gd name="connsiteX4" fmla="*/ 4549140 w 13601700"/>
              <a:gd name="connsiteY4" fmla="*/ 130028 h 2082258"/>
              <a:gd name="connsiteX5" fmla="*/ 6822440 w 13601700"/>
              <a:gd name="connsiteY5" fmla="*/ 46208 h 2082258"/>
              <a:gd name="connsiteX6" fmla="*/ 9202420 w 13601700"/>
              <a:gd name="connsiteY6" fmla="*/ 140188 h 2082258"/>
              <a:gd name="connsiteX7" fmla="*/ 11112500 w 13601700"/>
              <a:gd name="connsiteY7" fmla="*/ 1834368 h 2082258"/>
              <a:gd name="connsiteX8" fmla="*/ 11963400 w 13601700"/>
              <a:gd name="connsiteY8" fmla="*/ 1974068 h 2082258"/>
              <a:gd name="connsiteX9" fmla="*/ 13601700 w 13601700"/>
              <a:gd name="connsiteY9" fmla="*/ 1961368 h 2082258"/>
              <a:gd name="connsiteX0" fmla="*/ 0 w 13601700"/>
              <a:gd name="connsiteY0" fmla="*/ 1910568 h 2065820"/>
              <a:gd name="connsiteX1" fmla="*/ 1104900 w 13601700"/>
              <a:gd name="connsiteY1" fmla="*/ 1910568 h 2065820"/>
              <a:gd name="connsiteX2" fmla="*/ 1987550 w 13601700"/>
              <a:gd name="connsiteY2" fmla="*/ 1974068 h 2065820"/>
              <a:gd name="connsiteX3" fmla="*/ 2527300 w 13601700"/>
              <a:gd name="connsiteY3" fmla="*/ 1910568 h 2065820"/>
              <a:gd name="connsiteX4" fmla="*/ 4549140 w 13601700"/>
              <a:gd name="connsiteY4" fmla="*/ 130028 h 2065820"/>
              <a:gd name="connsiteX5" fmla="*/ 6822440 w 13601700"/>
              <a:gd name="connsiteY5" fmla="*/ 46208 h 2065820"/>
              <a:gd name="connsiteX6" fmla="*/ 9202420 w 13601700"/>
              <a:gd name="connsiteY6" fmla="*/ 140188 h 2065820"/>
              <a:gd name="connsiteX7" fmla="*/ 11112500 w 13601700"/>
              <a:gd name="connsiteY7" fmla="*/ 1834368 h 2065820"/>
              <a:gd name="connsiteX8" fmla="*/ 11963400 w 13601700"/>
              <a:gd name="connsiteY8" fmla="*/ 1974068 h 2065820"/>
              <a:gd name="connsiteX9" fmla="*/ 13601700 w 13601700"/>
              <a:gd name="connsiteY9" fmla="*/ 1961368 h 2065820"/>
              <a:gd name="connsiteX0" fmla="*/ 0 w 13601700"/>
              <a:gd name="connsiteY0" fmla="*/ 1910568 h 2088641"/>
              <a:gd name="connsiteX1" fmla="*/ 1104900 w 13601700"/>
              <a:gd name="connsiteY1" fmla="*/ 1910568 h 2088641"/>
              <a:gd name="connsiteX2" fmla="*/ 1987550 w 13601700"/>
              <a:gd name="connsiteY2" fmla="*/ 1974068 h 2088641"/>
              <a:gd name="connsiteX3" fmla="*/ 2527300 w 13601700"/>
              <a:gd name="connsiteY3" fmla="*/ 1910568 h 2088641"/>
              <a:gd name="connsiteX4" fmla="*/ 4549140 w 13601700"/>
              <a:gd name="connsiteY4" fmla="*/ 130028 h 2088641"/>
              <a:gd name="connsiteX5" fmla="*/ 6822440 w 13601700"/>
              <a:gd name="connsiteY5" fmla="*/ 46208 h 2088641"/>
              <a:gd name="connsiteX6" fmla="*/ 9202420 w 13601700"/>
              <a:gd name="connsiteY6" fmla="*/ 140188 h 2088641"/>
              <a:gd name="connsiteX7" fmla="*/ 11112500 w 13601700"/>
              <a:gd name="connsiteY7" fmla="*/ 1834368 h 2088641"/>
              <a:gd name="connsiteX8" fmla="*/ 11963400 w 13601700"/>
              <a:gd name="connsiteY8" fmla="*/ 1974068 h 2088641"/>
              <a:gd name="connsiteX9" fmla="*/ 13601700 w 13601700"/>
              <a:gd name="connsiteY9" fmla="*/ 1961368 h 2088641"/>
              <a:gd name="connsiteX0" fmla="*/ 0 w 13601700"/>
              <a:gd name="connsiteY0" fmla="*/ 1910568 h 2068469"/>
              <a:gd name="connsiteX1" fmla="*/ 1104900 w 13601700"/>
              <a:gd name="connsiteY1" fmla="*/ 1910568 h 2068469"/>
              <a:gd name="connsiteX2" fmla="*/ 1987550 w 13601700"/>
              <a:gd name="connsiteY2" fmla="*/ 1974068 h 2068469"/>
              <a:gd name="connsiteX3" fmla="*/ 2527300 w 13601700"/>
              <a:gd name="connsiteY3" fmla="*/ 1910568 h 2068469"/>
              <a:gd name="connsiteX4" fmla="*/ 4549140 w 13601700"/>
              <a:gd name="connsiteY4" fmla="*/ 130028 h 2068469"/>
              <a:gd name="connsiteX5" fmla="*/ 6822440 w 13601700"/>
              <a:gd name="connsiteY5" fmla="*/ 46208 h 2068469"/>
              <a:gd name="connsiteX6" fmla="*/ 9202420 w 13601700"/>
              <a:gd name="connsiteY6" fmla="*/ 140188 h 2068469"/>
              <a:gd name="connsiteX7" fmla="*/ 11112500 w 13601700"/>
              <a:gd name="connsiteY7" fmla="*/ 1834368 h 2068469"/>
              <a:gd name="connsiteX8" fmla="*/ 11963400 w 13601700"/>
              <a:gd name="connsiteY8" fmla="*/ 1974068 h 2068469"/>
              <a:gd name="connsiteX9" fmla="*/ 13601700 w 13601700"/>
              <a:gd name="connsiteY9" fmla="*/ 1961368 h 2068469"/>
              <a:gd name="connsiteX0" fmla="*/ 0 w 13601700"/>
              <a:gd name="connsiteY0" fmla="*/ 1944612 h 2045638"/>
              <a:gd name="connsiteX1" fmla="*/ 1104900 w 13601700"/>
              <a:gd name="connsiteY1" fmla="*/ 1944612 h 2045638"/>
              <a:gd name="connsiteX2" fmla="*/ 1987550 w 13601700"/>
              <a:gd name="connsiteY2" fmla="*/ 2008112 h 2045638"/>
              <a:gd name="connsiteX3" fmla="*/ 4549140 w 13601700"/>
              <a:gd name="connsiteY3" fmla="*/ 164072 h 2045638"/>
              <a:gd name="connsiteX4" fmla="*/ 6822440 w 13601700"/>
              <a:gd name="connsiteY4" fmla="*/ 80252 h 2045638"/>
              <a:gd name="connsiteX5" fmla="*/ 9202420 w 13601700"/>
              <a:gd name="connsiteY5" fmla="*/ 174232 h 2045638"/>
              <a:gd name="connsiteX6" fmla="*/ 11112500 w 13601700"/>
              <a:gd name="connsiteY6" fmla="*/ 1868412 h 2045638"/>
              <a:gd name="connsiteX7" fmla="*/ 11963400 w 13601700"/>
              <a:gd name="connsiteY7" fmla="*/ 2008112 h 2045638"/>
              <a:gd name="connsiteX8" fmla="*/ 13601700 w 13601700"/>
              <a:gd name="connsiteY8" fmla="*/ 1995412 h 2045638"/>
              <a:gd name="connsiteX0" fmla="*/ 0 w 13601700"/>
              <a:gd name="connsiteY0" fmla="*/ 1912501 h 2013527"/>
              <a:gd name="connsiteX1" fmla="*/ 1104900 w 13601700"/>
              <a:gd name="connsiteY1" fmla="*/ 1912501 h 2013527"/>
              <a:gd name="connsiteX2" fmla="*/ 1987550 w 13601700"/>
              <a:gd name="connsiteY2" fmla="*/ 1976001 h 2013527"/>
              <a:gd name="connsiteX3" fmla="*/ 2606675 w 13601700"/>
              <a:gd name="connsiteY3" fmla="*/ 1528326 h 2013527"/>
              <a:gd name="connsiteX4" fmla="*/ 4549140 w 13601700"/>
              <a:gd name="connsiteY4" fmla="*/ 131961 h 2013527"/>
              <a:gd name="connsiteX5" fmla="*/ 6822440 w 13601700"/>
              <a:gd name="connsiteY5" fmla="*/ 48141 h 2013527"/>
              <a:gd name="connsiteX6" fmla="*/ 9202420 w 13601700"/>
              <a:gd name="connsiteY6" fmla="*/ 142121 h 2013527"/>
              <a:gd name="connsiteX7" fmla="*/ 11112500 w 13601700"/>
              <a:gd name="connsiteY7" fmla="*/ 1836301 h 2013527"/>
              <a:gd name="connsiteX8" fmla="*/ 11963400 w 13601700"/>
              <a:gd name="connsiteY8" fmla="*/ 1976001 h 2013527"/>
              <a:gd name="connsiteX9" fmla="*/ 13601700 w 13601700"/>
              <a:gd name="connsiteY9" fmla="*/ 1963301 h 2013527"/>
              <a:gd name="connsiteX0" fmla="*/ 0 w 13601700"/>
              <a:gd name="connsiteY0" fmla="*/ 1926082 h 2027108"/>
              <a:gd name="connsiteX1" fmla="*/ 1104900 w 13601700"/>
              <a:gd name="connsiteY1" fmla="*/ 1926082 h 2027108"/>
              <a:gd name="connsiteX2" fmla="*/ 1987550 w 13601700"/>
              <a:gd name="connsiteY2" fmla="*/ 1989582 h 2027108"/>
              <a:gd name="connsiteX3" fmla="*/ 2682875 w 13601700"/>
              <a:gd name="connsiteY3" fmla="*/ 1732407 h 2027108"/>
              <a:gd name="connsiteX4" fmla="*/ 4549140 w 13601700"/>
              <a:gd name="connsiteY4" fmla="*/ 145542 h 2027108"/>
              <a:gd name="connsiteX5" fmla="*/ 6822440 w 13601700"/>
              <a:gd name="connsiteY5" fmla="*/ 61722 h 2027108"/>
              <a:gd name="connsiteX6" fmla="*/ 9202420 w 13601700"/>
              <a:gd name="connsiteY6" fmla="*/ 155702 h 2027108"/>
              <a:gd name="connsiteX7" fmla="*/ 11112500 w 13601700"/>
              <a:gd name="connsiteY7" fmla="*/ 1849882 h 2027108"/>
              <a:gd name="connsiteX8" fmla="*/ 11963400 w 13601700"/>
              <a:gd name="connsiteY8" fmla="*/ 1989582 h 2027108"/>
              <a:gd name="connsiteX9" fmla="*/ 13601700 w 13601700"/>
              <a:gd name="connsiteY9" fmla="*/ 1976882 h 202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01700" h="2027108">
                <a:moveTo>
                  <a:pt x="0" y="1926082"/>
                </a:moveTo>
                <a:lnTo>
                  <a:pt x="1104900" y="1926082"/>
                </a:lnTo>
                <a:cubicBezTo>
                  <a:pt x="1436158" y="1943015"/>
                  <a:pt x="1750483" y="1989582"/>
                  <a:pt x="1987550" y="1989582"/>
                </a:cubicBezTo>
                <a:cubicBezTo>
                  <a:pt x="2237846" y="1925553"/>
                  <a:pt x="2255943" y="2039747"/>
                  <a:pt x="2682875" y="1732407"/>
                </a:cubicBezTo>
                <a:cubicBezTo>
                  <a:pt x="3109807" y="1425067"/>
                  <a:pt x="3859213" y="423989"/>
                  <a:pt x="4549140" y="145542"/>
                </a:cubicBezTo>
                <a:cubicBezTo>
                  <a:pt x="5239067" y="-132905"/>
                  <a:pt x="6083723" y="76539"/>
                  <a:pt x="6822440" y="61722"/>
                </a:cubicBezTo>
                <a:cubicBezTo>
                  <a:pt x="7561157" y="46905"/>
                  <a:pt x="8418830" y="-58505"/>
                  <a:pt x="9202420" y="155702"/>
                </a:cubicBezTo>
                <a:cubicBezTo>
                  <a:pt x="9986010" y="369909"/>
                  <a:pt x="10652337" y="1544235"/>
                  <a:pt x="11112500" y="1849882"/>
                </a:cubicBezTo>
                <a:cubicBezTo>
                  <a:pt x="11572663" y="2155529"/>
                  <a:pt x="11548533" y="1968415"/>
                  <a:pt x="11963400" y="1989582"/>
                </a:cubicBezTo>
                <a:cubicBezTo>
                  <a:pt x="12378267" y="2010749"/>
                  <a:pt x="12989983" y="1993815"/>
                  <a:pt x="13601700" y="1976882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CE73B51-AF7F-B280-E0D5-3CBD71AD5B4F}"/>
              </a:ext>
            </a:extLst>
          </p:cNvPr>
          <p:cNvSpPr/>
          <p:nvPr/>
        </p:nvSpPr>
        <p:spPr bwMode="auto">
          <a:xfrm>
            <a:off x="-635000" y="1437592"/>
            <a:ext cx="13601700" cy="2027108"/>
          </a:xfrm>
          <a:custGeom>
            <a:avLst/>
            <a:gdLst>
              <a:gd name="connsiteX0" fmla="*/ 0 w 15138400"/>
              <a:gd name="connsiteY0" fmla="*/ 1949200 h 2074318"/>
              <a:gd name="connsiteX1" fmla="*/ 2641600 w 15138400"/>
              <a:gd name="connsiteY1" fmla="*/ 1949200 h 2074318"/>
              <a:gd name="connsiteX2" fmla="*/ 4064000 w 15138400"/>
              <a:gd name="connsiteY2" fmla="*/ 1949200 h 2074318"/>
              <a:gd name="connsiteX3" fmla="*/ 6070600 w 15138400"/>
              <a:gd name="connsiteY3" fmla="*/ 260100 h 2074318"/>
              <a:gd name="connsiteX4" fmla="*/ 10502900 w 15138400"/>
              <a:gd name="connsiteY4" fmla="*/ 171200 h 2074318"/>
              <a:gd name="connsiteX5" fmla="*/ 12649200 w 15138400"/>
              <a:gd name="connsiteY5" fmla="*/ 1873000 h 2074318"/>
              <a:gd name="connsiteX6" fmla="*/ 13500100 w 15138400"/>
              <a:gd name="connsiteY6" fmla="*/ 2012700 h 2074318"/>
              <a:gd name="connsiteX7" fmla="*/ 15138400 w 15138400"/>
              <a:gd name="connsiteY7" fmla="*/ 2000000 h 2074318"/>
              <a:gd name="connsiteX0" fmla="*/ 0 w 13601700"/>
              <a:gd name="connsiteY0" fmla="*/ 1949200 h 2074318"/>
              <a:gd name="connsiteX1" fmla="*/ 1104900 w 13601700"/>
              <a:gd name="connsiteY1" fmla="*/ 1949200 h 2074318"/>
              <a:gd name="connsiteX2" fmla="*/ 2527300 w 13601700"/>
              <a:gd name="connsiteY2" fmla="*/ 1949200 h 2074318"/>
              <a:gd name="connsiteX3" fmla="*/ 4533900 w 13601700"/>
              <a:gd name="connsiteY3" fmla="*/ 260100 h 2074318"/>
              <a:gd name="connsiteX4" fmla="*/ 8966200 w 13601700"/>
              <a:gd name="connsiteY4" fmla="*/ 171200 h 2074318"/>
              <a:gd name="connsiteX5" fmla="*/ 11112500 w 13601700"/>
              <a:gd name="connsiteY5" fmla="*/ 1873000 h 2074318"/>
              <a:gd name="connsiteX6" fmla="*/ 11963400 w 13601700"/>
              <a:gd name="connsiteY6" fmla="*/ 2012700 h 2074318"/>
              <a:gd name="connsiteX7" fmla="*/ 13601700 w 13601700"/>
              <a:gd name="connsiteY7" fmla="*/ 2000000 h 2074318"/>
              <a:gd name="connsiteX0" fmla="*/ 0 w 13601700"/>
              <a:gd name="connsiteY0" fmla="*/ 1986201 h 2111319"/>
              <a:gd name="connsiteX1" fmla="*/ 1104900 w 13601700"/>
              <a:gd name="connsiteY1" fmla="*/ 1986201 h 2111319"/>
              <a:gd name="connsiteX2" fmla="*/ 2527300 w 13601700"/>
              <a:gd name="connsiteY2" fmla="*/ 1986201 h 2111319"/>
              <a:gd name="connsiteX3" fmla="*/ 4533900 w 13601700"/>
              <a:gd name="connsiteY3" fmla="*/ 297101 h 2111319"/>
              <a:gd name="connsiteX4" fmla="*/ 6830060 w 13601700"/>
              <a:gd name="connsiteY4" fmla="*/ 38021 h 2111319"/>
              <a:gd name="connsiteX5" fmla="*/ 8966200 w 13601700"/>
              <a:gd name="connsiteY5" fmla="*/ 208201 h 2111319"/>
              <a:gd name="connsiteX6" fmla="*/ 11112500 w 13601700"/>
              <a:gd name="connsiteY6" fmla="*/ 1910001 h 2111319"/>
              <a:gd name="connsiteX7" fmla="*/ 11963400 w 13601700"/>
              <a:gd name="connsiteY7" fmla="*/ 2049701 h 2111319"/>
              <a:gd name="connsiteX8" fmla="*/ 13601700 w 13601700"/>
              <a:gd name="connsiteY8" fmla="*/ 2037001 h 2111319"/>
              <a:gd name="connsiteX0" fmla="*/ 0 w 13601700"/>
              <a:gd name="connsiteY0" fmla="*/ 1941787 h 2066905"/>
              <a:gd name="connsiteX1" fmla="*/ 1104900 w 13601700"/>
              <a:gd name="connsiteY1" fmla="*/ 1941787 h 2066905"/>
              <a:gd name="connsiteX2" fmla="*/ 2527300 w 13601700"/>
              <a:gd name="connsiteY2" fmla="*/ 1941787 h 2066905"/>
              <a:gd name="connsiteX3" fmla="*/ 4533900 w 13601700"/>
              <a:gd name="connsiteY3" fmla="*/ 252687 h 2066905"/>
              <a:gd name="connsiteX4" fmla="*/ 6822440 w 13601700"/>
              <a:gd name="connsiteY4" fmla="*/ 77427 h 2066905"/>
              <a:gd name="connsiteX5" fmla="*/ 8966200 w 13601700"/>
              <a:gd name="connsiteY5" fmla="*/ 163787 h 2066905"/>
              <a:gd name="connsiteX6" fmla="*/ 11112500 w 13601700"/>
              <a:gd name="connsiteY6" fmla="*/ 1865587 h 2066905"/>
              <a:gd name="connsiteX7" fmla="*/ 11963400 w 13601700"/>
              <a:gd name="connsiteY7" fmla="*/ 2005287 h 2066905"/>
              <a:gd name="connsiteX8" fmla="*/ 13601700 w 13601700"/>
              <a:gd name="connsiteY8" fmla="*/ 1992587 h 2066905"/>
              <a:gd name="connsiteX0" fmla="*/ 0 w 13601700"/>
              <a:gd name="connsiteY0" fmla="*/ 1937168 h 2062286"/>
              <a:gd name="connsiteX1" fmla="*/ 1104900 w 13601700"/>
              <a:gd name="connsiteY1" fmla="*/ 1937168 h 2062286"/>
              <a:gd name="connsiteX2" fmla="*/ 2527300 w 13601700"/>
              <a:gd name="connsiteY2" fmla="*/ 1937168 h 2062286"/>
              <a:gd name="connsiteX3" fmla="*/ 4533900 w 13601700"/>
              <a:gd name="connsiteY3" fmla="*/ 248068 h 2062286"/>
              <a:gd name="connsiteX4" fmla="*/ 6822440 w 13601700"/>
              <a:gd name="connsiteY4" fmla="*/ 72808 h 2062286"/>
              <a:gd name="connsiteX5" fmla="*/ 9202420 w 13601700"/>
              <a:gd name="connsiteY5" fmla="*/ 166788 h 2062286"/>
              <a:gd name="connsiteX6" fmla="*/ 11112500 w 13601700"/>
              <a:gd name="connsiteY6" fmla="*/ 1860968 h 2062286"/>
              <a:gd name="connsiteX7" fmla="*/ 11963400 w 13601700"/>
              <a:gd name="connsiteY7" fmla="*/ 2000668 h 2062286"/>
              <a:gd name="connsiteX8" fmla="*/ 13601700 w 13601700"/>
              <a:gd name="connsiteY8" fmla="*/ 1987968 h 2062286"/>
              <a:gd name="connsiteX0" fmla="*/ 0 w 13601700"/>
              <a:gd name="connsiteY0" fmla="*/ 1887901 h 2013019"/>
              <a:gd name="connsiteX1" fmla="*/ 1104900 w 13601700"/>
              <a:gd name="connsiteY1" fmla="*/ 1887901 h 2013019"/>
              <a:gd name="connsiteX2" fmla="*/ 2527300 w 13601700"/>
              <a:gd name="connsiteY2" fmla="*/ 1887901 h 2013019"/>
              <a:gd name="connsiteX3" fmla="*/ 4533900 w 13601700"/>
              <a:gd name="connsiteY3" fmla="*/ 198801 h 2013019"/>
              <a:gd name="connsiteX4" fmla="*/ 6822440 w 13601700"/>
              <a:gd name="connsiteY4" fmla="*/ 23541 h 2013019"/>
              <a:gd name="connsiteX5" fmla="*/ 9202420 w 13601700"/>
              <a:gd name="connsiteY5" fmla="*/ 117521 h 2013019"/>
              <a:gd name="connsiteX6" fmla="*/ 11112500 w 13601700"/>
              <a:gd name="connsiteY6" fmla="*/ 1811701 h 2013019"/>
              <a:gd name="connsiteX7" fmla="*/ 11963400 w 13601700"/>
              <a:gd name="connsiteY7" fmla="*/ 1951401 h 2013019"/>
              <a:gd name="connsiteX8" fmla="*/ 13601700 w 13601700"/>
              <a:gd name="connsiteY8" fmla="*/ 1938701 h 2013019"/>
              <a:gd name="connsiteX0" fmla="*/ 0 w 13601700"/>
              <a:gd name="connsiteY0" fmla="*/ 1903306 h 2028424"/>
              <a:gd name="connsiteX1" fmla="*/ 1104900 w 13601700"/>
              <a:gd name="connsiteY1" fmla="*/ 1903306 h 2028424"/>
              <a:gd name="connsiteX2" fmla="*/ 2527300 w 13601700"/>
              <a:gd name="connsiteY2" fmla="*/ 1903306 h 2028424"/>
              <a:gd name="connsiteX3" fmla="*/ 4533900 w 13601700"/>
              <a:gd name="connsiteY3" fmla="*/ 214206 h 2028424"/>
              <a:gd name="connsiteX4" fmla="*/ 6822440 w 13601700"/>
              <a:gd name="connsiteY4" fmla="*/ 38946 h 2028424"/>
              <a:gd name="connsiteX5" fmla="*/ 9202420 w 13601700"/>
              <a:gd name="connsiteY5" fmla="*/ 132926 h 2028424"/>
              <a:gd name="connsiteX6" fmla="*/ 11112500 w 13601700"/>
              <a:gd name="connsiteY6" fmla="*/ 1827106 h 2028424"/>
              <a:gd name="connsiteX7" fmla="*/ 11963400 w 13601700"/>
              <a:gd name="connsiteY7" fmla="*/ 1966806 h 2028424"/>
              <a:gd name="connsiteX8" fmla="*/ 13601700 w 13601700"/>
              <a:gd name="connsiteY8" fmla="*/ 1954106 h 2028424"/>
              <a:gd name="connsiteX0" fmla="*/ 0 w 13601700"/>
              <a:gd name="connsiteY0" fmla="*/ 1940021 h 2071913"/>
              <a:gd name="connsiteX1" fmla="*/ 1104900 w 13601700"/>
              <a:gd name="connsiteY1" fmla="*/ 1940021 h 2071913"/>
              <a:gd name="connsiteX2" fmla="*/ 2527300 w 13601700"/>
              <a:gd name="connsiteY2" fmla="*/ 1940021 h 2071913"/>
              <a:gd name="connsiteX3" fmla="*/ 4549140 w 13601700"/>
              <a:gd name="connsiteY3" fmla="*/ 159481 h 2071913"/>
              <a:gd name="connsiteX4" fmla="*/ 6822440 w 13601700"/>
              <a:gd name="connsiteY4" fmla="*/ 75661 h 2071913"/>
              <a:gd name="connsiteX5" fmla="*/ 9202420 w 13601700"/>
              <a:gd name="connsiteY5" fmla="*/ 169641 h 2071913"/>
              <a:gd name="connsiteX6" fmla="*/ 11112500 w 13601700"/>
              <a:gd name="connsiteY6" fmla="*/ 1863821 h 2071913"/>
              <a:gd name="connsiteX7" fmla="*/ 11963400 w 13601700"/>
              <a:gd name="connsiteY7" fmla="*/ 2003521 h 2071913"/>
              <a:gd name="connsiteX8" fmla="*/ 13601700 w 13601700"/>
              <a:gd name="connsiteY8" fmla="*/ 1990821 h 2071913"/>
              <a:gd name="connsiteX0" fmla="*/ 0 w 13601700"/>
              <a:gd name="connsiteY0" fmla="*/ 1910568 h 2042460"/>
              <a:gd name="connsiteX1" fmla="*/ 1104900 w 13601700"/>
              <a:gd name="connsiteY1" fmla="*/ 1910568 h 2042460"/>
              <a:gd name="connsiteX2" fmla="*/ 2527300 w 13601700"/>
              <a:gd name="connsiteY2" fmla="*/ 1910568 h 2042460"/>
              <a:gd name="connsiteX3" fmla="*/ 4549140 w 13601700"/>
              <a:gd name="connsiteY3" fmla="*/ 130028 h 2042460"/>
              <a:gd name="connsiteX4" fmla="*/ 6822440 w 13601700"/>
              <a:gd name="connsiteY4" fmla="*/ 46208 h 2042460"/>
              <a:gd name="connsiteX5" fmla="*/ 9202420 w 13601700"/>
              <a:gd name="connsiteY5" fmla="*/ 140188 h 2042460"/>
              <a:gd name="connsiteX6" fmla="*/ 11112500 w 13601700"/>
              <a:gd name="connsiteY6" fmla="*/ 1834368 h 2042460"/>
              <a:gd name="connsiteX7" fmla="*/ 11963400 w 13601700"/>
              <a:gd name="connsiteY7" fmla="*/ 1974068 h 2042460"/>
              <a:gd name="connsiteX8" fmla="*/ 13601700 w 13601700"/>
              <a:gd name="connsiteY8" fmla="*/ 1961368 h 2042460"/>
              <a:gd name="connsiteX0" fmla="*/ 0 w 13601700"/>
              <a:gd name="connsiteY0" fmla="*/ 1910568 h 2082258"/>
              <a:gd name="connsiteX1" fmla="*/ 1104900 w 13601700"/>
              <a:gd name="connsiteY1" fmla="*/ 1910568 h 2082258"/>
              <a:gd name="connsiteX2" fmla="*/ 1987550 w 13601700"/>
              <a:gd name="connsiteY2" fmla="*/ 2012168 h 2082258"/>
              <a:gd name="connsiteX3" fmla="*/ 2527300 w 13601700"/>
              <a:gd name="connsiteY3" fmla="*/ 1910568 h 2082258"/>
              <a:gd name="connsiteX4" fmla="*/ 4549140 w 13601700"/>
              <a:gd name="connsiteY4" fmla="*/ 130028 h 2082258"/>
              <a:gd name="connsiteX5" fmla="*/ 6822440 w 13601700"/>
              <a:gd name="connsiteY5" fmla="*/ 46208 h 2082258"/>
              <a:gd name="connsiteX6" fmla="*/ 9202420 w 13601700"/>
              <a:gd name="connsiteY6" fmla="*/ 140188 h 2082258"/>
              <a:gd name="connsiteX7" fmla="*/ 11112500 w 13601700"/>
              <a:gd name="connsiteY7" fmla="*/ 1834368 h 2082258"/>
              <a:gd name="connsiteX8" fmla="*/ 11963400 w 13601700"/>
              <a:gd name="connsiteY8" fmla="*/ 1974068 h 2082258"/>
              <a:gd name="connsiteX9" fmla="*/ 13601700 w 13601700"/>
              <a:gd name="connsiteY9" fmla="*/ 1961368 h 2082258"/>
              <a:gd name="connsiteX0" fmla="*/ 0 w 13601700"/>
              <a:gd name="connsiteY0" fmla="*/ 1910568 h 2065820"/>
              <a:gd name="connsiteX1" fmla="*/ 1104900 w 13601700"/>
              <a:gd name="connsiteY1" fmla="*/ 1910568 h 2065820"/>
              <a:gd name="connsiteX2" fmla="*/ 1987550 w 13601700"/>
              <a:gd name="connsiteY2" fmla="*/ 1974068 h 2065820"/>
              <a:gd name="connsiteX3" fmla="*/ 2527300 w 13601700"/>
              <a:gd name="connsiteY3" fmla="*/ 1910568 h 2065820"/>
              <a:gd name="connsiteX4" fmla="*/ 4549140 w 13601700"/>
              <a:gd name="connsiteY4" fmla="*/ 130028 h 2065820"/>
              <a:gd name="connsiteX5" fmla="*/ 6822440 w 13601700"/>
              <a:gd name="connsiteY5" fmla="*/ 46208 h 2065820"/>
              <a:gd name="connsiteX6" fmla="*/ 9202420 w 13601700"/>
              <a:gd name="connsiteY6" fmla="*/ 140188 h 2065820"/>
              <a:gd name="connsiteX7" fmla="*/ 11112500 w 13601700"/>
              <a:gd name="connsiteY7" fmla="*/ 1834368 h 2065820"/>
              <a:gd name="connsiteX8" fmla="*/ 11963400 w 13601700"/>
              <a:gd name="connsiteY8" fmla="*/ 1974068 h 2065820"/>
              <a:gd name="connsiteX9" fmla="*/ 13601700 w 13601700"/>
              <a:gd name="connsiteY9" fmla="*/ 1961368 h 2065820"/>
              <a:gd name="connsiteX0" fmla="*/ 0 w 13601700"/>
              <a:gd name="connsiteY0" fmla="*/ 1910568 h 2088641"/>
              <a:gd name="connsiteX1" fmla="*/ 1104900 w 13601700"/>
              <a:gd name="connsiteY1" fmla="*/ 1910568 h 2088641"/>
              <a:gd name="connsiteX2" fmla="*/ 1987550 w 13601700"/>
              <a:gd name="connsiteY2" fmla="*/ 1974068 h 2088641"/>
              <a:gd name="connsiteX3" fmla="*/ 2527300 w 13601700"/>
              <a:gd name="connsiteY3" fmla="*/ 1910568 h 2088641"/>
              <a:gd name="connsiteX4" fmla="*/ 4549140 w 13601700"/>
              <a:gd name="connsiteY4" fmla="*/ 130028 h 2088641"/>
              <a:gd name="connsiteX5" fmla="*/ 6822440 w 13601700"/>
              <a:gd name="connsiteY5" fmla="*/ 46208 h 2088641"/>
              <a:gd name="connsiteX6" fmla="*/ 9202420 w 13601700"/>
              <a:gd name="connsiteY6" fmla="*/ 140188 h 2088641"/>
              <a:gd name="connsiteX7" fmla="*/ 11112500 w 13601700"/>
              <a:gd name="connsiteY7" fmla="*/ 1834368 h 2088641"/>
              <a:gd name="connsiteX8" fmla="*/ 11963400 w 13601700"/>
              <a:gd name="connsiteY8" fmla="*/ 1974068 h 2088641"/>
              <a:gd name="connsiteX9" fmla="*/ 13601700 w 13601700"/>
              <a:gd name="connsiteY9" fmla="*/ 1961368 h 2088641"/>
              <a:gd name="connsiteX0" fmla="*/ 0 w 13601700"/>
              <a:gd name="connsiteY0" fmla="*/ 1910568 h 2068469"/>
              <a:gd name="connsiteX1" fmla="*/ 1104900 w 13601700"/>
              <a:gd name="connsiteY1" fmla="*/ 1910568 h 2068469"/>
              <a:gd name="connsiteX2" fmla="*/ 1987550 w 13601700"/>
              <a:gd name="connsiteY2" fmla="*/ 1974068 h 2068469"/>
              <a:gd name="connsiteX3" fmla="*/ 2527300 w 13601700"/>
              <a:gd name="connsiteY3" fmla="*/ 1910568 h 2068469"/>
              <a:gd name="connsiteX4" fmla="*/ 4549140 w 13601700"/>
              <a:gd name="connsiteY4" fmla="*/ 130028 h 2068469"/>
              <a:gd name="connsiteX5" fmla="*/ 6822440 w 13601700"/>
              <a:gd name="connsiteY5" fmla="*/ 46208 h 2068469"/>
              <a:gd name="connsiteX6" fmla="*/ 9202420 w 13601700"/>
              <a:gd name="connsiteY6" fmla="*/ 140188 h 2068469"/>
              <a:gd name="connsiteX7" fmla="*/ 11112500 w 13601700"/>
              <a:gd name="connsiteY7" fmla="*/ 1834368 h 2068469"/>
              <a:gd name="connsiteX8" fmla="*/ 11963400 w 13601700"/>
              <a:gd name="connsiteY8" fmla="*/ 1974068 h 2068469"/>
              <a:gd name="connsiteX9" fmla="*/ 13601700 w 13601700"/>
              <a:gd name="connsiteY9" fmla="*/ 1961368 h 2068469"/>
              <a:gd name="connsiteX0" fmla="*/ 0 w 13601700"/>
              <a:gd name="connsiteY0" fmla="*/ 1944612 h 2045638"/>
              <a:gd name="connsiteX1" fmla="*/ 1104900 w 13601700"/>
              <a:gd name="connsiteY1" fmla="*/ 1944612 h 2045638"/>
              <a:gd name="connsiteX2" fmla="*/ 1987550 w 13601700"/>
              <a:gd name="connsiteY2" fmla="*/ 2008112 h 2045638"/>
              <a:gd name="connsiteX3" fmla="*/ 4549140 w 13601700"/>
              <a:gd name="connsiteY3" fmla="*/ 164072 h 2045638"/>
              <a:gd name="connsiteX4" fmla="*/ 6822440 w 13601700"/>
              <a:gd name="connsiteY4" fmla="*/ 80252 h 2045638"/>
              <a:gd name="connsiteX5" fmla="*/ 9202420 w 13601700"/>
              <a:gd name="connsiteY5" fmla="*/ 174232 h 2045638"/>
              <a:gd name="connsiteX6" fmla="*/ 11112500 w 13601700"/>
              <a:gd name="connsiteY6" fmla="*/ 1868412 h 2045638"/>
              <a:gd name="connsiteX7" fmla="*/ 11963400 w 13601700"/>
              <a:gd name="connsiteY7" fmla="*/ 2008112 h 2045638"/>
              <a:gd name="connsiteX8" fmla="*/ 13601700 w 13601700"/>
              <a:gd name="connsiteY8" fmla="*/ 1995412 h 2045638"/>
              <a:gd name="connsiteX0" fmla="*/ 0 w 13601700"/>
              <a:gd name="connsiteY0" fmla="*/ 1912501 h 2013527"/>
              <a:gd name="connsiteX1" fmla="*/ 1104900 w 13601700"/>
              <a:gd name="connsiteY1" fmla="*/ 1912501 h 2013527"/>
              <a:gd name="connsiteX2" fmla="*/ 1987550 w 13601700"/>
              <a:gd name="connsiteY2" fmla="*/ 1976001 h 2013527"/>
              <a:gd name="connsiteX3" fmla="*/ 2606675 w 13601700"/>
              <a:gd name="connsiteY3" fmla="*/ 1528326 h 2013527"/>
              <a:gd name="connsiteX4" fmla="*/ 4549140 w 13601700"/>
              <a:gd name="connsiteY4" fmla="*/ 131961 h 2013527"/>
              <a:gd name="connsiteX5" fmla="*/ 6822440 w 13601700"/>
              <a:gd name="connsiteY5" fmla="*/ 48141 h 2013527"/>
              <a:gd name="connsiteX6" fmla="*/ 9202420 w 13601700"/>
              <a:gd name="connsiteY6" fmla="*/ 142121 h 2013527"/>
              <a:gd name="connsiteX7" fmla="*/ 11112500 w 13601700"/>
              <a:gd name="connsiteY7" fmla="*/ 1836301 h 2013527"/>
              <a:gd name="connsiteX8" fmla="*/ 11963400 w 13601700"/>
              <a:gd name="connsiteY8" fmla="*/ 1976001 h 2013527"/>
              <a:gd name="connsiteX9" fmla="*/ 13601700 w 13601700"/>
              <a:gd name="connsiteY9" fmla="*/ 1963301 h 2013527"/>
              <a:gd name="connsiteX0" fmla="*/ 0 w 13601700"/>
              <a:gd name="connsiteY0" fmla="*/ 1926082 h 2027108"/>
              <a:gd name="connsiteX1" fmla="*/ 1104900 w 13601700"/>
              <a:gd name="connsiteY1" fmla="*/ 1926082 h 2027108"/>
              <a:gd name="connsiteX2" fmla="*/ 1987550 w 13601700"/>
              <a:gd name="connsiteY2" fmla="*/ 1989582 h 2027108"/>
              <a:gd name="connsiteX3" fmla="*/ 2682875 w 13601700"/>
              <a:gd name="connsiteY3" fmla="*/ 1732407 h 2027108"/>
              <a:gd name="connsiteX4" fmla="*/ 4549140 w 13601700"/>
              <a:gd name="connsiteY4" fmla="*/ 145542 h 2027108"/>
              <a:gd name="connsiteX5" fmla="*/ 6822440 w 13601700"/>
              <a:gd name="connsiteY5" fmla="*/ 61722 h 2027108"/>
              <a:gd name="connsiteX6" fmla="*/ 9202420 w 13601700"/>
              <a:gd name="connsiteY6" fmla="*/ 155702 h 2027108"/>
              <a:gd name="connsiteX7" fmla="*/ 11112500 w 13601700"/>
              <a:gd name="connsiteY7" fmla="*/ 1849882 h 2027108"/>
              <a:gd name="connsiteX8" fmla="*/ 11963400 w 13601700"/>
              <a:gd name="connsiteY8" fmla="*/ 1989582 h 2027108"/>
              <a:gd name="connsiteX9" fmla="*/ 13601700 w 13601700"/>
              <a:gd name="connsiteY9" fmla="*/ 1976882 h 202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01700" h="2027108">
                <a:moveTo>
                  <a:pt x="0" y="1926082"/>
                </a:moveTo>
                <a:lnTo>
                  <a:pt x="1104900" y="1926082"/>
                </a:lnTo>
                <a:cubicBezTo>
                  <a:pt x="1436158" y="1943015"/>
                  <a:pt x="1750483" y="1989582"/>
                  <a:pt x="1987550" y="1989582"/>
                </a:cubicBezTo>
                <a:cubicBezTo>
                  <a:pt x="2237846" y="1925553"/>
                  <a:pt x="2255943" y="2039747"/>
                  <a:pt x="2682875" y="1732407"/>
                </a:cubicBezTo>
                <a:cubicBezTo>
                  <a:pt x="3109807" y="1425067"/>
                  <a:pt x="3859213" y="423989"/>
                  <a:pt x="4549140" y="145542"/>
                </a:cubicBezTo>
                <a:cubicBezTo>
                  <a:pt x="5239067" y="-132905"/>
                  <a:pt x="6083723" y="76539"/>
                  <a:pt x="6822440" y="61722"/>
                </a:cubicBezTo>
                <a:cubicBezTo>
                  <a:pt x="7561157" y="46905"/>
                  <a:pt x="8418830" y="-58505"/>
                  <a:pt x="9202420" y="155702"/>
                </a:cubicBezTo>
                <a:cubicBezTo>
                  <a:pt x="9986010" y="369909"/>
                  <a:pt x="10652337" y="1544235"/>
                  <a:pt x="11112500" y="1849882"/>
                </a:cubicBezTo>
                <a:cubicBezTo>
                  <a:pt x="11572663" y="2155529"/>
                  <a:pt x="11548533" y="1968415"/>
                  <a:pt x="11963400" y="1989582"/>
                </a:cubicBezTo>
                <a:cubicBezTo>
                  <a:pt x="12378267" y="2010749"/>
                  <a:pt x="12989983" y="1993815"/>
                  <a:pt x="13601700" y="1976882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0B6AF40-AFE5-C635-08E4-DE5E8A86FEF6}"/>
              </a:ext>
            </a:extLst>
          </p:cNvPr>
          <p:cNvSpPr/>
          <p:nvPr/>
        </p:nvSpPr>
        <p:spPr bwMode="auto">
          <a:xfrm>
            <a:off x="-635000" y="1374766"/>
            <a:ext cx="13601700" cy="2027108"/>
          </a:xfrm>
          <a:custGeom>
            <a:avLst/>
            <a:gdLst>
              <a:gd name="connsiteX0" fmla="*/ 0 w 15138400"/>
              <a:gd name="connsiteY0" fmla="*/ 1949200 h 2074318"/>
              <a:gd name="connsiteX1" fmla="*/ 2641600 w 15138400"/>
              <a:gd name="connsiteY1" fmla="*/ 1949200 h 2074318"/>
              <a:gd name="connsiteX2" fmla="*/ 4064000 w 15138400"/>
              <a:gd name="connsiteY2" fmla="*/ 1949200 h 2074318"/>
              <a:gd name="connsiteX3" fmla="*/ 6070600 w 15138400"/>
              <a:gd name="connsiteY3" fmla="*/ 260100 h 2074318"/>
              <a:gd name="connsiteX4" fmla="*/ 10502900 w 15138400"/>
              <a:gd name="connsiteY4" fmla="*/ 171200 h 2074318"/>
              <a:gd name="connsiteX5" fmla="*/ 12649200 w 15138400"/>
              <a:gd name="connsiteY5" fmla="*/ 1873000 h 2074318"/>
              <a:gd name="connsiteX6" fmla="*/ 13500100 w 15138400"/>
              <a:gd name="connsiteY6" fmla="*/ 2012700 h 2074318"/>
              <a:gd name="connsiteX7" fmla="*/ 15138400 w 15138400"/>
              <a:gd name="connsiteY7" fmla="*/ 2000000 h 2074318"/>
              <a:gd name="connsiteX0" fmla="*/ 0 w 13601700"/>
              <a:gd name="connsiteY0" fmla="*/ 1949200 h 2074318"/>
              <a:gd name="connsiteX1" fmla="*/ 1104900 w 13601700"/>
              <a:gd name="connsiteY1" fmla="*/ 1949200 h 2074318"/>
              <a:gd name="connsiteX2" fmla="*/ 2527300 w 13601700"/>
              <a:gd name="connsiteY2" fmla="*/ 1949200 h 2074318"/>
              <a:gd name="connsiteX3" fmla="*/ 4533900 w 13601700"/>
              <a:gd name="connsiteY3" fmla="*/ 260100 h 2074318"/>
              <a:gd name="connsiteX4" fmla="*/ 8966200 w 13601700"/>
              <a:gd name="connsiteY4" fmla="*/ 171200 h 2074318"/>
              <a:gd name="connsiteX5" fmla="*/ 11112500 w 13601700"/>
              <a:gd name="connsiteY5" fmla="*/ 1873000 h 2074318"/>
              <a:gd name="connsiteX6" fmla="*/ 11963400 w 13601700"/>
              <a:gd name="connsiteY6" fmla="*/ 2012700 h 2074318"/>
              <a:gd name="connsiteX7" fmla="*/ 13601700 w 13601700"/>
              <a:gd name="connsiteY7" fmla="*/ 2000000 h 2074318"/>
              <a:gd name="connsiteX0" fmla="*/ 0 w 13601700"/>
              <a:gd name="connsiteY0" fmla="*/ 1986201 h 2111319"/>
              <a:gd name="connsiteX1" fmla="*/ 1104900 w 13601700"/>
              <a:gd name="connsiteY1" fmla="*/ 1986201 h 2111319"/>
              <a:gd name="connsiteX2" fmla="*/ 2527300 w 13601700"/>
              <a:gd name="connsiteY2" fmla="*/ 1986201 h 2111319"/>
              <a:gd name="connsiteX3" fmla="*/ 4533900 w 13601700"/>
              <a:gd name="connsiteY3" fmla="*/ 297101 h 2111319"/>
              <a:gd name="connsiteX4" fmla="*/ 6830060 w 13601700"/>
              <a:gd name="connsiteY4" fmla="*/ 38021 h 2111319"/>
              <a:gd name="connsiteX5" fmla="*/ 8966200 w 13601700"/>
              <a:gd name="connsiteY5" fmla="*/ 208201 h 2111319"/>
              <a:gd name="connsiteX6" fmla="*/ 11112500 w 13601700"/>
              <a:gd name="connsiteY6" fmla="*/ 1910001 h 2111319"/>
              <a:gd name="connsiteX7" fmla="*/ 11963400 w 13601700"/>
              <a:gd name="connsiteY7" fmla="*/ 2049701 h 2111319"/>
              <a:gd name="connsiteX8" fmla="*/ 13601700 w 13601700"/>
              <a:gd name="connsiteY8" fmla="*/ 2037001 h 2111319"/>
              <a:gd name="connsiteX0" fmla="*/ 0 w 13601700"/>
              <a:gd name="connsiteY0" fmla="*/ 1941787 h 2066905"/>
              <a:gd name="connsiteX1" fmla="*/ 1104900 w 13601700"/>
              <a:gd name="connsiteY1" fmla="*/ 1941787 h 2066905"/>
              <a:gd name="connsiteX2" fmla="*/ 2527300 w 13601700"/>
              <a:gd name="connsiteY2" fmla="*/ 1941787 h 2066905"/>
              <a:gd name="connsiteX3" fmla="*/ 4533900 w 13601700"/>
              <a:gd name="connsiteY3" fmla="*/ 252687 h 2066905"/>
              <a:gd name="connsiteX4" fmla="*/ 6822440 w 13601700"/>
              <a:gd name="connsiteY4" fmla="*/ 77427 h 2066905"/>
              <a:gd name="connsiteX5" fmla="*/ 8966200 w 13601700"/>
              <a:gd name="connsiteY5" fmla="*/ 163787 h 2066905"/>
              <a:gd name="connsiteX6" fmla="*/ 11112500 w 13601700"/>
              <a:gd name="connsiteY6" fmla="*/ 1865587 h 2066905"/>
              <a:gd name="connsiteX7" fmla="*/ 11963400 w 13601700"/>
              <a:gd name="connsiteY7" fmla="*/ 2005287 h 2066905"/>
              <a:gd name="connsiteX8" fmla="*/ 13601700 w 13601700"/>
              <a:gd name="connsiteY8" fmla="*/ 1992587 h 2066905"/>
              <a:gd name="connsiteX0" fmla="*/ 0 w 13601700"/>
              <a:gd name="connsiteY0" fmla="*/ 1937168 h 2062286"/>
              <a:gd name="connsiteX1" fmla="*/ 1104900 w 13601700"/>
              <a:gd name="connsiteY1" fmla="*/ 1937168 h 2062286"/>
              <a:gd name="connsiteX2" fmla="*/ 2527300 w 13601700"/>
              <a:gd name="connsiteY2" fmla="*/ 1937168 h 2062286"/>
              <a:gd name="connsiteX3" fmla="*/ 4533900 w 13601700"/>
              <a:gd name="connsiteY3" fmla="*/ 248068 h 2062286"/>
              <a:gd name="connsiteX4" fmla="*/ 6822440 w 13601700"/>
              <a:gd name="connsiteY4" fmla="*/ 72808 h 2062286"/>
              <a:gd name="connsiteX5" fmla="*/ 9202420 w 13601700"/>
              <a:gd name="connsiteY5" fmla="*/ 166788 h 2062286"/>
              <a:gd name="connsiteX6" fmla="*/ 11112500 w 13601700"/>
              <a:gd name="connsiteY6" fmla="*/ 1860968 h 2062286"/>
              <a:gd name="connsiteX7" fmla="*/ 11963400 w 13601700"/>
              <a:gd name="connsiteY7" fmla="*/ 2000668 h 2062286"/>
              <a:gd name="connsiteX8" fmla="*/ 13601700 w 13601700"/>
              <a:gd name="connsiteY8" fmla="*/ 1987968 h 2062286"/>
              <a:gd name="connsiteX0" fmla="*/ 0 w 13601700"/>
              <a:gd name="connsiteY0" fmla="*/ 1887901 h 2013019"/>
              <a:gd name="connsiteX1" fmla="*/ 1104900 w 13601700"/>
              <a:gd name="connsiteY1" fmla="*/ 1887901 h 2013019"/>
              <a:gd name="connsiteX2" fmla="*/ 2527300 w 13601700"/>
              <a:gd name="connsiteY2" fmla="*/ 1887901 h 2013019"/>
              <a:gd name="connsiteX3" fmla="*/ 4533900 w 13601700"/>
              <a:gd name="connsiteY3" fmla="*/ 198801 h 2013019"/>
              <a:gd name="connsiteX4" fmla="*/ 6822440 w 13601700"/>
              <a:gd name="connsiteY4" fmla="*/ 23541 h 2013019"/>
              <a:gd name="connsiteX5" fmla="*/ 9202420 w 13601700"/>
              <a:gd name="connsiteY5" fmla="*/ 117521 h 2013019"/>
              <a:gd name="connsiteX6" fmla="*/ 11112500 w 13601700"/>
              <a:gd name="connsiteY6" fmla="*/ 1811701 h 2013019"/>
              <a:gd name="connsiteX7" fmla="*/ 11963400 w 13601700"/>
              <a:gd name="connsiteY7" fmla="*/ 1951401 h 2013019"/>
              <a:gd name="connsiteX8" fmla="*/ 13601700 w 13601700"/>
              <a:gd name="connsiteY8" fmla="*/ 1938701 h 2013019"/>
              <a:gd name="connsiteX0" fmla="*/ 0 w 13601700"/>
              <a:gd name="connsiteY0" fmla="*/ 1903306 h 2028424"/>
              <a:gd name="connsiteX1" fmla="*/ 1104900 w 13601700"/>
              <a:gd name="connsiteY1" fmla="*/ 1903306 h 2028424"/>
              <a:gd name="connsiteX2" fmla="*/ 2527300 w 13601700"/>
              <a:gd name="connsiteY2" fmla="*/ 1903306 h 2028424"/>
              <a:gd name="connsiteX3" fmla="*/ 4533900 w 13601700"/>
              <a:gd name="connsiteY3" fmla="*/ 214206 h 2028424"/>
              <a:gd name="connsiteX4" fmla="*/ 6822440 w 13601700"/>
              <a:gd name="connsiteY4" fmla="*/ 38946 h 2028424"/>
              <a:gd name="connsiteX5" fmla="*/ 9202420 w 13601700"/>
              <a:gd name="connsiteY5" fmla="*/ 132926 h 2028424"/>
              <a:gd name="connsiteX6" fmla="*/ 11112500 w 13601700"/>
              <a:gd name="connsiteY6" fmla="*/ 1827106 h 2028424"/>
              <a:gd name="connsiteX7" fmla="*/ 11963400 w 13601700"/>
              <a:gd name="connsiteY7" fmla="*/ 1966806 h 2028424"/>
              <a:gd name="connsiteX8" fmla="*/ 13601700 w 13601700"/>
              <a:gd name="connsiteY8" fmla="*/ 1954106 h 2028424"/>
              <a:gd name="connsiteX0" fmla="*/ 0 w 13601700"/>
              <a:gd name="connsiteY0" fmla="*/ 1940021 h 2071913"/>
              <a:gd name="connsiteX1" fmla="*/ 1104900 w 13601700"/>
              <a:gd name="connsiteY1" fmla="*/ 1940021 h 2071913"/>
              <a:gd name="connsiteX2" fmla="*/ 2527300 w 13601700"/>
              <a:gd name="connsiteY2" fmla="*/ 1940021 h 2071913"/>
              <a:gd name="connsiteX3" fmla="*/ 4549140 w 13601700"/>
              <a:gd name="connsiteY3" fmla="*/ 159481 h 2071913"/>
              <a:gd name="connsiteX4" fmla="*/ 6822440 w 13601700"/>
              <a:gd name="connsiteY4" fmla="*/ 75661 h 2071913"/>
              <a:gd name="connsiteX5" fmla="*/ 9202420 w 13601700"/>
              <a:gd name="connsiteY5" fmla="*/ 169641 h 2071913"/>
              <a:gd name="connsiteX6" fmla="*/ 11112500 w 13601700"/>
              <a:gd name="connsiteY6" fmla="*/ 1863821 h 2071913"/>
              <a:gd name="connsiteX7" fmla="*/ 11963400 w 13601700"/>
              <a:gd name="connsiteY7" fmla="*/ 2003521 h 2071913"/>
              <a:gd name="connsiteX8" fmla="*/ 13601700 w 13601700"/>
              <a:gd name="connsiteY8" fmla="*/ 1990821 h 2071913"/>
              <a:gd name="connsiteX0" fmla="*/ 0 w 13601700"/>
              <a:gd name="connsiteY0" fmla="*/ 1910568 h 2042460"/>
              <a:gd name="connsiteX1" fmla="*/ 1104900 w 13601700"/>
              <a:gd name="connsiteY1" fmla="*/ 1910568 h 2042460"/>
              <a:gd name="connsiteX2" fmla="*/ 2527300 w 13601700"/>
              <a:gd name="connsiteY2" fmla="*/ 1910568 h 2042460"/>
              <a:gd name="connsiteX3" fmla="*/ 4549140 w 13601700"/>
              <a:gd name="connsiteY3" fmla="*/ 130028 h 2042460"/>
              <a:gd name="connsiteX4" fmla="*/ 6822440 w 13601700"/>
              <a:gd name="connsiteY4" fmla="*/ 46208 h 2042460"/>
              <a:gd name="connsiteX5" fmla="*/ 9202420 w 13601700"/>
              <a:gd name="connsiteY5" fmla="*/ 140188 h 2042460"/>
              <a:gd name="connsiteX6" fmla="*/ 11112500 w 13601700"/>
              <a:gd name="connsiteY6" fmla="*/ 1834368 h 2042460"/>
              <a:gd name="connsiteX7" fmla="*/ 11963400 w 13601700"/>
              <a:gd name="connsiteY7" fmla="*/ 1974068 h 2042460"/>
              <a:gd name="connsiteX8" fmla="*/ 13601700 w 13601700"/>
              <a:gd name="connsiteY8" fmla="*/ 1961368 h 2042460"/>
              <a:gd name="connsiteX0" fmla="*/ 0 w 13601700"/>
              <a:gd name="connsiteY0" fmla="*/ 1910568 h 2082258"/>
              <a:gd name="connsiteX1" fmla="*/ 1104900 w 13601700"/>
              <a:gd name="connsiteY1" fmla="*/ 1910568 h 2082258"/>
              <a:gd name="connsiteX2" fmla="*/ 1987550 w 13601700"/>
              <a:gd name="connsiteY2" fmla="*/ 2012168 h 2082258"/>
              <a:gd name="connsiteX3" fmla="*/ 2527300 w 13601700"/>
              <a:gd name="connsiteY3" fmla="*/ 1910568 h 2082258"/>
              <a:gd name="connsiteX4" fmla="*/ 4549140 w 13601700"/>
              <a:gd name="connsiteY4" fmla="*/ 130028 h 2082258"/>
              <a:gd name="connsiteX5" fmla="*/ 6822440 w 13601700"/>
              <a:gd name="connsiteY5" fmla="*/ 46208 h 2082258"/>
              <a:gd name="connsiteX6" fmla="*/ 9202420 w 13601700"/>
              <a:gd name="connsiteY6" fmla="*/ 140188 h 2082258"/>
              <a:gd name="connsiteX7" fmla="*/ 11112500 w 13601700"/>
              <a:gd name="connsiteY7" fmla="*/ 1834368 h 2082258"/>
              <a:gd name="connsiteX8" fmla="*/ 11963400 w 13601700"/>
              <a:gd name="connsiteY8" fmla="*/ 1974068 h 2082258"/>
              <a:gd name="connsiteX9" fmla="*/ 13601700 w 13601700"/>
              <a:gd name="connsiteY9" fmla="*/ 1961368 h 2082258"/>
              <a:gd name="connsiteX0" fmla="*/ 0 w 13601700"/>
              <a:gd name="connsiteY0" fmla="*/ 1910568 h 2065820"/>
              <a:gd name="connsiteX1" fmla="*/ 1104900 w 13601700"/>
              <a:gd name="connsiteY1" fmla="*/ 1910568 h 2065820"/>
              <a:gd name="connsiteX2" fmla="*/ 1987550 w 13601700"/>
              <a:gd name="connsiteY2" fmla="*/ 1974068 h 2065820"/>
              <a:gd name="connsiteX3" fmla="*/ 2527300 w 13601700"/>
              <a:gd name="connsiteY3" fmla="*/ 1910568 h 2065820"/>
              <a:gd name="connsiteX4" fmla="*/ 4549140 w 13601700"/>
              <a:gd name="connsiteY4" fmla="*/ 130028 h 2065820"/>
              <a:gd name="connsiteX5" fmla="*/ 6822440 w 13601700"/>
              <a:gd name="connsiteY5" fmla="*/ 46208 h 2065820"/>
              <a:gd name="connsiteX6" fmla="*/ 9202420 w 13601700"/>
              <a:gd name="connsiteY6" fmla="*/ 140188 h 2065820"/>
              <a:gd name="connsiteX7" fmla="*/ 11112500 w 13601700"/>
              <a:gd name="connsiteY7" fmla="*/ 1834368 h 2065820"/>
              <a:gd name="connsiteX8" fmla="*/ 11963400 w 13601700"/>
              <a:gd name="connsiteY8" fmla="*/ 1974068 h 2065820"/>
              <a:gd name="connsiteX9" fmla="*/ 13601700 w 13601700"/>
              <a:gd name="connsiteY9" fmla="*/ 1961368 h 2065820"/>
              <a:gd name="connsiteX0" fmla="*/ 0 w 13601700"/>
              <a:gd name="connsiteY0" fmla="*/ 1910568 h 2088641"/>
              <a:gd name="connsiteX1" fmla="*/ 1104900 w 13601700"/>
              <a:gd name="connsiteY1" fmla="*/ 1910568 h 2088641"/>
              <a:gd name="connsiteX2" fmla="*/ 1987550 w 13601700"/>
              <a:gd name="connsiteY2" fmla="*/ 1974068 h 2088641"/>
              <a:gd name="connsiteX3" fmla="*/ 2527300 w 13601700"/>
              <a:gd name="connsiteY3" fmla="*/ 1910568 h 2088641"/>
              <a:gd name="connsiteX4" fmla="*/ 4549140 w 13601700"/>
              <a:gd name="connsiteY4" fmla="*/ 130028 h 2088641"/>
              <a:gd name="connsiteX5" fmla="*/ 6822440 w 13601700"/>
              <a:gd name="connsiteY5" fmla="*/ 46208 h 2088641"/>
              <a:gd name="connsiteX6" fmla="*/ 9202420 w 13601700"/>
              <a:gd name="connsiteY6" fmla="*/ 140188 h 2088641"/>
              <a:gd name="connsiteX7" fmla="*/ 11112500 w 13601700"/>
              <a:gd name="connsiteY7" fmla="*/ 1834368 h 2088641"/>
              <a:gd name="connsiteX8" fmla="*/ 11963400 w 13601700"/>
              <a:gd name="connsiteY8" fmla="*/ 1974068 h 2088641"/>
              <a:gd name="connsiteX9" fmla="*/ 13601700 w 13601700"/>
              <a:gd name="connsiteY9" fmla="*/ 1961368 h 2088641"/>
              <a:gd name="connsiteX0" fmla="*/ 0 w 13601700"/>
              <a:gd name="connsiteY0" fmla="*/ 1910568 h 2068469"/>
              <a:gd name="connsiteX1" fmla="*/ 1104900 w 13601700"/>
              <a:gd name="connsiteY1" fmla="*/ 1910568 h 2068469"/>
              <a:gd name="connsiteX2" fmla="*/ 1987550 w 13601700"/>
              <a:gd name="connsiteY2" fmla="*/ 1974068 h 2068469"/>
              <a:gd name="connsiteX3" fmla="*/ 2527300 w 13601700"/>
              <a:gd name="connsiteY3" fmla="*/ 1910568 h 2068469"/>
              <a:gd name="connsiteX4" fmla="*/ 4549140 w 13601700"/>
              <a:gd name="connsiteY4" fmla="*/ 130028 h 2068469"/>
              <a:gd name="connsiteX5" fmla="*/ 6822440 w 13601700"/>
              <a:gd name="connsiteY5" fmla="*/ 46208 h 2068469"/>
              <a:gd name="connsiteX6" fmla="*/ 9202420 w 13601700"/>
              <a:gd name="connsiteY6" fmla="*/ 140188 h 2068469"/>
              <a:gd name="connsiteX7" fmla="*/ 11112500 w 13601700"/>
              <a:gd name="connsiteY7" fmla="*/ 1834368 h 2068469"/>
              <a:gd name="connsiteX8" fmla="*/ 11963400 w 13601700"/>
              <a:gd name="connsiteY8" fmla="*/ 1974068 h 2068469"/>
              <a:gd name="connsiteX9" fmla="*/ 13601700 w 13601700"/>
              <a:gd name="connsiteY9" fmla="*/ 1961368 h 2068469"/>
              <a:gd name="connsiteX0" fmla="*/ 0 w 13601700"/>
              <a:gd name="connsiteY0" fmla="*/ 1944612 h 2045638"/>
              <a:gd name="connsiteX1" fmla="*/ 1104900 w 13601700"/>
              <a:gd name="connsiteY1" fmla="*/ 1944612 h 2045638"/>
              <a:gd name="connsiteX2" fmla="*/ 1987550 w 13601700"/>
              <a:gd name="connsiteY2" fmla="*/ 2008112 h 2045638"/>
              <a:gd name="connsiteX3" fmla="*/ 4549140 w 13601700"/>
              <a:gd name="connsiteY3" fmla="*/ 164072 h 2045638"/>
              <a:gd name="connsiteX4" fmla="*/ 6822440 w 13601700"/>
              <a:gd name="connsiteY4" fmla="*/ 80252 h 2045638"/>
              <a:gd name="connsiteX5" fmla="*/ 9202420 w 13601700"/>
              <a:gd name="connsiteY5" fmla="*/ 174232 h 2045638"/>
              <a:gd name="connsiteX6" fmla="*/ 11112500 w 13601700"/>
              <a:gd name="connsiteY6" fmla="*/ 1868412 h 2045638"/>
              <a:gd name="connsiteX7" fmla="*/ 11963400 w 13601700"/>
              <a:gd name="connsiteY7" fmla="*/ 2008112 h 2045638"/>
              <a:gd name="connsiteX8" fmla="*/ 13601700 w 13601700"/>
              <a:gd name="connsiteY8" fmla="*/ 1995412 h 2045638"/>
              <a:gd name="connsiteX0" fmla="*/ 0 w 13601700"/>
              <a:gd name="connsiteY0" fmla="*/ 1912501 h 2013527"/>
              <a:gd name="connsiteX1" fmla="*/ 1104900 w 13601700"/>
              <a:gd name="connsiteY1" fmla="*/ 1912501 h 2013527"/>
              <a:gd name="connsiteX2" fmla="*/ 1987550 w 13601700"/>
              <a:gd name="connsiteY2" fmla="*/ 1976001 h 2013527"/>
              <a:gd name="connsiteX3" fmla="*/ 2606675 w 13601700"/>
              <a:gd name="connsiteY3" fmla="*/ 1528326 h 2013527"/>
              <a:gd name="connsiteX4" fmla="*/ 4549140 w 13601700"/>
              <a:gd name="connsiteY4" fmla="*/ 131961 h 2013527"/>
              <a:gd name="connsiteX5" fmla="*/ 6822440 w 13601700"/>
              <a:gd name="connsiteY5" fmla="*/ 48141 h 2013527"/>
              <a:gd name="connsiteX6" fmla="*/ 9202420 w 13601700"/>
              <a:gd name="connsiteY6" fmla="*/ 142121 h 2013527"/>
              <a:gd name="connsiteX7" fmla="*/ 11112500 w 13601700"/>
              <a:gd name="connsiteY7" fmla="*/ 1836301 h 2013527"/>
              <a:gd name="connsiteX8" fmla="*/ 11963400 w 13601700"/>
              <a:gd name="connsiteY8" fmla="*/ 1976001 h 2013527"/>
              <a:gd name="connsiteX9" fmla="*/ 13601700 w 13601700"/>
              <a:gd name="connsiteY9" fmla="*/ 1963301 h 2013527"/>
              <a:gd name="connsiteX0" fmla="*/ 0 w 13601700"/>
              <a:gd name="connsiteY0" fmla="*/ 1926082 h 2027108"/>
              <a:gd name="connsiteX1" fmla="*/ 1104900 w 13601700"/>
              <a:gd name="connsiteY1" fmla="*/ 1926082 h 2027108"/>
              <a:gd name="connsiteX2" fmla="*/ 1987550 w 13601700"/>
              <a:gd name="connsiteY2" fmla="*/ 1989582 h 2027108"/>
              <a:gd name="connsiteX3" fmla="*/ 2682875 w 13601700"/>
              <a:gd name="connsiteY3" fmla="*/ 1732407 h 2027108"/>
              <a:gd name="connsiteX4" fmla="*/ 4549140 w 13601700"/>
              <a:gd name="connsiteY4" fmla="*/ 145542 h 2027108"/>
              <a:gd name="connsiteX5" fmla="*/ 6822440 w 13601700"/>
              <a:gd name="connsiteY5" fmla="*/ 61722 h 2027108"/>
              <a:gd name="connsiteX6" fmla="*/ 9202420 w 13601700"/>
              <a:gd name="connsiteY6" fmla="*/ 155702 h 2027108"/>
              <a:gd name="connsiteX7" fmla="*/ 11112500 w 13601700"/>
              <a:gd name="connsiteY7" fmla="*/ 1849882 h 2027108"/>
              <a:gd name="connsiteX8" fmla="*/ 11963400 w 13601700"/>
              <a:gd name="connsiteY8" fmla="*/ 1989582 h 2027108"/>
              <a:gd name="connsiteX9" fmla="*/ 13601700 w 13601700"/>
              <a:gd name="connsiteY9" fmla="*/ 1976882 h 202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01700" h="2027108">
                <a:moveTo>
                  <a:pt x="0" y="1926082"/>
                </a:moveTo>
                <a:lnTo>
                  <a:pt x="1104900" y="1926082"/>
                </a:lnTo>
                <a:cubicBezTo>
                  <a:pt x="1436158" y="1943015"/>
                  <a:pt x="1750483" y="1989582"/>
                  <a:pt x="1987550" y="1989582"/>
                </a:cubicBezTo>
                <a:cubicBezTo>
                  <a:pt x="2237846" y="1925553"/>
                  <a:pt x="2255943" y="2039747"/>
                  <a:pt x="2682875" y="1732407"/>
                </a:cubicBezTo>
                <a:cubicBezTo>
                  <a:pt x="3109807" y="1425067"/>
                  <a:pt x="3859213" y="423989"/>
                  <a:pt x="4549140" y="145542"/>
                </a:cubicBezTo>
                <a:cubicBezTo>
                  <a:pt x="5239067" y="-132905"/>
                  <a:pt x="6083723" y="76539"/>
                  <a:pt x="6822440" y="61722"/>
                </a:cubicBezTo>
                <a:cubicBezTo>
                  <a:pt x="7561157" y="46905"/>
                  <a:pt x="8418830" y="-58505"/>
                  <a:pt x="9202420" y="155702"/>
                </a:cubicBezTo>
                <a:cubicBezTo>
                  <a:pt x="9986010" y="369909"/>
                  <a:pt x="10652337" y="1544235"/>
                  <a:pt x="11112500" y="1849882"/>
                </a:cubicBezTo>
                <a:cubicBezTo>
                  <a:pt x="11572663" y="2155529"/>
                  <a:pt x="11548533" y="1968415"/>
                  <a:pt x="11963400" y="1989582"/>
                </a:cubicBezTo>
                <a:cubicBezTo>
                  <a:pt x="12378267" y="2010749"/>
                  <a:pt x="12989983" y="1993815"/>
                  <a:pt x="13601700" y="1976882"/>
                </a:cubicBezTo>
              </a:path>
            </a:pathLst>
          </a:custGeom>
          <a:noFill/>
          <a:ln w="38100">
            <a:solidFill>
              <a:srgbClr val="00B0F0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28B2614-AF3D-B322-BB61-5356553B4433}"/>
              </a:ext>
            </a:extLst>
          </p:cNvPr>
          <p:cNvSpPr/>
          <p:nvPr/>
        </p:nvSpPr>
        <p:spPr bwMode="auto">
          <a:xfrm flipV="1">
            <a:off x="-635000" y="3553401"/>
            <a:ext cx="13601700" cy="2027108"/>
          </a:xfrm>
          <a:custGeom>
            <a:avLst/>
            <a:gdLst>
              <a:gd name="connsiteX0" fmla="*/ 0 w 15138400"/>
              <a:gd name="connsiteY0" fmla="*/ 1949200 h 2074318"/>
              <a:gd name="connsiteX1" fmla="*/ 2641600 w 15138400"/>
              <a:gd name="connsiteY1" fmla="*/ 1949200 h 2074318"/>
              <a:gd name="connsiteX2" fmla="*/ 4064000 w 15138400"/>
              <a:gd name="connsiteY2" fmla="*/ 1949200 h 2074318"/>
              <a:gd name="connsiteX3" fmla="*/ 6070600 w 15138400"/>
              <a:gd name="connsiteY3" fmla="*/ 260100 h 2074318"/>
              <a:gd name="connsiteX4" fmla="*/ 10502900 w 15138400"/>
              <a:gd name="connsiteY4" fmla="*/ 171200 h 2074318"/>
              <a:gd name="connsiteX5" fmla="*/ 12649200 w 15138400"/>
              <a:gd name="connsiteY5" fmla="*/ 1873000 h 2074318"/>
              <a:gd name="connsiteX6" fmla="*/ 13500100 w 15138400"/>
              <a:gd name="connsiteY6" fmla="*/ 2012700 h 2074318"/>
              <a:gd name="connsiteX7" fmla="*/ 15138400 w 15138400"/>
              <a:gd name="connsiteY7" fmla="*/ 2000000 h 2074318"/>
              <a:gd name="connsiteX0" fmla="*/ 0 w 13601700"/>
              <a:gd name="connsiteY0" fmla="*/ 1949200 h 2074318"/>
              <a:gd name="connsiteX1" fmla="*/ 1104900 w 13601700"/>
              <a:gd name="connsiteY1" fmla="*/ 1949200 h 2074318"/>
              <a:gd name="connsiteX2" fmla="*/ 2527300 w 13601700"/>
              <a:gd name="connsiteY2" fmla="*/ 1949200 h 2074318"/>
              <a:gd name="connsiteX3" fmla="*/ 4533900 w 13601700"/>
              <a:gd name="connsiteY3" fmla="*/ 260100 h 2074318"/>
              <a:gd name="connsiteX4" fmla="*/ 8966200 w 13601700"/>
              <a:gd name="connsiteY4" fmla="*/ 171200 h 2074318"/>
              <a:gd name="connsiteX5" fmla="*/ 11112500 w 13601700"/>
              <a:gd name="connsiteY5" fmla="*/ 1873000 h 2074318"/>
              <a:gd name="connsiteX6" fmla="*/ 11963400 w 13601700"/>
              <a:gd name="connsiteY6" fmla="*/ 2012700 h 2074318"/>
              <a:gd name="connsiteX7" fmla="*/ 13601700 w 13601700"/>
              <a:gd name="connsiteY7" fmla="*/ 2000000 h 2074318"/>
              <a:gd name="connsiteX0" fmla="*/ 0 w 13601700"/>
              <a:gd name="connsiteY0" fmla="*/ 1986201 h 2111319"/>
              <a:gd name="connsiteX1" fmla="*/ 1104900 w 13601700"/>
              <a:gd name="connsiteY1" fmla="*/ 1986201 h 2111319"/>
              <a:gd name="connsiteX2" fmla="*/ 2527300 w 13601700"/>
              <a:gd name="connsiteY2" fmla="*/ 1986201 h 2111319"/>
              <a:gd name="connsiteX3" fmla="*/ 4533900 w 13601700"/>
              <a:gd name="connsiteY3" fmla="*/ 297101 h 2111319"/>
              <a:gd name="connsiteX4" fmla="*/ 6830060 w 13601700"/>
              <a:gd name="connsiteY4" fmla="*/ 38021 h 2111319"/>
              <a:gd name="connsiteX5" fmla="*/ 8966200 w 13601700"/>
              <a:gd name="connsiteY5" fmla="*/ 208201 h 2111319"/>
              <a:gd name="connsiteX6" fmla="*/ 11112500 w 13601700"/>
              <a:gd name="connsiteY6" fmla="*/ 1910001 h 2111319"/>
              <a:gd name="connsiteX7" fmla="*/ 11963400 w 13601700"/>
              <a:gd name="connsiteY7" fmla="*/ 2049701 h 2111319"/>
              <a:gd name="connsiteX8" fmla="*/ 13601700 w 13601700"/>
              <a:gd name="connsiteY8" fmla="*/ 2037001 h 2111319"/>
              <a:gd name="connsiteX0" fmla="*/ 0 w 13601700"/>
              <a:gd name="connsiteY0" fmla="*/ 1941787 h 2066905"/>
              <a:gd name="connsiteX1" fmla="*/ 1104900 w 13601700"/>
              <a:gd name="connsiteY1" fmla="*/ 1941787 h 2066905"/>
              <a:gd name="connsiteX2" fmla="*/ 2527300 w 13601700"/>
              <a:gd name="connsiteY2" fmla="*/ 1941787 h 2066905"/>
              <a:gd name="connsiteX3" fmla="*/ 4533900 w 13601700"/>
              <a:gd name="connsiteY3" fmla="*/ 252687 h 2066905"/>
              <a:gd name="connsiteX4" fmla="*/ 6822440 w 13601700"/>
              <a:gd name="connsiteY4" fmla="*/ 77427 h 2066905"/>
              <a:gd name="connsiteX5" fmla="*/ 8966200 w 13601700"/>
              <a:gd name="connsiteY5" fmla="*/ 163787 h 2066905"/>
              <a:gd name="connsiteX6" fmla="*/ 11112500 w 13601700"/>
              <a:gd name="connsiteY6" fmla="*/ 1865587 h 2066905"/>
              <a:gd name="connsiteX7" fmla="*/ 11963400 w 13601700"/>
              <a:gd name="connsiteY7" fmla="*/ 2005287 h 2066905"/>
              <a:gd name="connsiteX8" fmla="*/ 13601700 w 13601700"/>
              <a:gd name="connsiteY8" fmla="*/ 1992587 h 2066905"/>
              <a:gd name="connsiteX0" fmla="*/ 0 w 13601700"/>
              <a:gd name="connsiteY0" fmla="*/ 1937168 h 2062286"/>
              <a:gd name="connsiteX1" fmla="*/ 1104900 w 13601700"/>
              <a:gd name="connsiteY1" fmla="*/ 1937168 h 2062286"/>
              <a:gd name="connsiteX2" fmla="*/ 2527300 w 13601700"/>
              <a:gd name="connsiteY2" fmla="*/ 1937168 h 2062286"/>
              <a:gd name="connsiteX3" fmla="*/ 4533900 w 13601700"/>
              <a:gd name="connsiteY3" fmla="*/ 248068 h 2062286"/>
              <a:gd name="connsiteX4" fmla="*/ 6822440 w 13601700"/>
              <a:gd name="connsiteY4" fmla="*/ 72808 h 2062286"/>
              <a:gd name="connsiteX5" fmla="*/ 9202420 w 13601700"/>
              <a:gd name="connsiteY5" fmla="*/ 166788 h 2062286"/>
              <a:gd name="connsiteX6" fmla="*/ 11112500 w 13601700"/>
              <a:gd name="connsiteY6" fmla="*/ 1860968 h 2062286"/>
              <a:gd name="connsiteX7" fmla="*/ 11963400 w 13601700"/>
              <a:gd name="connsiteY7" fmla="*/ 2000668 h 2062286"/>
              <a:gd name="connsiteX8" fmla="*/ 13601700 w 13601700"/>
              <a:gd name="connsiteY8" fmla="*/ 1987968 h 2062286"/>
              <a:gd name="connsiteX0" fmla="*/ 0 w 13601700"/>
              <a:gd name="connsiteY0" fmla="*/ 1887901 h 2013019"/>
              <a:gd name="connsiteX1" fmla="*/ 1104900 w 13601700"/>
              <a:gd name="connsiteY1" fmla="*/ 1887901 h 2013019"/>
              <a:gd name="connsiteX2" fmla="*/ 2527300 w 13601700"/>
              <a:gd name="connsiteY2" fmla="*/ 1887901 h 2013019"/>
              <a:gd name="connsiteX3" fmla="*/ 4533900 w 13601700"/>
              <a:gd name="connsiteY3" fmla="*/ 198801 h 2013019"/>
              <a:gd name="connsiteX4" fmla="*/ 6822440 w 13601700"/>
              <a:gd name="connsiteY4" fmla="*/ 23541 h 2013019"/>
              <a:gd name="connsiteX5" fmla="*/ 9202420 w 13601700"/>
              <a:gd name="connsiteY5" fmla="*/ 117521 h 2013019"/>
              <a:gd name="connsiteX6" fmla="*/ 11112500 w 13601700"/>
              <a:gd name="connsiteY6" fmla="*/ 1811701 h 2013019"/>
              <a:gd name="connsiteX7" fmla="*/ 11963400 w 13601700"/>
              <a:gd name="connsiteY7" fmla="*/ 1951401 h 2013019"/>
              <a:gd name="connsiteX8" fmla="*/ 13601700 w 13601700"/>
              <a:gd name="connsiteY8" fmla="*/ 1938701 h 2013019"/>
              <a:gd name="connsiteX0" fmla="*/ 0 w 13601700"/>
              <a:gd name="connsiteY0" fmla="*/ 1903306 h 2028424"/>
              <a:gd name="connsiteX1" fmla="*/ 1104900 w 13601700"/>
              <a:gd name="connsiteY1" fmla="*/ 1903306 h 2028424"/>
              <a:gd name="connsiteX2" fmla="*/ 2527300 w 13601700"/>
              <a:gd name="connsiteY2" fmla="*/ 1903306 h 2028424"/>
              <a:gd name="connsiteX3" fmla="*/ 4533900 w 13601700"/>
              <a:gd name="connsiteY3" fmla="*/ 214206 h 2028424"/>
              <a:gd name="connsiteX4" fmla="*/ 6822440 w 13601700"/>
              <a:gd name="connsiteY4" fmla="*/ 38946 h 2028424"/>
              <a:gd name="connsiteX5" fmla="*/ 9202420 w 13601700"/>
              <a:gd name="connsiteY5" fmla="*/ 132926 h 2028424"/>
              <a:gd name="connsiteX6" fmla="*/ 11112500 w 13601700"/>
              <a:gd name="connsiteY6" fmla="*/ 1827106 h 2028424"/>
              <a:gd name="connsiteX7" fmla="*/ 11963400 w 13601700"/>
              <a:gd name="connsiteY7" fmla="*/ 1966806 h 2028424"/>
              <a:gd name="connsiteX8" fmla="*/ 13601700 w 13601700"/>
              <a:gd name="connsiteY8" fmla="*/ 1954106 h 2028424"/>
              <a:gd name="connsiteX0" fmla="*/ 0 w 13601700"/>
              <a:gd name="connsiteY0" fmla="*/ 1940021 h 2071913"/>
              <a:gd name="connsiteX1" fmla="*/ 1104900 w 13601700"/>
              <a:gd name="connsiteY1" fmla="*/ 1940021 h 2071913"/>
              <a:gd name="connsiteX2" fmla="*/ 2527300 w 13601700"/>
              <a:gd name="connsiteY2" fmla="*/ 1940021 h 2071913"/>
              <a:gd name="connsiteX3" fmla="*/ 4549140 w 13601700"/>
              <a:gd name="connsiteY3" fmla="*/ 159481 h 2071913"/>
              <a:gd name="connsiteX4" fmla="*/ 6822440 w 13601700"/>
              <a:gd name="connsiteY4" fmla="*/ 75661 h 2071913"/>
              <a:gd name="connsiteX5" fmla="*/ 9202420 w 13601700"/>
              <a:gd name="connsiteY5" fmla="*/ 169641 h 2071913"/>
              <a:gd name="connsiteX6" fmla="*/ 11112500 w 13601700"/>
              <a:gd name="connsiteY6" fmla="*/ 1863821 h 2071913"/>
              <a:gd name="connsiteX7" fmla="*/ 11963400 w 13601700"/>
              <a:gd name="connsiteY7" fmla="*/ 2003521 h 2071913"/>
              <a:gd name="connsiteX8" fmla="*/ 13601700 w 13601700"/>
              <a:gd name="connsiteY8" fmla="*/ 1990821 h 2071913"/>
              <a:gd name="connsiteX0" fmla="*/ 0 w 13601700"/>
              <a:gd name="connsiteY0" fmla="*/ 1910568 h 2042460"/>
              <a:gd name="connsiteX1" fmla="*/ 1104900 w 13601700"/>
              <a:gd name="connsiteY1" fmla="*/ 1910568 h 2042460"/>
              <a:gd name="connsiteX2" fmla="*/ 2527300 w 13601700"/>
              <a:gd name="connsiteY2" fmla="*/ 1910568 h 2042460"/>
              <a:gd name="connsiteX3" fmla="*/ 4549140 w 13601700"/>
              <a:gd name="connsiteY3" fmla="*/ 130028 h 2042460"/>
              <a:gd name="connsiteX4" fmla="*/ 6822440 w 13601700"/>
              <a:gd name="connsiteY4" fmla="*/ 46208 h 2042460"/>
              <a:gd name="connsiteX5" fmla="*/ 9202420 w 13601700"/>
              <a:gd name="connsiteY5" fmla="*/ 140188 h 2042460"/>
              <a:gd name="connsiteX6" fmla="*/ 11112500 w 13601700"/>
              <a:gd name="connsiteY6" fmla="*/ 1834368 h 2042460"/>
              <a:gd name="connsiteX7" fmla="*/ 11963400 w 13601700"/>
              <a:gd name="connsiteY7" fmla="*/ 1974068 h 2042460"/>
              <a:gd name="connsiteX8" fmla="*/ 13601700 w 13601700"/>
              <a:gd name="connsiteY8" fmla="*/ 1961368 h 2042460"/>
              <a:gd name="connsiteX0" fmla="*/ 0 w 13601700"/>
              <a:gd name="connsiteY0" fmla="*/ 1910568 h 2082258"/>
              <a:gd name="connsiteX1" fmla="*/ 1104900 w 13601700"/>
              <a:gd name="connsiteY1" fmla="*/ 1910568 h 2082258"/>
              <a:gd name="connsiteX2" fmla="*/ 1987550 w 13601700"/>
              <a:gd name="connsiteY2" fmla="*/ 2012168 h 2082258"/>
              <a:gd name="connsiteX3" fmla="*/ 2527300 w 13601700"/>
              <a:gd name="connsiteY3" fmla="*/ 1910568 h 2082258"/>
              <a:gd name="connsiteX4" fmla="*/ 4549140 w 13601700"/>
              <a:gd name="connsiteY4" fmla="*/ 130028 h 2082258"/>
              <a:gd name="connsiteX5" fmla="*/ 6822440 w 13601700"/>
              <a:gd name="connsiteY5" fmla="*/ 46208 h 2082258"/>
              <a:gd name="connsiteX6" fmla="*/ 9202420 w 13601700"/>
              <a:gd name="connsiteY6" fmla="*/ 140188 h 2082258"/>
              <a:gd name="connsiteX7" fmla="*/ 11112500 w 13601700"/>
              <a:gd name="connsiteY7" fmla="*/ 1834368 h 2082258"/>
              <a:gd name="connsiteX8" fmla="*/ 11963400 w 13601700"/>
              <a:gd name="connsiteY8" fmla="*/ 1974068 h 2082258"/>
              <a:gd name="connsiteX9" fmla="*/ 13601700 w 13601700"/>
              <a:gd name="connsiteY9" fmla="*/ 1961368 h 2082258"/>
              <a:gd name="connsiteX0" fmla="*/ 0 w 13601700"/>
              <a:gd name="connsiteY0" fmla="*/ 1910568 h 2065820"/>
              <a:gd name="connsiteX1" fmla="*/ 1104900 w 13601700"/>
              <a:gd name="connsiteY1" fmla="*/ 1910568 h 2065820"/>
              <a:gd name="connsiteX2" fmla="*/ 1987550 w 13601700"/>
              <a:gd name="connsiteY2" fmla="*/ 1974068 h 2065820"/>
              <a:gd name="connsiteX3" fmla="*/ 2527300 w 13601700"/>
              <a:gd name="connsiteY3" fmla="*/ 1910568 h 2065820"/>
              <a:gd name="connsiteX4" fmla="*/ 4549140 w 13601700"/>
              <a:gd name="connsiteY4" fmla="*/ 130028 h 2065820"/>
              <a:gd name="connsiteX5" fmla="*/ 6822440 w 13601700"/>
              <a:gd name="connsiteY5" fmla="*/ 46208 h 2065820"/>
              <a:gd name="connsiteX6" fmla="*/ 9202420 w 13601700"/>
              <a:gd name="connsiteY6" fmla="*/ 140188 h 2065820"/>
              <a:gd name="connsiteX7" fmla="*/ 11112500 w 13601700"/>
              <a:gd name="connsiteY7" fmla="*/ 1834368 h 2065820"/>
              <a:gd name="connsiteX8" fmla="*/ 11963400 w 13601700"/>
              <a:gd name="connsiteY8" fmla="*/ 1974068 h 2065820"/>
              <a:gd name="connsiteX9" fmla="*/ 13601700 w 13601700"/>
              <a:gd name="connsiteY9" fmla="*/ 1961368 h 2065820"/>
              <a:gd name="connsiteX0" fmla="*/ 0 w 13601700"/>
              <a:gd name="connsiteY0" fmla="*/ 1910568 h 2088641"/>
              <a:gd name="connsiteX1" fmla="*/ 1104900 w 13601700"/>
              <a:gd name="connsiteY1" fmla="*/ 1910568 h 2088641"/>
              <a:gd name="connsiteX2" fmla="*/ 1987550 w 13601700"/>
              <a:gd name="connsiteY2" fmla="*/ 1974068 h 2088641"/>
              <a:gd name="connsiteX3" fmla="*/ 2527300 w 13601700"/>
              <a:gd name="connsiteY3" fmla="*/ 1910568 h 2088641"/>
              <a:gd name="connsiteX4" fmla="*/ 4549140 w 13601700"/>
              <a:gd name="connsiteY4" fmla="*/ 130028 h 2088641"/>
              <a:gd name="connsiteX5" fmla="*/ 6822440 w 13601700"/>
              <a:gd name="connsiteY5" fmla="*/ 46208 h 2088641"/>
              <a:gd name="connsiteX6" fmla="*/ 9202420 w 13601700"/>
              <a:gd name="connsiteY6" fmla="*/ 140188 h 2088641"/>
              <a:gd name="connsiteX7" fmla="*/ 11112500 w 13601700"/>
              <a:gd name="connsiteY7" fmla="*/ 1834368 h 2088641"/>
              <a:gd name="connsiteX8" fmla="*/ 11963400 w 13601700"/>
              <a:gd name="connsiteY8" fmla="*/ 1974068 h 2088641"/>
              <a:gd name="connsiteX9" fmla="*/ 13601700 w 13601700"/>
              <a:gd name="connsiteY9" fmla="*/ 1961368 h 2088641"/>
              <a:gd name="connsiteX0" fmla="*/ 0 w 13601700"/>
              <a:gd name="connsiteY0" fmla="*/ 1910568 h 2068469"/>
              <a:gd name="connsiteX1" fmla="*/ 1104900 w 13601700"/>
              <a:gd name="connsiteY1" fmla="*/ 1910568 h 2068469"/>
              <a:gd name="connsiteX2" fmla="*/ 1987550 w 13601700"/>
              <a:gd name="connsiteY2" fmla="*/ 1974068 h 2068469"/>
              <a:gd name="connsiteX3" fmla="*/ 2527300 w 13601700"/>
              <a:gd name="connsiteY3" fmla="*/ 1910568 h 2068469"/>
              <a:gd name="connsiteX4" fmla="*/ 4549140 w 13601700"/>
              <a:gd name="connsiteY4" fmla="*/ 130028 h 2068469"/>
              <a:gd name="connsiteX5" fmla="*/ 6822440 w 13601700"/>
              <a:gd name="connsiteY5" fmla="*/ 46208 h 2068469"/>
              <a:gd name="connsiteX6" fmla="*/ 9202420 w 13601700"/>
              <a:gd name="connsiteY6" fmla="*/ 140188 h 2068469"/>
              <a:gd name="connsiteX7" fmla="*/ 11112500 w 13601700"/>
              <a:gd name="connsiteY7" fmla="*/ 1834368 h 2068469"/>
              <a:gd name="connsiteX8" fmla="*/ 11963400 w 13601700"/>
              <a:gd name="connsiteY8" fmla="*/ 1974068 h 2068469"/>
              <a:gd name="connsiteX9" fmla="*/ 13601700 w 13601700"/>
              <a:gd name="connsiteY9" fmla="*/ 1961368 h 2068469"/>
              <a:gd name="connsiteX0" fmla="*/ 0 w 13601700"/>
              <a:gd name="connsiteY0" fmla="*/ 1944612 h 2045638"/>
              <a:gd name="connsiteX1" fmla="*/ 1104900 w 13601700"/>
              <a:gd name="connsiteY1" fmla="*/ 1944612 h 2045638"/>
              <a:gd name="connsiteX2" fmla="*/ 1987550 w 13601700"/>
              <a:gd name="connsiteY2" fmla="*/ 2008112 h 2045638"/>
              <a:gd name="connsiteX3" fmla="*/ 4549140 w 13601700"/>
              <a:gd name="connsiteY3" fmla="*/ 164072 h 2045638"/>
              <a:gd name="connsiteX4" fmla="*/ 6822440 w 13601700"/>
              <a:gd name="connsiteY4" fmla="*/ 80252 h 2045638"/>
              <a:gd name="connsiteX5" fmla="*/ 9202420 w 13601700"/>
              <a:gd name="connsiteY5" fmla="*/ 174232 h 2045638"/>
              <a:gd name="connsiteX6" fmla="*/ 11112500 w 13601700"/>
              <a:gd name="connsiteY6" fmla="*/ 1868412 h 2045638"/>
              <a:gd name="connsiteX7" fmla="*/ 11963400 w 13601700"/>
              <a:gd name="connsiteY7" fmla="*/ 2008112 h 2045638"/>
              <a:gd name="connsiteX8" fmla="*/ 13601700 w 13601700"/>
              <a:gd name="connsiteY8" fmla="*/ 1995412 h 2045638"/>
              <a:gd name="connsiteX0" fmla="*/ 0 w 13601700"/>
              <a:gd name="connsiteY0" fmla="*/ 1912501 h 2013527"/>
              <a:gd name="connsiteX1" fmla="*/ 1104900 w 13601700"/>
              <a:gd name="connsiteY1" fmla="*/ 1912501 h 2013527"/>
              <a:gd name="connsiteX2" fmla="*/ 1987550 w 13601700"/>
              <a:gd name="connsiteY2" fmla="*/ 1976001 h 2013527"/>
              <a:gd name="connsiteX3" fmla="*/ 2606675 w 13601700"/>
              <a:gd name="connsiteY3" fmla="*/ 1528326 h 2013527"/>
              <a:gd name="connsiteX4" fmla="*/ 4549140 w 13601700"/>
              <a:gd name="connsiteY4" fmla="*/ 131961 h 2013527"/>
              <a:gd name="connsiteX5" fmla="*/ 6822440 w 13601700"/>
              <a:gd name="connsiteY5" fmla="*/ 48141 h 2013527"/>
              <a:gd name="connsiteX6" fmla="*/ 9202420 w 13601700"/>
              <a:gd name="connsiteY6" fmla="*/ 142121 h 2013527"/>
              <a:gd name="connsiteX7" fmla="*/ 11112500 w 13601700"/>
              <a:gd name="connsiteY7" fmla="*/ 1836301 h 2013527"/>
              <a:gd name="connsiteX8" fmla="*/ 11963400 w 13601700"/>
              <a:gd name="connsiteY8" fmla="*/ 1976001 h 2013527"/>
              <a:gd name="connsiteX9" fmla="*/ 13601700 w 13601700"/>
              <a:gd name="connsiteY9" fmla="*/ 1963301 h 2013527"/>
              <a:gd name="connsiteX0" fmla="*/ 0 w 13601700"/>
              <a:gd name="connsiteY0" fmla="*/ 1926082 h 2027108"/>
              <a:gd name="connsiteX1" fmla="*/ 1104900 w 13601700"/>
              <a:gd name="connsiteY1" fmla="*/ 1926082 h 2027108"/>
              <a:gd name="connsiteX2" fmla="*/ 1987550 w 13601700"/>
              <a:gd name="connsiteY2" fmla="*/ 1989582 h 2027108"/>
              <a:gd name="connsiteX3" fmla="*/ 2682875 w 13601700"/>
              <a:gd name="connsiteY3" fmla="*/ 1732407 h 2027108"/>
              <a:gd name="connsiteX4" fmla="*/ 4549140 w 13601700"/>
              <a:gd name="connsiteY4" fmla="*/ 145542 h 2027108"/>
              <a:gd name="connsiteX5" fmla="*/ 6822440 w 13601700"/>
              <a:gd name="connsiteY5" fmla="*/ 61722 h 2027108"/>
              <a:gd name="connsiteX6" fmla="*/ 9202420 w 13601700"/>
              <a:gd name="connsiteY6" fmla="*/ 155702 h 2027108"/>
              <a:gd name="connsiteX7" fmla="*/ 11112500 w 13601700"/>
              <a:gd name="connsiteY7" fmla="*/ 1849882 h 2027108"/>
              <a:gd name="connsiteX8" fmla="*/ 11963400 w 13601700"/>
              <a:gd name="connsiteY8" fmla="*/ 1989582 h 2027108"/>
              <a:gd name="connsiteX9" fmla="*/ 13601700 w 13601700"/>
              <a:gd name="connsiteY9" fmla="*/ 1976882 h 202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01700" h="2027108">
                <a:moveTo>
                  <a:pt x="0" y="1926082"/>
                </a:moveTo>
                <a:lnTo>
                  <a:pt x="1104900" y="1926082"/>
                </a:lnTo>
                <a:cubicBezTo>
                  <a:pt x="1436158" y="1943015"/>
                  <a:pt x="1750483" y="1989582"/>
                  <a:pt x="1987550" y="1989582"/>
                </a:cubicBezTo>
                <a:cubicBezTo>
                  <a:pt x="2237846" y="1925553"/>
                  <a:pt x="2255943" y="2039747"/>
                  <a:pt x="2682875" y="1732407"/>
                </a:cubicBezTo>
                <a:cubicBezTo>
                  <a:pt x="3109807" y="1425067"/>
                  <a:pt x="3859213" y="423989"/>
                  <a:pt x="4549140" y="145542"/>
                </a:cubicBezTo>
                <a:cubicBezTo>
                  <a:pt x="5239067" y="-132905"/>
                  <a:pt x="6083723" y="76539"/>
                  <a:pt x="6822440" y="61722"/>
                </a:cubicBezTo>
                <a:cubicBezTo>
                  <a:pt x="7561157" y="46905"/>
                  <a:pt x="8418830" y="-58505"/>
                  <a:pt x="9202420" y="155702"/>
                </a:cubicBezTo>
                <a:cubicBezTo>
                  <a:pt x="9986010" y="369909"/>
                  <a:pt x="10652337" y="1544235"/>
                  <a:pt x="11112500" y="1849882"/>
                </a:cubicBezTo>
                <a:cubicBezTo>
                  <a:pt x="11572663" y="2155529"/>
                  <a:pt x="11548533" y="1968415"/>
                  <a:pt x="11963400" y="1989582"/>
                </a:cubicBezTo>
                <a:cubicBezTo>
                  <a:pt x="12378267" y="2010749"/>
                  <a:pt x="12989983" y="1993815"/>
                  <a:pt x="13601700" y="1976882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8EF69AB-2D0C-61F4-53B9-5608A1ECDCE0}"/>
              </a:ext>
            </a:extLst>
          </p:cNvPr>
          <p:cNvSpPr/>
          <p:nvPr/>
        </p:nvSpPr>
        <p:spPr bwMode="auto">
          <a:xfrm flipV="1">
            <a:off x="-635000" y="3502551"/>
            <a:ext cx="13601700" cy="2027108"/>
          </a:xfrm>
          <a:custGeom>
            <a:avLst/>
            <a:gdLst>
              <a:gd name="connsiteX0" fmla="*/ 0 w 15138400"/>
              <a:gd name="connsiteY0" fmla="*/ 1949200 h 2074318"/>
              <a:gd name="connsiteX1" fmla="*/ 2641600 w 15138400"/>
              <a:gd name="connsiteY1" fmla="*/ 1949200 h 2074318"/>
              <a:gd name="connsiteX2" fmla="*/ 4064000 w 15138400"/>
              <a:gd name="connsiteY2" fmla="*/ 1949200 h 2074318"/>
              <a:gd name="connsiteX3" fmla="*/ 6070600 w 15138400"/>
              <a:gd name="connsiteY3" fmla="*/ 260100 h 2074318"/>
              <a:gd name="connsiteX4" fmla="*/ 10502900 w 15138400"/>
              <a:gd name="connsiteY4" fmla="*/ 171200 h 2074318"/>
              <a:gd name="connsiteX5" fmla="*/ 12649200 w 15138400"/>
              <a:gd name="connsiteY5" fmla="*/ 1873000 h 2074318"/>
              <a:gd name="connsiteX6" fmla="*/ 13500100 w 15138400"/>
              <a:gd name="connsiteY6" fmla="*/ 2012700 h 2074318"/>
              <a:gd name="connsiteX7" fmla="*/ 15138400 w 15138400"/>
              <a:gd name="connsiteY7" fmla="*/ 2000000 h 2074318"/>
              <a:gd name="connsiteX0" fmla="*/ 0 w 13601700"/>
              <a:gd name="connsiteY0" fmla="*/ 1949200 h 2074318"/>
              <a:gd name="connsiteX1" fmla="*/ 1104900 w 13601700"/>
              <a:gd name="connsiteY1" fmla="*/ 1949200 h 2074318"/>
              <a:gd name="connsiteX2" fmla="*/ 2527300 w 13601700"/>
              <a:gd name="connsiteY2" fmla="*/ 1949200 h 2074318"/>
              <a:gd name="connsiteX3" fmla="*/ 4533900 w 13601700"/>
              <a:gd name="connsiteY3" fmla="*/ 260100 h 2074318"/>
              <a:gd name="connsiteX4" fmla="*/ 8966200 w 13601700"/>
              <a:gd name="connsiteY4" fmla="*/ 171200 h 2074318"/>
              <a:gd name="connsiteX5" fmla="*/ 11112500 w 13601700"/>
              <a:gd name="connsiteY5" fmla="*/ 1873000 h 2074318"/>
              <a:gd name="connsiteX6" fmla="*/ 11963400 w 13601700"/>
              <a:gd name="connsiteY6" fmla="*/ 2012700 h 2074318"/>
              <a:gd name="connsiteX7" fmla="*/ 13601700 w 13601700"/>
              <a:gd name="connsiteY7" fmla="*/ 2000000 h 2074318"/>
              <a:gd name="connsiteX0" fmla="*/ 0 w 13601700"/>
              <a:gd name="connsiteY0" fmla="*/ 1986201 h 2111319"/>
              <a:gd name="connsiteX1" fmla="*/ 1104900 w 13601700"/>
              <a:gd name="connsiteY1" fmla="*/ 1986201 h 2111319"/>
              <a:gd name="connsiteX2" fmla="*/ 2527300 w 13601700"/>
              <a:gd name="connsiteY2" fmla="*/ 1986201 h 2111319"/>
              <a:gd name="connsiteX3" fmla="*/ 4533900 w 13601700"/>
              <a:gd name="connsiteY3" fmla="*/ 297101 h 2111319"/>
              <a:gd name="connsiteX4" fmla="*/ 6830060 w 13601700"/>
              <a:gd name="connsiteY4" fmla="*/ 38021 h 2111319"/>
              <a:gd name="connsiteX5" fmla="*/ 8966200 w 13601700"/>
              <a:gd name="connsiteY5" fmla="*/ 208201 h 2111319"/>
              <a:gd name="connsiteX6" fmla="*/ 11112500 w 13601700"/>
              <a:gd name="connsiteY6" fmla="*/ 1910001 h 2111319"/>
              <a:gd name="connsiteX7" fmla="*/ 11963400 w 13601700"/>
              <a:gd name="connsiteY7" fmla="*/ 2049701 h 2111319"/>
              <a:gd name="connsiteX8" fmla="*/ 13601700 w 13601700"/>
              <a:gd name="connsiteY8" fmla="*/ 2037001 h 2111319"/>
              <a:gd name="connsiteX0" fmla="*/ 0 w 13601700"/>
              <a:gd name="connsiteY0" fmla="*/ 1941787 h 2066905"/>
              <a:gd name="connsiteX1" fmla="*/ 1104900 w 13601700"/>
              <a:gd name="connsiteY1" fmla="*/ 1941787 h 2066905"/>
              <a:gd name="connsiteX2" fmla="*/ 2527300 w 13601700"/>
              <a:gd name="connsiteY2" fmla="*/ 1941787 h 2066905"/>
              <a:gd name="connsiteX3" fmla="*/ 4533900 w 13601700"/>
              <a:gd name="connsiteY3" fmla="*/ 252687 h 2066905"/>
              <a:gd name="connsiteX4" fmla="*/ 6822440 w 13601700"/>
              <a:gd name="connsiteY4" fmla="*/ 77427 h 2066905"/>
              <a:gd name="connsiteX5" fmla="*/ 8966200 w 13601700"/>
              <a:gd name="connsiteY5" fmla="*/ 163787 h 2066905"/>
              <a:gd name="connsiteX6" fmla="*/ 11112500 w 13601700"/>
              <a:gd name="connsiteY6" fmla="*/ 1865587 h 2066905"/>
              <a:gd name="connsiteX7" fmla="*/ 11963400 w 13601700"/>
              <a:gd name="connsiteY7" fmla="*/ 2005287 h 2066905"/>
              <a:gd name="connsiteX8" fmla="*/ 13601700 w 13601700"/>
              <a:gd name="connsiteY8" fmla="*/ 1992587 h 2066905"/>
              <a:gd name="connsiteX0" fmla="*/ 0 w 13601700"/>
              <a:gd name="connsiteY0" fmla="*/ 1937168 h 2062286"/>
              <a:gd name="connsiteX1" fmla="*/ 1104900 w 13601700"/>
              <a:gd name="connsiteY1" fmla="*/ 1937168 h 2062286"/>
              <a:gd name="connsiteX2" fmla="*/ 2527300 w 13601700"/>
              <a:gd name="connsiteY2" fmla="*/ 1937168 h 2062286"/>
              <a:gd name="connsiteX3" fmla="*/ 4533900 w 13601700"/>
              <a:gd name="connsiteY3" fmla="*/ 248068 h 2062286"/>
              <a:gd name="connsiteX4" fmla="*/ 6822440 w 13601700"/>
              <a:gd name="connsiteY4" fmla="*/ 72808 h 2062286"/>
              <a:gd name="connsiteX5" fmla="*/ 9202420 w 13601700"/>
              <a:gd name="connsiteY5" fmla="*/ 166788 h 2062286"/>
              <a:gd name="connsiteX6" fmla="*/ 11112500 w 13601700"/>
              <a:gd name="connsiteY6" fmla="*/ 1860968 h 2062286"/>
              <a:gd name="connsiteX7" fmla="*/ 11963400 w 13601700"/>
              <a:gd name="connsiteY7" fmla="*/ 2000668 h 2062286"/>
              <a:gd name="connsiteX8" fmla="*/ 13601700 w 13601700"/>
              <a:gd name="connsiteY8" fmla="*/ 1987968 h 2062286"/>
              <a:gd name="connsiteX0" fmla="*/ 0 w 13601700"/>
              <a:gd name="connsiteY0" fmla="*/ 1887901 h 2013019"/>
              <a:gd name="connsiteX1" fmla="*/ 1104900 w 13601700"/>
              <a:gd name="connsiteY1" fmla="*/ 1887901 h 2013019"/>
              <a:gd name="connsiteX2" fmla="*/ 2527300 w 13601700"/>
              <a:gd name="connsiteY2" fmla="*/ 1887901 h 2013019"/>
              <a:gd name="connsiteX3" fmla="*/ 4533900 w 13601700"/>
              <a:gd name="connsiteY3" fmla="*/ 198801 h 2013019"/>
              <a:gd name="connsiteX4" fmla="*/ 6822440 w 13601700"/>
              <a:gd name="connsiteY4" fmla="*/ 23541 h 2013019"/>
              <a:gd name="connsiteX5" fmla="*/ 9202420 w 13601700"/>
              <a:gd name="connsiteY5" fmla="*/ 117521 h 2013019"/>
              <a:gd name="connsiteX6" fmla="*/ 11112500 w 13601700"/>
              <a:gd name="connsiteY6" fmla="*/ 1811701 h 2013019"/>
              <a:gd name="connsiteX7" fmla="*/ 11963400 w 13601700"/>
              <a:gd name="connsiteY7" fmla="*/ 1951401 h 2013019"/>
              <a:gd name="connsiteX8" fmla="*/ 13601700 w 13601700"/>
              <a:gd name="connsiteY8" fmla="*/ 1938701 h 2013019"/>
              <a:gd name="connsiteX0" fmla="*/ 0 w 13601700"/>
              <a:gd name="connsiteY0" fmla="*/ 1903306 h 2028424"/>
              <a:gd name="connsiteX1" fmla="*/ 1104900 w 13601700"/>
              <a:gd name="connsiteY1" fmla="*/ 1903306 h 2028424"/>
              <a:gd name="connsiteX2" fmla="*/ 2527300 w 13601700"/>
              <a:gd name="connsiteY2" fmla="*/ 1903306 h 2028424"/>
              <a:gd name="connsiteX3" fmla="*/ 4533900 w 13601700"/>
              <a:gd name="connsiteY3" fmla="*/ 214206 h 2028424"/>
              <a:gd name="connsiteX4" fmla="*/ 6822440 w 13601700"/>
              <a:gd name="connsiteY4" fmla="*/ 38946 h 2028424"/>
              <a:gd name="connsiteX5" fmla="*/ 9202420 w 13601700"/>
              <a:gd name="connsiteY5" fmla="*/ 132926 h 2028424"/>
              <a:gd name="connsiteX6" fmla="*/ 11112500 w 13601700"/>
              <a:gd name="connsiteY6" fmla="*/ 1827106 h 2028424"/>
              <a:gd name="connsiteX7" fmla="*/ 11963400 w 13601700"/>
              <a:gd name="connsiteY7" fmla="*/ 1966806 h 2028424"/>
              <a:gd name="connsiteX8" fmla="*/ 13601700 w 13601700"/>
              <a:gd name="connsiteY8" fmla="*/ 1954106 h 2028424"/>
              <a:gd name="connsiteX0" fmla="*/ 0 w 13601700"/>
              <a:gd name="connsiteY0" fmla="*/ 1940021 h 2071913"/>
              <a:gd name="connsiteX1" fmla="*/ 1104900 w 13601700"/>
              <a:gd name="connsiteY1" fmla="*/ 1940021 h 2071913"/>
              <a:gd name="connsiteX2" fmla="*/ 2527300 w 13601700"/>
              <a:gd name="connsiteY2" fmla="*/ 1940021 h 2071913"/>
              <a:gd name="connsiteX3" fmla="*/ 4549140 w 13601700"/>
              <a:gd name="connsiteY3" fmla="*/ 159481 h 2071913"/>
              <a:gd name="connsiteX4" fmla="*/ 6822440 w 13601700"/>
              <a:gd name="connsiteY4" fmla="*/ 75661 h 2071913"/>
              <a:gd name="connsiteX5" fmla="*/ 9202420 w 13601700"/>
              <a:gd name="connsiteY5" fmla="*/ 169641 h 2071913"/>
              <a:gd name="connsiteX6" fmla="*/ 11112500 w 13601700"/>
              <a:gd name="connsiteY6" fmla="*/ 1863821 h 2071913"/>
              <a:gd name="connsiteX7" fmla="*/ 11963400 w 13601700"/>
              <a:gd name="connsiteY7" fmla="*/ 2003521 h 2071913"/>
              <a:gd name="connsiteX8" fmla="*/ 13601700 w 13601700"/>
              <a:gd name="connsiteY8" fmla="*/ 1990821 h 2071913"/>
              <a:gd name="connsiteX0" fmla="*/ 0 w 13601700"/>
              <a:gd name="connsiteY0" fmla="*/ 1910568 h 2042460"/>
              <a:gd name="connsiteX1" fmla="*/ 1104900 w 13601700"/>
              <a:gd name="connsiteY1" fmla="*/ 1910568 h 2042460"/>
              <a:gd name="connsiteX2" fmla="*/ 2527300 w 13601700"/>
              <a:gd name="connsiteY2" fmla="*/ 1910568 h 2042460"/>
              <a:gd name="connsiteX3" fmla="*/ 4549140 w 13601700"/>
              <a:gd name="connsiteY3" fmla="*/ 130028 h 2042460"/>
              <a:gd name="connsiteX4" fmla="*/ 6822440 w 13601700"/>
              <a:gd name="connsiteY4" fmla="*/ 46208 h 2042460"/>
              <a:gd name="connsiteX5" fmla="*/ 9202420 w 13601700"/>
              <a:gd name="connsiteY5" fmla="*/ 140188 h 2042460"/>
              <a:gd name="connsiteX6" fmla="*/ 11112500 w 13601700"/>
              <a:gd name="connsiteY6" fmla="*/ 1834368 h 2042460"/>
              <a:gd name="connsiteX7" fmla="*/ 11963400 w 13601700"/>
              <a:gd name="connsiteY7" fmla="*/ 1974068 h 2042460"/>
              <a:gd name="connsiteX8" fmla="*/ 13601700 w 13601700"/>
              <a:gd name="connsiteY8" fmla="*/ 1961368 h 2042460"/>
              <a:gd name="connsiteX0" fmla="*/ 0 w 13601700"/>
              <a:gd name="connsiteY0" fmla="*/ 1910568 h 2082258"/>
              <a:gd name="connsiteX1" fmla="*/ 1104900 w 13601700"/>
              <a:gd name="connsiteY1" fmla="*/ 1910568 h 2082258"/>
              <a:gd name="connsiteX2" fmla="*/ 1987550 w 13601700"/>
              <a:gd name="connsiteY2" fmla="*/ 2012168 h 2082258"/>
              <a:gd name="connsiteX3" fmla="*/ 2527300 w 13601700"/>
              <a:gd name="connsiteY3" fmla="*/ 1910568 h 2082258"/>
              <a:gd name="connsiteX4" fmla="*/ 4549140 w 13601700"/>
              <a:gd name="connsiteY4" fmla="*/ 130028 h 2082258"/>
              <a:gd name="connsiteX5" fmla="*/ 6822440 w 13601700"/>
              <a:gd name="connsiteY5" fmla="*/ 46208 h 2082258"/>
              <a:gd name="connsiteX6" fmla="*/ 9202420 w 13601700"/>
              <a:gd name="connsiteY6" fmla="*/ 140188 h 2082258"/>
              <a:gd name="connsiteX7" fmla="*/ 11112500 w 13601700"/>
              <a:gd name="connsiteY7" fmla="*/ 1834368 h 2082258"/>
              <a:gd name="connsiteX8" fmla="*/ 11963400 w 13601700"/>
              <a:gd name="connsiteY8" fmla="*/ 1974068 h 2082258"/>
              <a:gd name="connsiteX9" fmla="*/ 13601700 w 13601700"/>
              <a:gd name="connsiteY9" fmla="*/ 1961368 h 2082258"/>
              <a:gd name="connsiteX0" fmla="*/ 0 w 13601700"/>
              <a:gd name="connsiteY0" fmla="*/ 1910568 h 2065820"/>
              <a:gd name="connsiteX1" fmla="*/ 1104900 w 13601700"/>
              <a:gd name="connsiteY1" fmla="*/ 1910568 h 2065820"/>
              <a:gd name="connsiteX2" fmla="*/ 1987550 w 13601700"/>
              <a:gd name="connsiteY2" fmla="*/ 1974068 h 2065820"/>
              <a:gd name="connsiteX3" fmla="*/ 2527300 w 13601700"/>
              <a:gd name="connsiteY3" fmla="*/ 1910568 h 2065820"/>
              <a:gd name="connsiteX4" fmla="*/ 4549140 w 13601700"/>
              <a:gd name="connsiteY4" fmla="*/ 130028 h 2065820"/>
              <a:gd name="connsiteX5" fmla="*/ 6822440 w 13601700"/>
              <a:gd name="connsiteY5" fmla="*/ 46208 h 2065820"/>
              <a:gd name="connsiteX6" fmla="*/ 9202420 w 13601700"/>
              <a:gd name="connsiteY6" fmla="*/ 140188 h 2065820"/>
              <a:gd name="connsiteX7" fmla="*/ 11112500 w 13601700"/>
              <a:gd name="connsiteY7" fmla="*/ 1834368 h 2065820"/>
              <a:gd name="connsiteX8" fmla="*/ 11963400 w 13601700"/>
              <a:gd name="connsiteY8" fmla="*/ 1974068 h 2065820"/>
              <a:gd name="connsiteX9" fmla="*/ 13601700 w 13601700"/>
              <a:gd name="connsiteY9" fmla="*/ 1961368 h 2065820"/>
              <a:gd name="connsiteX0" fmla="*/ 0 w 13601700"/>
              <a:gd name="connsiteY0" fmla="*/ 1910568 h 2088641"/>
              <a:gd name="connsiteX1" fmla="*/ 1104900 w 13601700"/>
              <a:gd name="connsiteY1" fmla="*/ 1910568 h 2088641"/>
              <a:gd name="connsiteX2" fmla="*/ 1987550 w 13601700"/>
              <a:gd name="connsiteY2" fmla="*/ 1974068 h 2088641"/>
              <a:gd name="connsiteX3" fmla="*/ 2527300 w 13601700"/>
              <a:gd name="connsiteY3" fmla="*/ 1910568 h 2088641"/>
              <a:gd name="connsiteX4" fmla="*/ 4549140 w 13601700"/>
              <a:gd name="connsiteY4" fmla="*/ 130028 h 2088641"/>
              <a:gd name="connsiteX5" fmla="*/ 6822440 w 13601700"/>
              <a:gd name="connsiteY5" fmla="*/ 46208 h 2088641"/>
              <a:gd name="connsiteX6" fmla="*/ 9202420 w 13601700"/>
              <a:gd name="connsiteY6" fmla="*/ 140188 h 2088641"/>
              <a:gd name="connsiteX7" fmla="*/ 11112500 w 13601700"/>
              <a:gd name="connsiteY7" fmla="*/ 1834368 h 2088641"/>
              <a:gd name="connsiteX8" fmla="*/ 11963400 w 13601700"/>
              <a:gd name="connsiteY8" fmla="*/ 1974068 h 2088641"/>
              <a:gd name="connsiteX9" fmla="*/ 13601700 w 13601700"/>
              <a:gd name="connsiteY9" fmla="*/ 1961368 h 2088641"/>
              <a:gd name="connsiteX0" fmla="*/ 0 w 13601700"/>
              <a:gd name="connsiteY0" fmla="*/ 1910568 h 2068469"/>
              <a:gd name="connsiteX1" fmla="*/ 1104900 w 13601700"/>
              <a:gd name="connsiteY1" fmla="*/ 1910568 h 2068469"/>
              <a:gd name="connsiteX2" fmla="*/ 1987550 w 13601700"/>
              <a:gd name="connsiteY2" fmla="*/ 1974068 h 2068469"/>
              <a:gd name="connsiteX3" fmla="*/ 2527300 w 13601700"/>
              <a:gd name="connsiteY3" fmla="*/ 1910568 h 2068469"/>
              <a:gd name="connsiteX4" fmla="*/ 4549140 w 13601700"/>
              <a:gd name="connsiteY4" fmla="*/ 130028 h 2068469"/>
              <a:gd name="connsiteX5" fmla="*/ 6822440 w 13601700"/>
              <a:gd name="connsiteY5" fmla="*/ 46208 h 2068469"/>
              <a:gd name="connsiteX6" fmla="*/ 9202420 w 13601700"/>
              <a:gd name="connsiteY6" fmla="*/ 140188 h 2068469"/>
              <a:gd name="connsiteX7" fmla="*/ 11112500 w 13601700"/>
              <a:gd name="connsiteY7" fmla="*/ 1834368 h 2068469"/>
              <a:gd name="connsiteX8" fmla="*/ 11963400 w 13601700"/>
              <a:gd name="connsiteY8" fmla="*/ 1974068 h 2068469"/>
              <a:gd name="connsiteX9" fmla="*/ 13601700 w 13601700"/>
              <a:gd name="connsiteY9" fmla="*/ 1961368 h 2068469"/>
              <a:gd name="connsiteX0" fmla="*/ 0 w 13601700"/>
              <a:gd name="connsiteY0" fmla="*/ 1944612 h 2045638"/>
              <a:gd name="connsiteX1" fmla="*/ 1104900 w 13601700"/>
              <a:gd name="connsiteY1" fmla="*/ 1944612 h 2045638"/>
              <a:gd name="connsiteX2" fmla="*/ 1987550 w 13601700"/>
              <a:gd name="connsiteY2" fmla="*/ 2008112 h 2045638"/>
              <a:gd name="connsiteX3" fmla="*/ 4549140 w 13601700"/>
              <a:gd name="connsiteY3" fmla="*/ 164072 h 2045638"/>
              <a:gd name="connsiteX4" fmla="*/ 6822440 w 13601700"/>
              <a:gd name="connsiteY4" fmla="*/ 80252 h 2045638"/>
              <a:gd name="connsiteX5" fmla="*/ 9202420 w 13601700"/>
              <a:gd name="connsiteY5" fmla="*/ 174232 h 2045638"/>
              <a:gd name="connsiteX6" fmla="*/ 11112500 w 13601700"/>
              <a:gd name="connsiteY6" fmla="*/ 1868412 h 2045638"/>
              <a:gd name="connsiteX7" fmla="*/ 11963400 w 13601700"/>
              <a:gd name="connsiteY7" fmla="*/ 2008112 h 2045638"/>
              <a:gd name="connsiteX8" fmla="*/ 13601700 w 13601700"/>
              <a:gd name="connsiteY8" fmla="*/ 1995412 h 2045638"/>
              <a:gd name="connsiteX0" fmla="*/ 0 w 13601700"/>
              <a:gd name="connsiteY0" fmla="*/ 1912501 h 2013527"/>
              <a:gd name="connsiteX1" fmla="*/ 1104900 w 13601700"/>
              <a:gd name="connsiteY1" fmla="*/ 1912501 h 2013527"/>
              <a:gd name="connsiteX2" fmla="*/ 1987550 w 13601700"/>
              <a:gd name="connsiteY2" fmla="*/ 1976001 h 2013527"/>
              <a:gd name="connsiteX3" fmla="*/ 2606675 w 13601700"/>
              <a:gd name="connsiteY3" fmla="*/ 1528326 h 2013527"/>
              <a:gd name="connsiteX4" fmla="*/ 4549140 w 13601700"/>
              <a:gd name="connsiteY4" fmla="*/ 131961 h 2013527"/>
              <a:gd name="connsiteX5" fmla="*/ 6822440 w 13601700"/>
              <a:gd name="connsiteY5" fmla="*/ 48141 h 2013527"/>
              <a:gd name="connsiteX6" fmla="*/ 9202420 w 13601700"/>
              <a:gd name="connsiteY6" fmla="*/ 142121 h 2013527"/>
              <a:gd name="connsiteX7" fmla="*/ 11112500 w 13601700"/>
              <a:gd name="connsiteY7" fmla="*/ 1836301 h 2013527"/>
              <a:gd name="connsiteX8" fmla="*/ 11963400 w 13601700"/>
              <a:gd name="connsiteY8" fmla="*/ 1976001 h 2013527"/>
              <a:gd name="connsiteX9" fmla="*/ 13601700 w 13601700"/>
              <a:gd name="connsiteY9" fmla="*/ 1963301 h 2013527"/>
              <a:gd name="connsiteX0" fmla="*/ 0 w 13601700"/>
              <a:gd name="connsiteY0" fmla="*/ 1926082 h 2027108"/>
              <a:gd name="connsiteX1" fmla="*/ 1104900 w 13601700"/>
              <a:gd name="connsiteY1" fmla="*/ 1926082 h 2027108"/>
              <a:gd name="connsiteX2" fmla="*/ 1987550 w 13601700"/>
              <a:gd name="connsiteY2" fmla="*/ 1989582 h 2027108"/>
              <a:gd name="connsiteX3" fmla="*/ 2682875 w 13601700"/>
              <a:gd name="connsiteY3" fmla="*/ 1732407 h 2027108"/>
              <a:gd name="connsiteX4" fmla="*/ 4549140 w 13601700"/>
              <a:gd name="connsiteY4" fmla="*/ 145542 h 2027108"/>
              <a:gd name="connsiteX5" fmla="*/ 6822440 w 13601700"/>
              <a:gd name="connsiteY5" fmla="*/ 61722 h 2027108"/>
              <a:gd name="connsiteX6" fmla="*/ 9202420 w 13601700"/>
              <a:gd name="connsiteY6" fmla="*/ 155702 h 2027108"/>
              <a:gd name="connsiteX7" fmla="*/ 11112500 w 13601700"/>
              <a:gd name="connsiteY7" fmla="*/ 1849882 h 2027108"/>
              <a:gd name="connsiteX8" fmla="*/ 11963400 w 13601700"/>
              <a:gd name="connsiteY8" fmla="*/ 1989582 h 2027108"/>
              <a:gd name="connsiteX9" fmla="*/ 13601700 w 13601700"/>
              <a:gd name="connsiteY9" fmla="*/ 1976882 h 202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01700" h="2027108">
                <a:moveTo>
                  <a:pt x="0" y="1926082"/>
                </a:moveTo>
                <a:lnTo>
                  <a:pt x="1104900" y="1926082"/>
                </a:lnTo>
                <a:cubicBezTo>
                  <a:pt x="1436158" y="1943015"/>
                  <a:pt x="1750483" y="1989582"/>
                  <a:pt x="1987550" y="1989582"/>
                </a:cubicBezTo>
                <a:cubicBezTo>
                  <a:pt x="2237846" y="1925553"/>
                  <a:pt x="2255943" y="2039747"/>
                  <a:pt x="2682875" y="1732407"/>
                </a:cubicBezTo>
                <a:cubicBezTo>
                  <a:pt x="3109807" y="1425067"/>
                  <a:pt x="3859213" y="423989"/>
                  <a:pt x="4549140" y="145542"/>
                </a:cubicBezTo>
                <a:cubicBezTo>
                  <a:pt x="5239067" y="-132905"/>
                  <a:pt x="6083723" y="76539"/>
                  <a:pt x="6822440" y="61722"/>
                </a:cubicBezTo>
                <a:cubicBezTo>
                  <a:pt x="7561157" y="46905"/>
                  <a:pt x="8418830" y="-58505"/>
                  <a:pt x="9202420" y="155702"/>
                </a:cubicBezTo>
                <a:cubicBezTo>
                  <a:pt x="9986010" y="369909"/>
                  <a:pt x="10652337" y="1544235"/>
                  <a:pt x="11112500" y="1849882"/>
                </a:cubicBezTo>
                <a:cubicBezTo>
                  <a:pt x="11572663" y="2155529"/>
                  <a:pt x="11548533" y="1968415"/>
                  <a:pt x="11963400" y="1989582"/>
                </a:cubicBezTo>
                <a:cubicBezTo>
                  <a:pt x="12378267" y="2010749"/>
                  <a:pt x="12989983" y="1993815"/>
                  <a:pt x="13601700" y="1976882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5274D51-1CE1-B10C-06C1-5A0CAC276DCF}"/>
              </a:ext>
            </a:extLst>
          </p:cNvPr>
          <p:cNvSpPr/>
          <p:nvPr/>
        </p:nvSpPr>
        <p:spPr bwMode="auto">
          <a:xfrm flipV="1">
            <a:off x="-635000" y="3512662"/>
            <a:ext cx="13601700" cy="2027108"/>
          </a:xfrm>
          <a:custGeom>
            <a:avLst/>
            <a:gdLst>
              <a:gd name="connsiteX0" fmla="*/ 0 w 15138400"/>
              <a:gd name="connsiteY0" fmla="*/ 1949200 h 2074318"/>
              <a:gd name="connsiteX1" fmla="*/ 2641600 w 15138400"/>
              <a:gd name="connsiteY1" fmla="*/ 1949200 h 2074318"/>
              <a:gd name="connsiteX2" fmla="*/ 4064000 w 15138400"/>
              <a:gd name="connsiteY2" fmla="*/ 1949200 h 2074318"/>
              <a:gd name="connsiteX3" fmla="*/ 6070600 w 15138400"/>
              <a:gd name="connsiteY3" fmla="*/ 260100 h 2074318"/>
              <a:gd name="connsiteX4" fmla="*/ 10502900 w 15138400"/>
              <a:gd name="connsiteY4" fmla="*/ 171200 h 2074318"/>
              <a:gd name="connsiteX5" fmla="*/ 12649200 w 15138400"/>
              <a:gd name="connsiteY5" fmla="*/ 1873000 h 2074318"/>
              <a:gd name="connsiteX6" fmla="*/ 13500100 w 15138400"/>
              <a:gd name="connsiteY6" fmla="*/ 2012700 h 2074318"/>
              <a:gd name="connsiteX7" fmla="*/ 15138400 w 15138400"/>
              <a:gd name="connsiteY7" fmla="*/ 2000000 h 2074318"/>
              <a:gd name="connsiteX0" fmla="*/ 0 w 13601700"/>
              <a:gd name="connsiteY0" fmla="*/ 1949200 h 2074318"/>
              <a:gd name="connsiteX1" fmla="*/ 1104900 w 13601700"/>
              <a:gd name="connsiteY1" fmla="*/ 1949200 h 2074318"/>
              <a:gd name="connsiteX2" fmla="*/ 2527300 w 13601700"/>
              <a:gd name="connsiteY2" fmla="*/ 1949200 h 2074318"/>
              <a:gd name="connsiteX3" fmla="*/ 4533900 w 13601700"/>
              <a:gd name="connsiteY3" fmla="*/ 260100 h 2074318"/>
              <a:gd name="connsiteX4" fmla="*/ 8966200 w 13601700"/>
              <a:gd name="connsiteY4" fmla="*/ 171200 h 2074318"/>
              <a:gd name="connsiteX5" fmla="*/ 11112500 w 13601700"/>
              <a:gd name="connsiteY5" fmla="*/ 1873000 h 2074318"/>
              <a:gd name="connsiteX6" fmla="*/ 11963400 w 13601700"/>
              <a:gd name="connsiteY6" fmla="*/ 2012700 h 2074318"/>
              <a:gd name="connsiteX7" fmla="*/ 13601700 w 13601700"/>
              <a:gd name="connsiteY7" fmla="*/ 2000000 h 2074318"/>
              <a:gd name="connsiteX0" fmla="*/ 0 w 13601700"/>
              <a:gd name="connsiteY0" fmla="*/ 1986201 h 2111319"/>
              <a:gd name="connsiteX1" fmla="*/ 1104900 w 13601700"/>
              <a:gd name="connsiteY1" fmla="*/ 1986201 h 2111319"/>
              <a:gd name="connsiteX2" fmla="*/ 2527300 w 13601700"/>
              <a:gd name="connsiteY2" fmla="*/ 1986201 h 2111319"/>
              <a:gd name="connsiteX3" fmla="*/ 4533900 w 13601700"/>
              <a:gd name="connsiteY3" fmla="*/ 297101 h 2111319"/>
              <a:gd name="connsiteX4" fmla="*/ 6830060 w 13601700"/>
              <a:gd name="connsiteY4" fmla="*/ 38021 h 2111319"/>
              <a:gd name="connsiteX5" fmla="*/ 8966200 w 13601700"/>
              <a:gd name="connsiteY5" fmla="*/ 208201 h 2111319"/>
              <a:gd name="connsiteX6" fmla="*/ 11112500 w 13601700"/>
              <a:gd name="connsiteY6" fmla="*/ 1910001 h 2111319"/>
              <a:gd name="connsiteX7" fmla="*/ 11963400 w 13601700"/>
              <a:gd name="connsiteY7" fmla="*/ 2049701 h 2111319"/>
              <a:gd name="connsiteX8" fmla="*/ 13601700 w 13601700"/>
              <a:gd name="connsiteY8" fmla="*/ 2037001 h 2111319"/>
              <a:gd name="connsiteX0" fmla="*/ 0 w 13601700"/>
              <a:gd name="connsiteY0" fmla="*/ 1941787 h 2066905"/>
              <a:gd name="connsiteX1" fmla="*/ 1104900 w 13601700"/>
              <a:gd name="connsiteY1" fmla="*/ 1941787 h 2066905"/>
              <a:gd name="connsiteX2" fmla="*/ 2527300 w 13601700"/>
              <a:gd name="connsiteY2" fmla="*/ 1941787 h 2066905"/>
              <a:gd name="connsiteX3" fmla="*/ 4533900 w 13601700"/>
              <a:gd name="connsiteY3" fmla="*/ 252687 h 2066905"/>
              <a:gd name="connsiteX4" fmla="*/ 6822440 w 13601700"/>
              <a:gd name="connsiteY4" fmla="*/ 77427 h 2066905"/>
              <a:gd name="connsiteX5" fmla="*/ 8966200 w 13601700"/>
              <a:gd name="connsiteY5" fmla="*/ 163787 h 2066905"/>
              <a:gd name="connsiteX6" fmla="*/ 11112500 w 13601700"/>
              <a:gd name="connsiteY6" fmla="*/ 1865587 h 2066905"/>
              <a:gd name="connsiteX7" fmla="*/ 11963400 w 13601700"/>
              <a:gd name="connsiteY7" fmla="*/ 2005287 h 2066905"/>
              <a:gd name="connsiteX8" fmla="*/ 13601700 w 13601700"/>
              <a:gd name="connsiteY8" fmla="*/ 1992587 h 2066905"/>
              <a:gd name="connsiteX0" fmla="*/ 0 w 13601700"/>
              <a:gd name="connsiteY0" fmla="*/ 1937168 h 2062286"/>
              <a:gd name="connsiteX1" fmla="*/ 1104900 w 13601700"/>
              <a:gd name="connsiteY1" fmla="*/ 1937168 h 2062286"/>
              <a:gd name="connsiteX2" fmla="*/ 2527300 w 13601700"/>
              <a:gd name="connsiteY2" fmla="*/ 1937168 h 2062286"/>
              <a:gd name="connsiteX3" fmla="*/ 4533900 w 13601700"/>
              <a:gd name="connsiteY3" fmla="*/ 248068 h 2062286"/>
              <a:gd name="connsiteX4" fmla="*/ 6822440 w 13601700"/>
              <a:gd name="connsiteY4" fmla="*/ 72808 h 2062286"/>
              <a:gd name="connsiteX5" fmla="*/ 9202420 w 13601700"/>
              <a:gd name="connsiteY5" fmla="*/ 166788 h 2062286"/>
              <a:gd name="connsiteX6" fmla="*/ 11112500 w 13601700"/>
              <a:gd name="connsiteY6" fmla="*/ 1860968 h 2062286"/>
              <a:gd name="connsiteX7" fmla="*/ 11963400 w 13601700"/>
              <a:gd name="connsiteY7" fmla="*/ 2000668 h 2062286"/>
              <a:gd name="connsiteX8" fmla="*/ 13601700 w 13601700"/>
              <a:gd name="connsiteY8" fmla="*/ 1987968 h 2062286"/>
              <a:gd name="connsiteX0" fmla="*/ 0 w 13601700"/>
              <a:gd name="connsiteY0" fmla="*/ 1887901 h 2013019"/>
              <a:gd name="connsiteX1" fmla="*/ 1104900 w 13601700"/>
              <a:gd name="connsiteY1" fmla="*/ 1887901 h 2013019"/>
              <a:gd name="connsiteX2" fmla="*/ 2527300 w 13601700"/>
              <a:gd name="connsiteY2" fmla="*/ 1887901 h 2013019"/>
              <a:gd name="connsiteX3" fmla="*/ 4533900 w 13601700"/>
              <a:gd name="connsiteY3" fmla="*/ 198801 h 2013019"/>
              <a:gd name="connsiteX4" fmla="*/ 6822440 w 13601700"/>
              <a:gd name="connsiteY4" fmla="*/ 23541 h 2013019"/>
              <a:gd name="connsiteX5" fmla="*/ 9202420 w 13601700"/>
              <a:gd name="connsiteY5" fmla="*/ 117521 h 2013019"/>
              <a:gd name="connsiteX6" fmla="*/ 11112500 w 13601700"/>
              <a:gd name="connsiteY6" fmla="*/ 1811701 h 2013019"/>
              <a:gd name="connsiteX7" fmla="*/ 11963400 w 13601700"/>
              <a:gd name="connsiteY7" fmla="*/ 1951401 h 2013019"/>
              <a:gd name="connsiteX8" fmla="*/ 13601700 w 13601700"/>
              <a:gd name="connsiteY8" fmla="*/ 1938701 h 2013019"/>
              <a:gd name="connsiteX0" fmla="*/ 0 w 13601700"/>
              <a:gd name="connsiteY0" fmla="*/ 1903306 h 2028424"/>
              <a:gd name="connsiteX1" fmla="*/ 1104900 w 13601700"/>
              <a:gd name="connsiteY1" fmla="*/ 1903306 h 2028424"/>
              <a:gd name="connsiteX2" fmla="*/ 2527300 w 13601700"/>
              <a:gd name="connsiteY2" fmla="*/ 1903306 h 2028424"/>
              <a:gd name="connsiteX3" fmla="*/ 4533900 w 13601700"/>
              <a:gd name="connsiteY3" fmla="*/ 214206 h 2028424"/>
              <a:gd name="connsiteX4" fmla="*/ 6822440 w 13601700"/>
              <a:gd name="connsiteY4" fmla="*/ 38946 h 2028424"/>
              <a:gd name="connsiteX5" fmla="*/ 9202420 w 13601700"/>
              <a:gd name="connsiteY5" fmla="*/ 132926 h 2028424"/>
              <a:gd name="connsiteX6" fmla="*/ 11112500 w 13601700"/>
              <a:gd name="connsiteY6" fmla="*/ 1827106 h 2028424"/>
              <a:gd name="connsiteX7" fmla="*/ 11963400 w 13601700"/>
              <a:gd name="connsiteY7" fmla="*/ 1966806 h 2028424"/>
              <a:gd name="connsiteX8" fmla="*/ 13601700 w 13601700"/>
              <a:gd name="connsiteY8" fmla="*/ 1954106 h 2028424"/>
              <a:gd name="connsiteX0" fmla="*/ 0 w 13601700"/>
              <a:gd name="connsiteY0" fmla="*/ 1940021 h 2071913"/>
              <a:gd name="connsiteX1" fmla="*/ 1104900 w 13601700"/>
              <a:gd name="connsiteY1" fmla="*/ 1940021 h 2071913"/>
              <a:gd name="connsiteX2" fmla="*/ 2527300 w 13601700"/>
              <a:gd name="connsiteY2" fmla="*/ 1940021 h 2071913"/>
              <a:gd name="connsiteX3" fmla="*/ 4549140 w 13601700"/>
              <a:gd name="connsiteY3" fmla="*/ 159481 h 2071913"/>
              <a:gd name="connsiteX4" fmla="*/ 6822440 w 13601700"/>
              <a:gd name="connsiteY4" fmla="*/ 75661 h 2071913"/>
              <a:gd name="connsiteX5" fmla="*/ 9202420 w 13601700"/>
              <a:gd name="connsiteY5" fmla="*/ 169641 h 2071913"/>
              <a:gd name="connsiteX6" fmla="*/ 11112500 w 13601700"/>
              <a:gd name="connsiteY6" fmla="*/ 1863821 h 2071913"/>
              <a:gd name="connsiteX7" fmla="*/ 11963400 w 13601700"/>
              <a:gd name="connsiteY7" fmla="*/ 2003521 h 2071913"/>
              <a:gd name="connsiteX8" fmla="*/ 13601700 w 13601700"/>
              <a:gd name="connsiteY8" fmla="*/ 1990821 h 2071913"/>
              <a:gd name="connsiteX0" fmla="*/ 0 w 13601700"/>
              <a:gd name="connsiteY0" fmla="*/ 1910568 h 2042460"/>
              <a:gd name="connsiteX1" fmla="*/ 1104900 w 13601700"/>
              <a:gd name="connsiteY1" fmla="*/ 1910568 h 2042460"/>
              <a:gd name="connsiteX2" fmla="*/ 2527300 w 13601700"/>
              <a:gd name="connsiteY2" fmla="*/ 1910568 h 2042460"/>
              <a:gd name="connsiteX3" fmla="*/ 4549140 w 13601700"/>
              <a:gd name="connsiteY3" fmla="*/ 130028 h 2042460"/>
              <a:gd name="connsiteX4" fmla="*/ 6822440 w 13601700"/>
              <a:gd name="connsiteY4" fmla="*/ 46208 h 2042460"/>
              <a:gd name="connsiteX5" fmla="*/ 9202420 w 13601700"/>
              <a:gd name="connsiteY5" fmla="*/ 140188 h 2042460"/>
              <a:gd name="connsiteX6" fmla="*/ 11112500 w 13601700"/>
              <a:gd name="connsiteY6" fmla="*/ 1834368 h 2042460"/>
              <a:gd name="connsiteX7" fmla="*/ 11963400 w 13601700"/>
              <a:gd name="connsiteY7" fmla="*/ 1974068 h 2042460"/>
              <a:gd name="connsiteX8" fmla="*/ 13601700 w 13601700"/>
              <a:gd name="connsiteY8" fmla="*/ 1961368 h 2042460"/>
              <a:gd name="connsiteX0" fmla="*/ 0 w 13601700"/>
              <a:gd name="connsiteY0" fmla="*/ 1910568 h 2082258"/>
              <a:gd name="connsiteX1" fmla="*/ 1104900 w 13601700"/>
              <a:gd name="connsiteY1" fmla="*/ 1910568 h 2082258"/>
              <a:gd name="connsiteX2" fmla="*/ 1987550 w 13601700"/>
              <a:gd name="connsiteY2" fmla="*/ 2012168 h 2082258"/>
              <a:gd name="connsiteX3" fmla="*/ 2527300 w 13601700"/>
              <a:gd name="connsiteY3" fmla="*/ 1910568 h 2082258"/>
              <a:gd name="connsiteX4" fmla="*/ 4549140 w 13601700"/>
              <a:gd name="connsiteY4" fmla="*/ 130028 h 2082258"/>
              <a:gd name="connsiteX5" fmla="*/ 6822440 w 13601700"/>
              <a:gd name="connsiteY5" fmla="*/ 46208 h 2082258"/>
              <a:gd name="connsiteX6" fmla="*/ 9202420 w 13601700"/>
              <a:gd name="connsiteY6" fmla="*/ 140188 h 2082258"/>
              <a:gd name="connsiteX7" fmla="*/ 11112500 w 13601700"/>
              <a:gd name="connsiteY7" fmla="*/ 1834368 h 2082258"/>
              <a:gd name="connsiteX8" fmla="*/ 11963400 w 13601700"/>
              <a:gd name="connsiteY8" fmla="*/ 1974068 h 2082258"/>
              <a:gd name="connsiteX9" fmla="*/ 13601700 w 13601700"/>
              <a:gd name="connsiteY9" fmla="*/ 1961368 h 2082258"/>
              <a:gd name="connsiteX0" fmla="*/ 0 w 13601700"/>
              <a:gd name="connsiteY0" fmla="*/ 1910568 h 2065820"/>
              <a:gd name="connsiteX1" fmla="*/ 1104900 w 13601700"/>
              <a:gd name="connsiteY1" fmla="*/ 1910568 h 2065820"/>
              <a:gd name="connsiteX2" fmla="*/ 1987550 w 13601700"/>
              <a:gd name="connsiteY2" fmla="*/ 1974068 h 2065820"/>
              <a:gd name="connsiteX3" fmla="*/ 2527300 w 13601700"/>
              <a:gd name="connsiteY3" fmla="*/ 1910568 h 2065820"/>
              <a:gd name="connsiteX4" fmla="*/ 4549140 w 13601700"/>
              <a:gd name="connsiteY4" fmla="*/ 130028 h 2065820"/>
              <a:gd name="connsiteX5" fmla="*/ 6822440 w 13601700"/>
              <a:gd name="connsiteY5" fmla="*/ 46208 h 2065820"/>
              <a:gd name="connsiteX6" fmla="*/ 9202420 w 13601700"/>
              <a:gd name="connsiteY6" fmla="*/ 140188 h 2065820"/>
              <a:gd name="connsiteX7" fmla="*/ 11112500 w 13601700"/>
              <a:gd name="connsiteY7" fmla="*/ 1834368 h 2065820"/>
              <a:gd name="connsiteX8" fmla="*/ 11963400 w 13601700"/>
              <a:gd name="connsiteY8" fmla="*/ 1974068 h 2065820"/>
              <a:gd name="connsiteX9" fmla="*/ 13601700 w 13601700"/>
              <a:gd name="connsiteY9" fmla="*/ 1961368 h 2065820"/>
              <a:gd name="connsiteX0" fmla="*/ 0 w 13601700"/>
              <a:gd name="connsiteY0" fmla="*/ 1910568 h 2088641"/>
              <a:gd name="connsiteX1" fmla="*/ 1104900 w 13601700"/>
              <a:gd name="connsiteY1" fmla="*/ 1910568 h 2088641"/>
              <a:gd name="connsiteX2" fmla="*/ 1987550 w 13601700"/>
              <a:gd name="connsiteY2" fmla="*/ 1974068 h 2088641"/>
              <a:gd name="connsiteX3" fmla="*/ 2527300 w 13601700"/>
              <a:gd name="connsiteY3" fmla="*/ 1910568 h 2088641"/>
              <a:gd name="connsiteX4" fmla="*/ 4549140 w 13601700"/>
              <a:gd name="connsiteY4" fmla="*/ 130028 h 2088641"/>
              <a:gd name="connsiteX5" fmla="*/ 6822440 w 13601700"/>
              <a:gd name="connsiteY5" fmla="*/ 46208 h 2088641"/>
              <a:gd name="connsiteX6" fmla="*/ 9202420 w 13601700"/>
              <a:gd name="connsiteY6" fmla="*/ 140188 h 2088641"/>
              <a:gd name="connsiteX7" fmla="*/ 11112500 w 13601700"/>
              <a:gd name="connsiteY7" fmla="*/ 1834368 h 2088641"/>
              <a:gd name="connsiteX8" fmla="*/ 11963400 w 13601700"/>
              <a:gd name="connsiteY8" fmla="*/ 1974068 h 2088641"/>
              <a:gd name="connsiteX9" fmla="*/ 13601700 w 13601700"/>
              <a:gd name="connsiteY9" fmla="*/ 1961368 h 2088641"/>
              <a:gd name="connsiteX0" fmla="*/ 0 w 13601700"/>
              <a:gd name="connsiteY0" fmla="*/ 1910568 h 2068469"/>
              <a:gd name="connsiteX1" fmla="*/ 1104900 w 13601700"/>
              <a:gd name="connsiteY1" fmla="*/ 1910568 h 2068469"/>
              <a:gd name="connsiteX2" fmla="*/ 1987550 w 13601700"/>
              <a:gd name="connsiteY2" fmla="*/ 1974068 h 2068469"/>
              <a:gd name="connsiteX3" fmla="*/ 2527300 w 13601700"/>
              <a:gd name="connsiteY3" fmla="*/ 1910568 h 2068469"/>
              <a:gd name="connsiteX4" fmla="*/ 4549140 w 13601700"/>
              <a:gd name="connsiteY4" fmla="*/ 130028 h 2068469"/>
              <a:gd name="connsiteX5" fmla="*/ 6822440 w 13601700"/>
              <a:gd name="connsiteY5" fmla="*/ 46208 h 2068469"/>
              <a:gd name="connsiteX6" fmla="*/ 9202420 w 13601700"/>
              <a:gd name="connsiteY6" fmla="*/ 140188 h 2068469"/>
              <a:gd name="connsiteX7" fmla="*/ 11112500 w 13601700"/>
              <a:gd name="connsiteY7" fmla="*/ 1834368 h 2068469"/>
              <a:gd name="connsiteX8" fmla="*/ 11963400 w 13601700"/>
              <a:gd name="connsiteY8" fmla="*/ 1974068 h 2068469"/>
              <a:gd name="connsiteX9" fmla="*/ 13601700 w 13601700"/>
              <a:gd name="connsiteY9" fmla="*/ 1961368 h 2068469"/>
              <a:gd name="connsiteX0" fmla="*/ 0 w 13601700"/>
              <a:gd name="connsiteY0" fmla="*/ 1944612 h 2045638"/>
              <a:gd name="connsiteX1" fmla="*/ 1104900 w 13601700"/>
              <a:gd name="connsiteY1" fmla="*/ 1944612 h 2045638"/>
              <a:gd name="connsiteX2" fmla="*/ 1987550 w 13601700"/>
              <a:gd name="connsiteY2" fmla="*/ 2008112 h 2045638"/>
              <a:gd name="connsiteX3" fmla="*/ 4549140 w 13601700"/>
              <a:gd name="connsiteY3" fmla="*/ 164072 h 2045638"/>
              <a:gd name="connsiteX4" fmla="*/ 6822440 w 13601700"/>
              <a:gd name="connsiteY4" fmla="*/ 80252 h 2045638"/>
              <a:gd name="connsiteX5" fmla="*/ 9202420 w 13601700"/>
              <a:gd name="connsiteY5" fmla="*/ 174232 h 2045638"/>
              <a:gd name="connsiteX6" fmla="*/ 11112500 w 13601700"/>
              <a:gd name="connsiteY6" fmla="*/ 1868412 h 2045638"/>
              <a:gd name="connsiteX7" fmla="*/ 11963400 w 13601700"/>
              <a:gd name="connsiteY7" fmla="*/ 2008112 h 2045638"/>
              <a:gd name="connsiteX8" fmla="*/ 13601700 w 13601700"/>
              <a:gd name="connsiteY8" fmla="*/ 1995412 h 2045638"/>
              <a:gd name="connsiteX0" fmla="*/ 0 w 13601700"/>
              <a:gd name="connsiteY0" fmla="*/ 1912501 h 2013527"/>
              <a:gd name="connsiteX1" fmla="*/ 1104900 w 13601700"/>
              <a:gd name="connsiteY1" fmla="*/ 1912501 h 2013527"/>
              <a:gd name="connsiteX2" fmla="*/ 1987550 w 13601700"/>
              <a:gd name="connsiteY2" fmla="*/ 1976001 h 2013527"/>
              <a:gd name="connsiteX3" fmla="*/ 2606675 w 13601700"/>
              <a:gd name="connsiteY3" fmla="*/ 1528326 h 2013527"/>
              <a:gd name="connsiteX4" fmla="*/ 4549140 w 13601700"/>
              <a:gd name="connsiteY4" fmla="*/ 131961 h 2013527"/>
              <a:gd name="connsiteX5" fmla="*/ 6822440 w 13601700"/>
              <a:gd name="connsiteY5" fmla="*/ 48141 h 2013527"/>
              <a:gd name="connsiteX6" fmla="*/ 9202420 w 13601700"/>
              <a:gd name="connsiteY6" fmla="*/ 142121 h 2013527"/>
              <a:gd name="connsiteX7" fmla="*/ 11112500 w 13601700"/>
              <a:gd name="connsiteY7" fmla="*/ 1836301 h 2013527"/>
              <a:gd name="connsiteX8" fmla="*/ 11963400 w 13601700"/>
              <a:gd name="connsiteY8" fmla="*/ 1976001 h 2013527"/>
              <a:gd name="connsiteX9" fmla="*/ 13601700 w 13601700"/>
              <a:gd name="connsiteY9" fmla="*/ 1963301 h 2013527"/>
              <a:gd name="connsiteX0" fmla="*/ 0 w 13601700"/>
              <a:gd name="connsiteY0" fmla="*/ 1926082 h 2027108"/>
              <a:gd name="connsiteX1" fmla="*/ 1104900 w 13601700"/>
              <a:gd name="connsiteY1" fmla="*/ 1926082 h 2027108"/>
              <a:gd name="connsiteX2" fmla="*/ 1987550 w 13601700"/>
              <a:gd name="connsiteY2" fmla="*/ 1989582 h 2027108"/>
              <a:gd name="connsiteX3" fmla="*/ 2682875 w 13601700"/>
              <a:gd name="connsiteY3" fmla="*/ 1732407 h 2027108"/>
              <a:gd name="connsiteX4" fmla="*/ 4549140 w 13601700"/>
              <a:gd name="connsiteY4" fmla="*/ 145542 h 2027108"/>
              <a:gd name="connsiteX5" fmla="*/ 6822440 w 13601700"/>
              <a:gd name="connsiteY5" fmla="*/ 61722 h 2027108"/>
              <a:gd name="connsiteX6" fmla="*/ 9202420 w 13601700"/>
              <a:gd name="connsiteY6" fmla="*/ 155702 h 2027108"/>
              <a:gd name="connsiteX7" fmla="*/ 11112500 w 13601700"/>
              <a:gd name="connsiteY7" fmla="*/ 1849882 h 2027108"/>
              <a:gd name="connsiteX8" fmla="*/ 11963400 w 13601700"/>
              <a:gd name="connsiteY8" fmla="*/ 1989582 h 2027108"/>
              <a:gd name="connsiteX9" fmla="*/ 13601700 w 13601700"/>
              <a:gd name="connsiteY9" fmla="*/ 1976882 h 202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01700" h="2027108">
                <a:moveTo>
                  <a:pt x="0" y="1926082"/>
                </a:moveTo>
                <a:lnTo>
                  <a:pt x="1104900" y="1926082"/>
                </a:lnTo>
                <a:cubicBezTo>
                  <a:pt x="1436158" y="1943015"/>
                  <a:pt x="1750483" y="1989582"/>
                  <a:pt x="1987550" y="1989582"/>
                </a:cubicBezTo>
                <a:cubicBezTo>
                  <a:pt x="2237846" y="1925553"/>
                  <a:pt x="2255943" y="2039747"/>
                  <a:pt x="2682875" y="1732407"/>
                </a:cubicBezTo>
                <a:cubicBezTo>
                  <a:pt x="3109807" y="1425067"/>
                  <a:pt x="3859213" y="423989"/>
                  <a:pt x="4549140" y="145542"/>
                </a:cubicBezTo>
                <a:cubicBezTo>
                  <a:pt x="5239067" y="-132905"/>
                  <a:pt x="6083723" y="76539"/>
                  <a:pt x="6822440" y="61722"/>
                </a:cubicBezTo>
                <a:cubicBezTo>
                  <a:pt x="7561157" y="46905"/>
                  <a:pt x="8418830" y="-58505"/>
                  <a:pt x="9202420" y="155702"/>
                </a:cubicBezTo>
                <a:cubicBezTo>
                  <a:pt x="9986010" y="369909"/>
                  <a:pt x="10652337" y="1544235"/>
                  <a:pt x="11112500" y="1849882"/>
                </a:cubicBezTo>
                <a:cubicBezTo>
                  <a:pt x="11572663" y="2155529"/>
                  <a:pt x="11548533" y="1968415"/>
                  <a:pt x="11963400" y="1989582"/>
                </a:cubicBezTo>
                <a:cubicBezTo>
                  <a:pt x="12378267" y="2010749"/>
                  <a:pt x="12989983" y="1993815"/>
                  <a:pt x="13601700" y="1976882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DE67166-68EF-2680-9B90-0475EDF3E633}"/>
              </a:ext>
            </a:extLst>
          </p:cNvPr>
          <p:cNvSpPr/>
          <p:nvPr/>
        </p:nvSpPr>
        <p:spPr bwMode="auto">
          <a:xfrm flipV="1">
            <a:off x="-635000" y="3446572"/>
            <a:ext cx="13601700" cy="2027108"/>
          </a:xfrm>
          <a:custGeom>
            <a:avLst/>
            <a:gdLst>
              <a:gd name="connsiteX0" fmla="*/ 0 w 15138400"/>
              <a:gd name="connsiteY0" fmla="*/ 1949200 h 2074318"/>
              <a:gd name="connsiteX1" fmla="*/ 2641600 w 15138400"/>
              <a:gd name="connsiteY1" fmla="*/ 1949200 h 2074318"/>
              <a:gd name="connsiteX2" fmla="*/ 4064000 w 15138400"/>
              <a:gd name="connsiteY2" fmla="*/ 1949200 h 2074318"/>
              <a:gd name="connsiteX3" fmla="*/ 6070600 w 15138400"/>
              <a:gd name="connsiteY3" fmla="*/ 260100 h 2074318"/>
              <a:gd name="connsiteX4" fmla="*/ 10502900 w 15138400"/>
              <a:gd name="connsiteY4" fmla="*/ 171200 h 2074318"/>
              <a:gd name="connsiteX5" fmla="*/ 12649200 w 15138400"/>
              <a:gd name="connsiteY5" fmla="*/ 1873000 h 2074318"/>
              <a:gd name="connsiteX6" fmla="*/ 13500100 w 15138400"/>
              <a:gd name="connsiteY6" fmla="*/ 2012700 h 2074318"/>
              <a:gd name="connsiteX7" fmla="*/ 15138400 w 15138400"/>
              <a:gd name="connsiteY7" fmla="*/ 2000000 h 2074318"/>
              <a:gd name="connsiteX0" fmla="*/ 0 w 13601700"/>
              <a:gd name="connsiteY0" fmla="*/ 1949200 h 2074318"/>
              <a:gd name="connsiteX1" fmla="*/ 1104900 w 13601700"/>
              <a:gd name="connsiteY1" fmla="*/ 1949200 h 2074318"/>
              <a:gd name="connsiteX2" fmla="*/ 2527300 w 13601700"/>
              <a:gd name="connsiteY2" fmla="*/ 1949200 h 2074318"/>
              <a:gd name="connsiteX3" fmla="*/ 4533900 w 13601700"/>
              <a:gd name="connsiteY3" fmla="*/ 260100 h 2074318"/>
              <a:gd name="connsiteX4" fmla="*/ 8966200 w 13601700"/>
              <a:gd name="connsiteY4" fmla="*/ 171200 h 2074318"/>
              <a:gd name="connsiteX5" fmla="*/ 11112500 w 13601700"/>
              <a:gd name="connsiteY5" fmla="*/ 1873000 h 2074318"/>
              <a:gd name="connsiteX6" fmla="*/ 11963400 w 13601700"/>
              <a:gd name="connsiteY6" fmla="*/ 2012700 h 2074318"/>
              <a:gd name="connsiteX7" fmla="*/ 13601700 w 13601700"/>
              <a:gd name="connsiteY7" fmla="*/ 2000000 h 2074318"/>
              <a:gd name="connsiteX0" fmla="*/ 0 w 13601700"/>
              <a:gd name="connsiteY0" fmla="*/ 1986201 h 2111319"/>
              <a:gd name="connsiteX1" fmla="*/ 1104900 w 13601700"/>
              <a:gd name="connsiteY1" fmla="*/ 1986201 h 2111319"/>
              <a:gd name="connsiteX2" fmla="*/ 2527300 w 13601700"/>
              <a:gd name="connsiteY2" fmla="*/ 1986201 h 2111319"/>
              <a:gd name="connsiteX3" fmla="*/ 4533900 w 13601700"/>
              <a:gd name="connsiteY3" fmla="*/ 297101 h 2111319"/>
              <a:gd name="connsiteX4" fmla="*/ 6830060 w 13601700"/>
              <a:gd name="connsiteY4" fmla="*/ 38021 h 2111319"/>
              <a:gd name="connsiteX5" fmla="*/ 8966200 w 13601700"/>
              <a:gd name="connsiteY5" fmla="*/ 208201 h 2111319"/>
              <a:gd name="connsiteX6" fmla="*/ 11112500 w 13601700"/>
              <a:gd name="connsiteY6" fmla="*/ 1910001 h 2111319"/>
              <a:gd name="connsiteX7" fmla="*/ 11963400 w 13601700"/>
              <a:gd name="connsiteY7" fmla="*/ 2049701 h 2111319"/>
              <a:gd name="connsiteX8" fmla="*/ 13601700 w 13601700"/>
              <a:gd name="connsiteY8" fmla="*/ 2037001 h 2111319"/>
              <a:gd name="connsiteX0" fmla="*/ 0 w 13601700"/>
              <a:gd name="connsiteY0" fmla="*/ 1941787 h 2066905"/>
              <a:gd name="connsiteX1" fmla="*/ 1104900 w 13601700"/>
              <a:gd name="connsiteY1" fmla="*/ 1941787 h 2066905"/>
              <a:gd name="connsiteX2" fmla="*/ 2527300 w 13601700"/>
              <a:gd name="connsiteY2" fmla="*/ 1941787 h 2066905"/>
              <a:gd name="connsiteX3" fmla="*/ 4533900 w 13601700"/>
              <a:gd name="connsiteY3" fmla="*/ 252687 h 2066905"/>
              <a:gd name="connsiteX4" fmla="*/ 6822440 w 13601700"/>
              <a:gd name="connsiteY4" fmla="*/ 77427 h 2066905"/>
              <a:gd name="connsiteX5" fmla="*/ 8966200 w 13601700"/>
              <a:gd name="connsiteY5" fmla="*/ 163787 h 2066905"/>
              <a:gd name="connsiteX6" fmla="*/ 11112500 w 13601700"/>
              <a:gd name="connsiteY6" fmla="*/ 1865587 h 2066905"/>
              <a:gd name="connsiteX7" fmla="*/ 11963400 w 13601700"/>
              <a:gd name="connsiteY7" fmla="*/ 2005287 h 2066905"/>
              <a:gd name="connsiteX8" fmla="*/ 13601700 w 13601700"/>
              <a:gd name="connsiteY8" fmla="*/ 1992587 h 2066905"/>
              <a:gd name="connsiteX0" fmla="*/ 0 w 13601700"/>
              <a:gd name="connsiteY0" fmla="*/ 1937168 h 2062286"/>
              <a:gd name="connsiteX1" fmla="*/ 1104900 w 13601700"/>
              <a:gd name="connsiteY1" fmla="*/ 1937168 h 2062286"/>
              <a:gd name="connsiteX2" fmla="*/ 2527300 w 13601700"/>
              <a:gd name="connsiteY2" fmla="*/ 1937168 h 2062286"/>
              <a:gd name="connsiteX3" fmla="*/ 4533900 w 13601700"/>
              <a:gd name="connsiteY3" fmla="*/ 248068 h 2062286"/>
              <a:gd name="connsiteX4" fmla="*/ 6822440 w 13601700"/>
              <a:gd name="connsiteY4" fmla="*/ 72808 h 2062286"/>
              <a:gd name="connsiteX5" fmla="*/ 9202420 w 13601700"/>
              <a:gd name="connsiteY5" fmla="*/ 166788 h 2062286"/>
              <a:gd name="connsiteX6" fmla="*/ 11112500 w 13601700"/>
              <a:gd name="connsiteY6" fmla="*/ 1860968 h 2062286"/>
              <a:gd name="connsiteX7" fmla="*/ 11963400 w 13601700"/>
              <a:gd name="connsiteY7" fmla="*/ 2000668 h 2062286"/>
              <a:gd name="connsiteX8" fmla="*/ 13601700 w 13601700"/>
              <a:gd name="connsiteY8" fmla="*/ 1987968 h 2062286"/>
              <a:gd name="connsiteX0" fmla="*/ 0 w 13601700"/>
              <a:gd name="connsiteY0" fmla="*/ 1887901 h 2013019"/>
              <a:gd name="connsiteX1" fmla="*/ 1104900 w 13601700"/>
              <a:gd name="connsiteY1" fmla="*/ 1887901 h 2013019"/>
              <a:gd name="connsiteX2" fmla="*/ 2527300 w 13601700"/>
              <a:gd name="connsiteY2" fmla="*/ 1887901 h 2013019"/>
              <a:gd name="connsiteX3" fmla="*/ 4533900 w 13601700"/>
              <a:gd name="connsiteY3" fmla="*/ 198801 h 2013019"/>
              <a:gd name="connsiteX4" fmla="*/ 6822440 w 13601700"/>
              <a:gd name="connsiteY4" fmla="*/ 23541 h 2013019"/>
              <a:gd name="connsiteX5" fmla="*/ 9202420 w 13601700"/>
              <a:gd name="connsiteY5" fmla="*/ 117521 h 2013019"/>
              <a:gd name="connsiteX6" fmla="*/ 11112500 w 13601700"/>
              <a:gd name="connsiteY6" fmla="*/ 1811701 h 2013019"/>
              <a:gd name="connsiteX7" fmla="*/ 11963400 w 13601700"/>
              <a:gd name="connsiteY7" fmla="*/ 1951401 h 2013019"/>
              <a:gd name="connsiteX8" fmla="*/ 13601700 w 13601700"/>
              <a:gd name="connsiteY8" fmla="*/ 1938701 h 2013019"/>
              <a:gd name="connsiteX0" fmla="*/ 0 w 13601700"/>
              <a:gd name="connsiteY0" fmla="*/ 1903306 h 2028424"/>
              <a:gd name="connsiteX1" fmla="*/ 1104900 w 13601700"/>
              <a:gd name="connsiteY1" fmla="*/ 1903306 h 2028424"/>
              <a:gd name="connsiteX2" fmla="*/ 2527300 w 13601700"/>
              <a:gd name="connsiteY2" fmla="*/ 1903306 h 2028424"/>
              <a:gd name="connsiteX3" fmla="*/ 4533900 w 13601700"/>
              <a:gd name="connsiteY3" fmla="*/ 214206 h 2028424"/>
              <a:gd name="connsiteX4" fmla="*/ 6822440 w 13601700"/>
              <a:gd name="connsiteY4" fmla="*/ 38946 h 2028424"/>
              <a:gd name="connsiteX5" fmla="*/ 9202420 w 13601700"/>
              <a:gd name="connsiteY5" fmla="*/ 132926 h 2028424"/>
              <a:gd name="connsiteX6" fmla="*/ 11112500 w 13601700"/>
              <a:gd name="connsiteY6" fmla="*/ 1827106 h 2028424"/>
              <a:gd name="connsiteX7" fmla="*/ 11963400 w 13601700"/>
              <a:gd name="connsiteY7" fmla="*/ 1966806 h 2028424"/>
              <a:gd name="connsiteX8" fmla="*/ 13601700 w 13601700"/>
              <a:gd name="connsiteY8" fmla="*/ 1954106 h 2028424"/>
              <a:gd name="connsiteX0" fmla="*/ 0 w 13601700"/>
              <a:gd name="connsiteY0" fmla="*/ 1940021 h 2071913"/>
              <a:gd name="connsiteX1" fmla="*/ 1104900 w 13601700"/>
              <a:gd name="connsiteY1" fmla="*/ 1940021 h 2071913"/>
              <a:gd name="connsiteX2" fmla="*/ 2527300 w 13601700"/>
              <a:gd name="connsiteY2" fmla="*/ 1940021 h 2071913"/>
              <a:gd name="connsiteX3" fmla="*/ 4549140 w 13601700"/>
              <a:gd name="connsiteY3" fmla="*/ 159481 h 2071913"/>
              <a:gd name="connsiteX4" fmla="*/ 6822440 w 13601700"/>
              <a:gd name="connsiteY4" fmla="*/ 75661 h 2071913"/>
              <a:gd name="connsiteX5" fmla="*/ 9202420 w 13601700"/>
              <a:gd name="connsiteY5" fmla="*/ 169641 h 2071913"/>
              <a:gd name="connsiteX6" fmla="*/ 11112500 w 13601700"/>
              <a:gd name="connsiteY6" fmla="*/ 1863821 h 2071913"/>
              <a:gd name="connsiteX7" fmla="*/ 11963400 w 13601700"/>
              <a:gd name="connsiteY7" fmla="*/ 2003521 h 2071913"/>
              <a:gd name="connsiteX8" fmla="*/ 13601700 w 13601700"/>
              <a:gd name="connsiteY8" fmla="*/ 1990821 h 2071913"/>
              <a:gd name="connsiteX0" fmla="*/ 0 w 13601700"/>
              <a:gd name="connsiteY0" fmla="*/ 1910568 h 2042460"/>
              <a:gd name="connsiteX1" fmla="*/ 1104900 w 13601700"/>
              <a:gd name="connsiteY1" fmla="*/ 1910568 h 2042460"/>
              <a:gd name="connsiteX2" fmla="*/ 2527300 w 13601700"/>
              <a:gd name="connsiteY2" fmla="*/ 1910568 h 2042460"/>
              <a:gd name="connsiteX3" fmla="*/ 4549140 w 13601700"/>
              <a:gd name="connsiteY3" fmla="*/ 130028 h 2042460"/>
              <a:gd name="connsiteX4" fmla="*/ 6822440 w 13601700"/>
              <a:gd name="connsiteY4" fmla="*/ 46208 h 2042460"/>
              <a:gd name="connsiteX5" fmla="*/ 9202420 w 13601700"/>
              <a:gd name="connsiteY5" fmla="*/ 140188 h 2042460"/>
              <a:gd name="connsiteX6" fmla="*/ 11112500 w 13601700"/>
              <a:gd name="connsiteY6" fmla="*/ 1834368 h 2042460"/>
              <a:gd name="connsiteX7" fmla="*/ 11963400 w 13601700"/>
              <a:gd name="connsiteY7" fmla="*/ 1974068 h 2042460"/>
              <a:gd name="connsiteX8" fmla="*/ 13601700 w 13601700"/>
              <a:gd name="connsiteY8" fmla="*/ 1961368 h 2042460"/>
              <a:gd name="connsiteX0" fmla="*/ 0 w 13601700"/>
              <a:gd name="connsiteY0" fmla="*/ 1910568 h 2082258"/>
              <a:gd name="connsiteX1" fmla="*/ 1104900 w 13601700"/>
              <a:gd name="connsiteY1" fmla="*/ 1910568 h 2082258"/>
              <a:gd name="connsiteX2" fmla="*/ 1987550 w 13601700"/>
              <a:gd name="connsiteY2" fmla="*/ 2012168 h 2082258"/>
              <a:gd name="connsiteX3" fmla="*/ 2527300 w 13601700"/>
              <a:gd name="connsiteY3" fmla="*/ 1910568 h 2082258"/>
              <a:gd name="connsiteX4" fmla="*/ 4549140 w 13601700"/>
              <a:gd name="connsiteY4" fmla="*/ 130028 h 2082258"/>
              <a:gd name="connsiteX5" fmla="*/ 6822440 w 13601700"/>
              <a:gd name="connsiteY5" fmla="*/ 46208 h 2082258"/>
              <a:gd name="connsiteX6" fmla="*/ 9202420 w 13601700"/>
              <a:gd name="connsiteY6" fmla="*/ 140188 h 2082258"/>
              <a:gd name="connsiteX7" fmla="*/ 11112500 w 13601700"/>
              <a:gd name="connsiteY7" fmla="*/ 1834368 h 2082258"/>
              <a:gd name="connsiteX8" fmla="*/ 11963400 w 13601700"/>
              <a:gd name="connsiteY8" fmla="*/ 1974068 h 2082258"/>
              <a:gd name="connsiteX9" fmla="*/ 13601700 w 13601700"/>
              <a:gd name="connsiteY9" fmla="*/ 1961368 h 2082258"/>
              <a:gd name="connsiteX0" fmla="*/ 0 w 13601700"/>
              <a:gd name="connsiteY0" fmla="*/ 1910568 h 2065820"/>
              <a:gd name="connsiteX1" fmla="*/ 1104900 w 13601700"/>
              <a:gd name="connsiteY1" fmla="*/ 1910568 h 2065820"/>
              <a:gd name="connsiteX2" fmla="*/ 1987550 w 13601700"/>
              <a:gd name="connsiteY2" fmla="*/ 1974068 h 2065820"/>
              <a:gd name="connsiteX3" fmla="*/ 2527300 w 13601700"/>
              <a:gd name="connsiteY3" fmla="*/ 1910568 h 2065820"/>
              <a:gd name="connsiteX4" fmla="*/ 4549140 w 13601700"/>
              <a:gd name="connsiteY4" fmla="*/ 130028 h 2065820"/>
              <a:gd name="connsiteX5" fmla="*/ 6822440 w 13601700"/>
              <a:gd name="connsiteY5" fmla="*/ 46208 h 2065820"/>
              <a:gd name="connsiteX6" fmla="*/ 9202420 w 13601700"/>
              <a:gd name="connsiteY6" fmla="*/ 140188 h 2065820"/>
              <a:gd name="connsiteX7" fmla="*/ 11112500 w 13601700"/>
              <a:gd name="connsiteY7" fmla="*/ 1834368 h 2065820"/>
              <a:gd name="connsiteX8" fmla="*/ 11963400 w 13601700"/>
              <a:gd name="connsiteY8" fmla="*/ 1974068 h 2065820"/>
              <a:gd name="connsiteX9" fmla="*/ 13601700 w 13601700"/>
              <a:gd name="connsiteY9" fmla="*/ 1961368 h 2065820"/>
              <a:gd name="connsiteX0" fmla="*/ 0 w 13601700"/>
              <a:gd name="connsiteY0" fmla="*/ 1910568 h 2088641"/>
              <a:gd name="connsiteX1" fmla="*/ 1104900 w 13601700"/>
              <a:gd name="connsiteY1" fmla="*/ 1910568 h 2088641"/>
              <a:gd name="connsiteX2" fmla="*/ 1987550 w 13601700"/>
              <a:gd name="connsiteY2" fmla="*/ 1974068 h 2088641"/>
              <a:gd name="connsiteX3" fmla="*/ 2527300 w 13601700"/>
              <a:gd name="connsiteY3" fmla="*/ 1910568 h 2088641"/>
              <a:gd name="connsiteX4" fmla="*/ 4549140 w 13601700"/>
              <a:gd name="connsiteY4" fmla="*/ 130028 h 2088641"/>
              <a:gd name="connsiteX5" fmla="*/ 6822440 w 13601700"/>
              <a:gd name="connsiteY5" fmla="*/ 46208 h 2088641"/>
              <a:gd name="connsiteX6" fmla="*/ 9202420 w 13601700"/>
              <a:gd name="connsiteY6" fmla="*/ 140188 h 2088641"/>
              <a:gd name="connsiteX7" fmla="*/ 11112500 w 13601700"/>
              <a:gd name="connsiteY7" fmla="*/ 1834368 h 2088641"/>
              <a:gd name="connsiteX8" fmla="*/ 11963400 w 13601700"/>
              <a:gd name="connsiteY8" fmla="*/ 1974068 h 2088641"/>
              <a:gd name="connsiteX9" fmla="*/ 13601700 w 13601700"/>
              <a:gd name="connsiteY9" fmla="*/ 1961368 h 2088641"/>
              <a:gd name="connsiteX0" fmla="*/ 0 w 13601700"/>
              <a:gd name="connsiteY0" fmla="*/ 1910568 h 2068469"/>
              <a:gd name="connsiteX1" fmla="*/ 1104900 w 13601700"/>
              <a:gd name="connsiteY1" fmla="*/ 1910568 h 2068469"/>
              <a:gd name="connsiteX2" fmla="*/ 1987550 w 13601700"/>
              <a:gd name="connsiteY2" fmla="*/ 1974068 h 2068469"/>
              <a:gd name="connsiteX3" fmla="*/ 2527300 w 13601700"/>
              <a:gd name="connsiteY3" fmla="*/ 1910568 h 2068469"/>
              <a:gd name="connsiteX4" fmla="*/ 4549140 w 13601700"/>
              <a:gd name="connsiteY4" fmla="*/ 130028 h 2068469"/>
              <a:gd name="connsiteX5" fmla="*/ 6822440 w 13601700"/>
              <a:gd name="connsiteY5" fmla="*/ 46208 h 2068469"/>
              <a:gd name="connsiteX6" fmla="*/ 9202420 w 13601700"/>
              <a:gd name="connsiteY6" fmla="*/ 140188 h 2068469"/>
              <a:gd name="connsiteX7" fmla="*/ 11112500 w 13601700"/>
              <a:gd name="connsiteY7" fmla="*/ 1834368 h 2068469"/>
              <a:gd name="connsiteX8" fmla="*/ 11963400 w 13601700"/>
              <a:gd name="connsiteY8" fmla="*/ 1974068 h 2068469"/>
              <a:gd name="connsiteX9" fmla="*/ 13601700 w 13601700"/>
              <a:gd name="connsiteY9" fmla="*/ 1961368 h 2068469"/>
              <a:gd name="connsiteX0" fmla="*/ 0 w 13601700"/>
              <a:gd name="connsiteY0" fmla="*/ 1944612 h 2045638"/>
              <a:gd name="connsiteX1" fmla="*/ 1104900 w 13601700"/>
              <a:gd name="connsiteY1" fmla="*/ 1944612 h 2045638"/>
              <a:gd name="connsiteX2" fmla="*/ 1987550 w 13601700"/>
              <a:gd name="connsiteY2" fmla="*/ 2008112 h 2045638"/>
              <a:gd name="connsiteX3" fmla="*/ 4549140 w 13601700"/>
              <a:gd name="connsiteY3" fmla="*/ 164072 h 2045638"/>
              <a:gd name="connsiteX4" fmla="*/ 6822440 w 13601700"/>
              <a:gd name="connsiteY4" fmla="*/ 80252 h 2045638"/>
              <a:gd name="connsiteX5" fmla="*/ 9202420 w 13601700"/>
              <a:gd name="connsiteY5" fmla="*/ 174232 h 2045638"/>
              <a:gd name="connsiteX6" fmla="*/ 11112500 w 13601700"/>
              <a:gd name="connsiteY6" fmla="*/ 1868412 h 2045638"/>
              <a:gd name="connsiteX7" fmla="*/ 11963400 w 13601700"/>
              <a:gd name="connsiteY7" fmla="*/ 2008112 h 2045638"/>
              <a:gd name="connsiteX8" fmla="*/ 13601700 w 13601700"/>
              <a:gd name="connsiteY8" fmla="*/ 1995412 h 2045638"/>
              <a:gd name="connsiteX0" fmla="*/ 0 w 13601700"/>
              <a:gd name="connsiteY0" fmla="*/ 1912501 h 2013527"/>
              <a:gd name="connsiteX1" fmla="*/ 1104900 w 13601700"/>
              <a:gd name="connsiteY1" fmla="*/ 1912501 h 2013527"/>
              <a:gd name="connsiteX2" fmla="*/ 1987550 w 13601700"/>
              <a:gd name="connsiteY2" fmla="*/ 1976001 h 2013527"/>
              <a:gd name="connsiteX3" fmla="*/ 2606675 w 13601700"/>
              <a:gd name="connsiteY3" fmla="*/ 1528326 h 2013527"/>
              <a:gd name="connsiteX4" fmla="*/ 4549140 w 13601700"/>
              <a:gd name="connsiteY4" fmla="*/ 131961 h 2013527"/>
              <a:gd name="connsiteX5" fmla="*/ 6822440 w 13601700"/>
              <a:gd name="connsiteY5" fmla="*/ 48141 h 2013527"/>
              <a:gd name="connsiteX6" fmla="*/ 9202420 w 13601700"/>
              <a:gd name="connsiteY6" fmla="*/ 142121 h 2013527"/>
              <a:gd name="connsiteX7" fmla="*/ 11112500 w 13601700"/>
              <a:gd name="connsiteY7" fmla="*/ 1836301 h 2013527"/>
              <a:gd name="connsiteX8" fmla="*/ 11963400 w 13601700"/>
              <a:gd name="connsiteY8" fmla="*/ 1976001 h 2013527"/>
              <a:gd name="connsiteX9" fmla="*/ 13601700 w 13601700"/>
              <a:gd name="connsiteY9" fmla="*/ 1963301 h 2013527"/>
              <a:gd name="connsiteX0" fmla="*/ 0 w 13601700"/>
              <a:gd name="connsiteY0" fmla="*/ 1926082 h 2027108"/>
              <a:gd name="connsiteX1" fmla="*/ 1104900 w 13601700"/>
              <a:gd name="connsiteY1" fmla="*/ 1926082 h 2027108"/>
              <a:gd name="connsiteX2" fmla="*/ 1987550 w 13601700"/>
              <a:gd name="connsiteY2" fmla="*/ 1989582 h 2027108"/>
              <a:gd name="connsiteX3" fmla="*/ 2682875 w 13601700"/>
              <a:gd name="connsiteY3" fmla="*/ 1732407 h 2027108"/>
              <a:gd name="connsiteX4" fmla="*/ 4549140 w 13601700"/>
              <a:gd name="connsiteY4" fmla="*/ 145542 h 2027108"/>
              <a:gd name="connsiteX5" fmla="*/ 6822440 w 13601700"/>
              <a:gd name="connsiteY5" fmla="*/ 61722 h 2027108"/>
              <a:gd name="connsiteX6" fmla="*/ 9202420 w 13601700"/>
              <a:gd name="connsiteY6" fmla="*/ 155702 h 2027108"/>
              <a:gd name="connsiteX7" fmla="*/ 11112500 w 13601700"/>
              <a:gd name="connsiteY7" fmla="*/ 1849882 h 2027108"/>
              <a:gd name="connsiteX8" fmla="*/ 11963400 w 13601700"/>
              <a:gd name="connsiteY8" fmla="*/ 1989582 h 2027108"/>
              <a:gd name="connsiteX9" fmla="*/ 13601700 w 13601700"/>
              <a:gd name="connsiteY9" fmla="*/ 1976882 h 202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01700" h="2027108">
                <a:moveTo>
                  <a:pt x="0" y="1926082"/>
                </a:moveTo>
                <a:lnTo>
                  <a:pt x="1104900" y="1926082"/>
                </a:lnTo>
                <a:cubicBezTo>
                  <a:pt x="1436158" y="1943015"/>
                  <a:pt x="1750483" y="1989582"/>
                  <a:pt x="1987550" y="1989582"/>
                </a:cubicBezTo>
                <a:cubicBezTo>
                  <a:pt x="2237846" y="1925553"/>
                  <a:pt x="2255943" y="2039747"/>
                  <a:pt x="2682875" y="1732407"/>
                </a:cubicBezTo>
                <a:cubicBezTo>
                  <a:pt x="3109807" y="1425067"/>
                  <a:pt x="3859213" y="423989"/>
                  <a:pt x="4549140" y="145542"/>
                </a:cubicBezTo>
                <a:cubicBezTo>
                  <a:pt x="5239067" y="-132905"/>
                  <a:pt x="6083723" y="76539"/>
                  <a:pt x="6822440" y="61722"/>
                </a:cubicBezTo>
                <a:cubicBezTo>
                  <a:pt x="7561157" y="46905"/>
                  <a:pt x="8418830" y="-58505"/>
                  <a:pt x="9202420" y="155702"/>
                </a:cubicBezTo>
                <a:cubicBezTo>
                  <a:pt x="9986010" y="369909"/>
                  <a:pt x="10652337" y="1544235"/>
                  <a:pt x="11112500" y="1849882"/>
                </a:cubicBezTo>
                <a:cubicBezTo>
                  <a:pt x="11572663" y="2155529"/>
                  <a:pt x="11548533" y="1968415"/>
                  <a:pt x="11963400" y="1989582"/>
                </a:cubicBezTo>
                <a:cubicBezTo>
                  <a:pt x="12378267" y="2010749"/>
                  <a:pt x="12989983" y="1993815"/>
                  <a:pt x="13601700" y="1976882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564C0E3-8AB4-9C3B-7094-332D1408C2F9}"/>
              </a:ext>
            </a:extLst>
          </p:cNvPr>
          <p:cNvSpPr/>
          <p:nvPr/>
        </p:nvSpPr>
        <p:spPr bwMode="auto">
          <a:xfrm flipV="1">
            <a:off x="-635000" y="3334762"/>
            <a:ext cx="13601700" cy="2027108"/>
          </a:xfrm>
          <a:custGeom>
            <a:avLst/>
            <a:gdLst>
              <a:gd name="connsiteX0" fmla="*/ 0 w 15138400"/>
              <a:gd name="connsiteY0" fmla="*/ 1949200 h 2074318"/>
              <a:gd name="connsiteX1" fmla="*/ 2641600 w 15138400"/>
              <a:gd name="connsiteY1" fmla="*/ 1949200 h 2074318"/>
              <a:gd name="connsiteX2" fmla="*/ 4064000 w 15138400"/>
              <a:gd name="connsiteY2" fmla="*/ 1949200 h 2074318"/>
              <a:gd name="connsiteX3" fmla="*/ 6070600 w 15138400"/>
              <a:gd name="connsiteY3" fmla="*/ 260100 h 2074318"/>
              <a:gd name="connsiteX4" fmla="*/ 10502900 w 15138400"/>
              <a:gd name="connsiteY4" fmla="*/ 171200 h 2074318"/>
              <a:gd name="connsiteX5" fmla="*/ 12649200 w 15138400"/>
              <a:gd name="connsiteY5" fmla="*/ 1873000 h 2074318"/>
              <a:gd name="connsiteX6" fmla="*/ 13500100 w 15138400"/>
              <a:gd name="connsiteY6" fmla="*/ 2012700 h 2074318"/>
              <a:gd name="connsiteX7" fmla="*/ 15138400 w 15138400"/>
              <a:gd name="connsiteY7" fmla="*/ 2000000 h 2074318"/>
              <a:gd name="connsiteX0" fmla="*/ 0 w 13601700"/>
              <a:gd name="connsiteY0" fmla="*/ 1949200 h 2074318"/>
              <a:gd name="connsiteX1" fmla="*/ 1104900 w 13601700"/>
              <a:gd name="connsiteY1" fmla="*/ 1949200 h 2074318"/>
              <a:gd name="connsiteX2" fmla="*/ 2527300 w 13601700"/>
              <a:gd name="connsiteY2" fmla="*/ 1949200 h 2074318"/>
              <a:gd name="connsiteX3" fmla="*/ 4533900 w 13601700"/>
              <a:gd name="connsiteY3" fmla="*/ 260100 h 2074318"/>
              <a:gd name="connsiteX4" fmla="*/ 8966200 w 13601700"/>
              <a:gd name="connsiteY4" fmla="*/ 171200 h 2074318"/>
              <a:gd name="connsiteX5" fmla="*/ 11112500 w 13601700"/>
              <a:gd name="connsiteY5" fmla="*/ 1873000 h 2074318"/>
              <a:gd name="connsiteX6" fmla="*/ 11963400 w 13601700"/>
              <a:gd name="connsiteY6" fmla="*/ 2012700 h 2074318"/>
              <a:gd name="connsiteX7" fmla="*/ 13601700 w 13601700"/>
              <a:gd name="connsiteY7" fmla="*/ 2000000 h 2074318"/>
              <a:gd name="connsiteX0" fmla="*/ 0 w 13601700"/>
              <a:gd name="connsiteY0" fmla="*/ 1986201 h 2111319"/>
              <a:gd name="connsiteX1" fmla="*/ 1104900 w 13601700"/>
              <a:gd name="connsiteY1" fmla="*/ 1986201 h 2111319"/>
              <a:gd name="connsiteX2" fmla="*/ 2527300 w 13601700"/>
              <a:gd name="connsiteY2" fmla="*/ 1986201 h 2111319"/>
              <a:gd name="connsiteX3" fmla="*/ 4533900 w 13601700"/>
              <a:gd name="connsiteY3" fmla="*/ 297101 h 2111319"/>
              <a:gd name="connsiteX4" fmla="*/ 6830060 w 13601700"/>
              <a:gd name="connsiteY4" fmla="*/ 38021 h 2111319"/>
              <a:gd name="connsiteX5" fmla="*/ 8966200 w 13601700"/>
              <a:gd name="connsiteY5" fmla="*/ 208201 h 2111319"/>
              <a:gd name="connsiteX6" fmla="*/ 11112500 w 13601700"/>
              <a:gd name="connsiteY6" fmla="*/ 1910001 h 2111319"/>
              <a:gd name="connsiteX7" fmla="*/ 11963400 w 13601700"/>
              <a:gd name="connsiteY7" fmla="*/ 2049701 h 2111319"/>
              <a:gd name="connsiteX8" fmla="*/ 13601700 w 13601700"/>
              <a:gd name="connsiteY8" fmla="*/ 2037001 h 2111319"/>
              <a:gd name="connsiteX0" fmla="*/ 0 w 13601700"/>
              <a:gd name="connsiteY0" fmla="*/ 1941787 h 2066905"/>
              <a:gd name="connsiteX1" fmla="*/ 1104900 w 13601700"/>
              <a:gd name="connsiteY1" fmla="*/ 1941787 h 2066905"/>
              <a:gd name="connsiteX2" fmla="*/ 2527300 w 13601700"/>
              <a:gd name="connsiteY2" fmla="*/ 1941787 h 2066905"/>
              <a:gd name="connsiteX3" fmla="*/ 4533900 w 13601700"/>
              <a:gd name="connsiteY3" fmla="*/ 252687 h 2066905"/>
              <a:gd name="connsiteX4" fmla="*/ 6822440 w 13601700"/>
              <a:gd name="connsiteY4" fmla="*/ 77427 h 2066905"/>
              <a:gd name="connsiteX5" fmla="*/ 8966200 w 13601700"/>
              <a:gd name="connsiteY5" fmla="*/ 163787 h 2066905"/>
              <a:gd name="connsiteX6" fmla="*/ 11112500 w 13601700"/>
              <a:gd name="connsiteY6" fmla="*/ 1865587 h 2066905"/>
              <a:gd name="connsiteX7" fmla="*/ 11963400 w 13601700"/>
              <a:gd name="connsiteY7" fmla="*/ 2005287 h 2066905"/>
              <a:gd name="connsiteX8" fmla="*/ 13601700 w 13601700"/>
              <a:gd name="connsiteY8" fmla="*/ 1992587 h 2066905"/>
              <a:gd name="connsiteX0" fmla="*/ 0 w 13601700"/>
              <a:gd name="connsiteY0" fmla="*/ 1937168 h 2062286"/>
              <a:gd name="connsiteX1" fmla="*/ 1104900 w 13601700"/>
              <a:gd name="connsiteY1" fmla="*/ 1937168 h 2062286"/>
              <a:gd name="connsiteX2" fmla="*/ 2527300 w 13601700"/>
              <a:gd name="connsiteY2" fmla="*/ 1937168 h 2062286"/>
              <a:gd name="connsiteX3" fmla="*/ 4533900 w 13601700"/>
              <a:gd name="connsiteY3" fmla="*/ 248068 h 2062286"/>
              <a:gd name="connsiteX4" fmla="*/ 6822440 w 13601700"/>
              <a:gd name="connsiteY4" fmla="*/ 72808 h 2062286"/>
              <a:gd name="connsiteX5" fmla="*/ 9202420 w 13601700"/>
              <a:gd name="connsiteY5" fmla="*/ 166788 h 2062286"/>
              <a:gd name="connsiteX6" fmla="*/ 11112500 w 13601700"/>
              <a:gd name="connsiteY6" fmla="*/ 1860968 h 2062286"/>
              <a:gd name="connsiteX7" fmla="*/ 11963400 w 13601700"/>
              <a:gd name="connsiteY7" fmla="*/ 2000668 h 2062286"/>
              <a:gd name="connsiteX8" fmla="*/ 13601700 w 13601700"/>
              <a:gd name="connsiteY8" fmla="*/ 1987968 h 2062286"/>
              <a:gd name="connsiteX0" fmla="*/ 0 w 13601700"/>
              <a:gd name="connsiteY0" fmla="*/ 1887901 h 2013019"/>
              <a:gd name="connsiteX1" fmla="*/ 1104900 w 13601700"/>
              <a:gd name="connsiteY1" fmla="*/ 1887901 h 2013019"/>
              <a:gd name="connsiteX2" fmla="*/ 2527300 w 13601700"/>
              <a:gd name="connsiteY2" fmla="*/ 1887901 h 2013019"/>
              <a:gd name="connsiteX3" fmla="*/ 4533900 w 13601700"/>
              <a:gd name="connsiteY3" fmla="*/ 198801 h 2013019"/>
              <a:gd name="connsiteX4" fmla="*/ 6822440 w 13601700"/>
              <a:gd name="connsiteY4" fmla="*/ 23541 h 2013019"/>
              <a:gd name="connsiteX5" fmla="*/ 9202420 w 13601700"/>
              <a:gd name="connsiteY5" fmla="*/ 117521 h 2013019"/>
              <a:gd name="connsiteX6" fmla="*/ 11112500 w 13601700"/>
              <a:gd name="connsiteY6" fmla="*/ 1811701 h 2013019"/>
              <a:gd name="connsiteX7" fmla="*/ 11963400 w 13601700"/>
              <a:gd name="connsiteY7" fmla="*/ 1951401 h 2013019"/>
              <a:gd name="connsiteX8" fmla="*/ 13601700 w 13601700"/>
              <a:gd name="connsiteY8" fmla="*/ 1938701 h 2013019"/>
              <a:gd name="connsiteX0" fmla="*/ 0 w 13601700"/>
              <a:gd name="connsiteY0" fmla="*/ 1903306 h 2028424"/>
              <a:gd name="connsiteX1" fmla="*/ 1104900 w 13601700"/>
              <a:gd name="connsiteY1" fmla="*/ 1903306 h 2028424"/>
              <a:gd name="connsiteX2" fmla="*/ 2527300 w 13601700"/>
              <a:gd name="connsiteY2" fmla="*/ 1903306 h 2028424"/>
              <a:gd name="connsiteX3" fmla="*/ 4533900 w 13601700"/>
              <a:gd name="connsiteY3" fmla="*/ 214206 h 2028424"/>
              <a:gd name="connsiteX4" fmla="*/ 6822440 w 13601700"/>
              <a:gd name="connsiteY4" fmla="*/ 38946 h 2028424"/>
              <a:gd name="connsiteX5" fmla="*/ 9202420 w 13601700"/>
              <a:gd name="connsiteY5" fmla="*/ 132926 h 2028424"/>
              <a:gd name="connsiteX6" fmla="*/ 11112500 w 13601700"/>
              <a:gd name="connsiteY6" fmla="*/ 1827106 h 2028424"/>
              <a:gd name="connsiteX7" fmla="*/ 11963400 w 13601700"/>
              <a:gd name="connsiteY7" fmla="*/ 1966806 h 2028424"/>
              <a:gd name="connsiteX8" fmla="*/ 13601700 w 13601700"/>
              <a:gd name="connsiteY8" fmla="*/ 1954106 h 2028424"/>
              <a:gd name="connsiteX0" fmla="*/ 0 w 13601700"/>
              <a:gd name="connsiteY0" fmla="*/ 1940021 h 2071913"/>
              <a:gd name="connsiteX1" fmla="*/ 1104900 w 13601700"/>
              <a:gd name="connsiteY1" fmla="*/ 1940021 h 2071913"/>
              <a:gd name="connsiteX2" fmla="*/ 2527300 w 13601700"/>
              <a:gd name="connsiteY2" fmla="*/ 1940021 h 2071913"/>
              <a:gd name="connsiteX3" fmla="*/ 4549140 w 13601700"/>
              <a:gd name="connsiteY3" fmla="*/ 159481 h 2071913"/>
              <a:gd name="connsiteX4" fmla="*/ 6822440 w 13601700"/>
              <a:gd name="connsiteY4" fmla="*/ 75661 h 2071913"/>
              <a:gd name="connsiteX5" fmla="*/ 9202420 w 13601700"/>
              <a:gd name="connsiteY5" fmla="*/ 169641 h 2071913"/>
              <a:gd name="connsiteX6" fmla="*/ 11112500 w 13601700"/>
              <a:gd name="connsiteY6" fmla="*/ 1863821 h 2071913"/>
              <a:gd name="connsiteX7" fmla="*/ 11963400 w 13601700"/>
              <a:gd name="connsiteY7" fmla="*/ 2003521 h 2071913"/>
              <a:gd name="connsiteX8" fmla="*/ 13601700 w 13601700"/>
              <a:gd name="connsiteY8" fmla="*/ 1990821 h 2071913"/>
              <a:gd name="connsiteX0" fmla="*/ 0 w 13601700"/>
              <a:gd name="connsiteY0" fmla="*/ 1910568 h 2042460"/>
              <a:gd name="connsiteX1" fmla="*/ 1104900 w 13601700"/>
              <a:gd name="connsiteY1" fmla="*/ 1910568 h 2042460"/>
              <a:gd name="connsiteX2" fmla="*/ 2527300 w 13601700"/>
              <a:gd name="connsiteY2" fmla="*/ 1910568 h 2042460"/>
              <a:gd name="connsiteX3" fmla="*/ 4549140 w 13601700"/>
              <a:gd name="connsiteY3" fmla="*/ 130028 h 2042460"/>
              <a:gd name="connsiteX4" fmla="*/ 6822440 w 13601700"/>
              <a:gd name="connsiteY4" fmla="*/ 46208 h 2042460"/>
              <a:gd name="connsiteX5" fmla="*/ 9202420 w 13601700"/>
              <a:gd name="connsiteY5" fmla="*/ 140188 h 2042460"/>
              <a:gd name="connsiteX6" fmla="*/ 11112500 w 13601700"/>
              <a:gd name="connsiteY6" fmla="*/ 1834368 h 2042460"/>
              <a:gd name="connsiteX7" fmla="*/ 11963400 w 13601700"/>
              <a:gd name="connsiteY7" fmla="*/ 1974068 h 2042460"/>
              <a:gd name="connsiteX8" fmla="*/ 13601700 w 13601700"/>
              <a:gd name="connsiteY8" fmla="*/ 1961368 h 2042460"/>
              <a:gd name="connsiteX0" fmla="*/ 0 w 13601700"/>
              <a:gd name="connsiteY0" fmla="*/ 1910568 h 2082258"/>
              <a:gd name="connsiteX1" fmla="*/ 1104900 w 13601700"/>
              <a:gd name="connsiteY1" fmla="*/ 1910568 h 2082258"/>
              <a:gd name="connsiteX2" fmla="*/ 1987550 w 13601700"/>
              <a:gd name="connsiteY2" fmla="*/ 2012168 h 2082258"/>
              <a:gd name="connsiteX3" fmla="*/ 2527300 w 13601700"/>
              <a:gd name="connsiteY3" fmla="*/ 1910568 h 2082258"/>
              <a:gd name="connsiteX4" fmla="*/ 4549140 w 13601700"/>
              <a:gd name="connsiteY4" fmla="*/ 130028 h 2082258"/>
              <a:gd name="connsiteX5" fmla="*/ 6822440 w 13601700"/>
              <a:gd name="connsiteY5" fmla="*/ 46208 h 2082258"/>
              <a:gd name="connsiteX6" fmla="*/ 9202420 w 13601700"/>
              <a:gd name="connsiteY6" fmla="*/ 140188 h 2082258"/>
              <a:gd name="connsiteX7" fmla="*/ 11112500 w 13601700"/>
              <a:gd name="connsiteY7" fmla="*/ 1834368 h 2082258"/>
              <a:gd name="connsiteX8" fmla="*/ 11963400 w 13601700"/>
              <a:gd name="connsiteY8" fmla="*/ 1974068 h 2082258"/>
              <a:gd name="connsiteX9" fmla="*/ 13601700 w 13601700"/>
              <a:gd name="connsiteY9" fmla="*/ 1961368 h 2082258"/>
              <a:gd name="connsiteX0" fmla="*/ 0 w 13601700"/>
              <a:gd name="connsiteY0" fmla="*/ 1910568 h 2065820"/>
              <a:gd name="connsiteX1" fmla="*/ 1104900 w 13601700"/>
              <a:gd name="connsiteY1" fmla="*/ 1910568 h 2065820"/>
              <a:gd name="connsiteX2" fmla="*/ 1987550 w 13601700"/>
              <a:gd name="connsiteY2" fmla="*/ 1974068 h 2065820"/>
              <a:gd name="connsiteX3" fmla="*/ 2527300 w 13601700"/>
              <a:gd name="connsiteY3" fmla="*/ 1910568 h 2065820"/>
              <a:gd name="connsiteX4" fmla="*/ 4549140 w 13601700"/>
              <a:gd name="connsiteY4" fmla="*/ 130028 h 2065820"/>
              <a:gd name="connsiteX5" fmla="*/ 6822440 w 13601700"/>
              <a:gd name="connsiteY5" fmla="*/ 46208 h 2065820"/>
              <a:gd name="connsiteX6" fmla="*/ 9202420 w 13601700"/>
              <a:gd name="connsiteY6" fmla="*/ 140188 h 2065820"/>
              <a:gd name="connsiteX7" fmla="*/ 11112500 w 13601700"/>
              <a:gd name="connsiteY7" fmla="*/ 1834368 h 2065820"/>
              <a:gd name="connsiteX8" fmla="*/ 11963400 w 13601700"/>
              <a:gd name="connsiteY8" fmla="*/ 1974068 h 2065820"/>
              <a:gd name="connsiteX9" fmla="*/ 13601700 w 13601700"/>
              <a:gd name="connsiteY9" fmla="*/ 1961368 h 2065820"/>
              <a:gd name="connsiteX0" fmla="*/ 0 w 13601700"/>
              <a:gd name="connsiteY0" fmla="*/ 1910568 h 2088641"/>
              <a:gd name="connsiteX1" fmla="*/ 1104900 w 13601700"/>
              <a:gd name="connsiteY1" fmla="*/ 1910568 h 2088641"/>
              <a:gd name="connsiteX2" fmla="*/ 1987550 w 13601700"/>
              <a:gd name="connsiteY2" fmla="*/ 1974068 h 2088641"/>
              <a:gd name="connsiteX3" fmla="*/ 2527300 w 13601700"/>
              <a:gd name="connsiteY3" fmla="*/ 1910568 h 2088641"/>
              <a:gd name="connsiteX4" fmla="*/ 4549140 w 13601700"/>
              <a:gd name="connsiteY4" fmla="*/ 130028 h 2088641"/>
              <a:gd name="connsiteX5" fmla="*/ 6822440 w 13601700"/>
              <a:gd name="connsiteY5" fmla="*/ 46208 h 2088641"/>
              <a:gd name="connsiteX6" fmla="*/ 9202420 w 13601700"/>
              <a:gd name="connsiteY6" fmla="*/ 140188 h 2088641"/>
              <a:gd name="connsiteX7" fmla="*/ 11112500 w 13601700"/>
              <a:gd name="connsiteY7" fmla="*/ 1834368 h 2088641"/>
              <a:gd name="connsiteX8" fmla="*/ 11963400 w 13601700"/>
              <a:gd name="connsiteY8" fmla="*/ 1974068 h 2088641"/>
              <a:gd name="connsiteX9" fmla="*/ 13601700 w 13601700"/>
              <a:gd name="connsiteY9" fmla="*/ 1961368 h 2088641"/>
              <a:gd name="connsiteX0" fmla="*/ 0 w 13601700"/>
              <a:gd name="connsiteY0" fmla="*/ 1910568 h 2068469"/>
              <a:gd name="connsiteX1" fmla="*/ 1104900 w 13601700"/>
              <a:gd name="connsiteY1" fmla="*/ 1910568 h 2068469"/>
              <a:gd name="connsiteX2" fmla="*/ 1987550 w 13601700"/>
              <a:gd name="connsiteY2" fmla="*/ 1974068 h 2068469"/>
              <a:gd name="connsiteX3" fmla="*/ 2527300 w 13601700"/>
              <a:gd name="connsiteY3" fmla="*/ 1910568 h 2068469"/>
              <a:gd name="connsiteX4" fmla="*/ 4549140 w 13601700"/>
              <a:gd name="connsiteY4" fmla="*/ 130028 h 2068469"/>
              <a:gd name="connsiteX5" fmla="*/ 6822440 w 13601700"/>
              <a:gd name="connsiteY5" fmla="*/ 46208 h 2068469"/>
              <a:gd name="connsiteX6" fmla="*/ 9202420 w 13601700"/>
              <a:gd name="connsiteY6" fmla="*/ 140188 h 2068469"/>
              <a:gd name="connsiteX7" fmla="*/ 11112500 w 13601700"/>
              <a:gd name="connsiteY7" fmla="*/ 1834368 h 2068469"/>
              <a:gd name="connsiteX8" fmla="*/ 11963400 w 13601700"/>
              <a:gd name="connsiteY8" fmla="*/ 1974068 h 2068469"/>
              <a:gd name="connsiteX9" fmla="*/ 13601700 w 13601700"/>
              <a:gd name="connsiteY9" fmla="*/ 1961368 h 2068469"/>
              <a:gd name="connsiteX0" fmla="*/ 0 w 13601700"/>
              <a:gd name="connsiteY0" fmla="*/ 1944612 h 2045638"/>
              <a:gd name="connsiteX1" fmla="*/ 1104900 w 13601700"/>
              <a:gd name="connsiteY1" fmla="*/ 1944612 h 2045638"/>
              <a:gd name="connsiteX2" fmla="*/ 1987550 w 13601700"/>
              <a:gd name="connsiteY2" fmla="*/ 2008112 h 2045638"/>
              <a:gd name="connsiteX3" fmla="*/ 4549140 w 13601700"/>
              <a:gd name="connsiteY3" fmla="*/ 164072 h 2045638"/>
              <a:gd name="connsiteX4" fmla="*/ 6822440 w 13601700"/>
              <a:gd name="connsiteY4" fmla="*/ 80252 h 2045638"/>
              <a:gd name="connsiteX5" fmla="*/ 9202420 w 13601700"/>
              <a:gd name="connsiteY5" fmla="*/ 174232 h 2045638"/>
              <a:gd name="connsiteX6" fmla="*/ 11112500 w 13601700"/>
              <a:gd name="connsiteY6" fmla="*/ 1868412 h 2045638"/>
              <a:gd name="connsiteX7" fmla="*/ 11963400 w 13601700"/>
              <a:gd name="connsiteY7" fmla="*/ 2008112 h 2045638"/>
              <a:gd name="connsiteX8" fmla="*/ 13601700 w 13601700"/>
              <a:gd name="connsiteY8" fmla="*/ 1995412 h 2045638"/>
              <a:gd name="connsiteX0" fmla="*/ 0 w 13601700"/>
              <a:gd name="connsiteY0" fmla="*/ 1912501 h 2013527"/>
              <a:gd name="connsiteX1" fmla="*/ 1104900 w 13601700"/>
              <a:gd name="connsiteY1" fmla="*/ 1912501 h 2013527"/>
              <a:gd name="connsiteX2" fmla="*/ 1987550 w 13601700"/>
              <a:gd name="connsiteY2" fmla="*/ 1976001 h 2013527"/>
              <a:gd name="connsiteX3" fmla="*/ 2606675 w 13601700"/>
              <a:gd name="connsiteY3" fmla="*/ 1528326 h 2013527"/>
              <a:gd name="connsiteX4" fmla="*/ 4549140 w 13601700"/>
              <a:gd name="connsiteY4" fmla="*/ 131961 h 2013527"/>
              <a:gd name="connsiteX5" fmla="*/ 6822440 w 13601700"/>
              <a:gd name="connsiteY5" fmla="*/ 48141 h 2013527"/>
              <a:gd name="connsiteX6" fmla="*/ 9202420 w 13601700"/>
              <a:gd name="connsiteY6" fmla="*/ 142121 h 2013527"/>
              <a:gd name="connsiteX7" fmla="*/ 11112500 w 13601700"/>
              <a:gd name="connsiteY7" fmla="*/ 1836301 h 2013527"/>
              <a:gd name="connsiteX8" fmla="*/ 11963400 w 13601700"/>
              <a:gd name="connsiteY8" fmla="*/ 1976001 h 2013527"/>
              <a:gd name="connsiteX9" fmla="*/ 13601700 w 13601700"/>
              <a:gd name="connsiteY9" fmla="*/ 1963301 h 2013527"/>
              <a:gd name="connsiteX0" fmla="*/ 0 w 13601700"/>
              <a:gd name="connsiteY0" fmla="*/ 1926082 h 2027108"/>
              <a:gd name="connsiteX1" fmla="*/ 1104900 w 13601700"/>
              <a:gd name="connsiteY1" fmla="*/ 1926082 h 2027108"/>
              <a:gd name="connsiteX2" fmla="*/ 1987550 w 13601700"/>
              <a:gd name="connsiteY2" fmla="*/ 1989582 h 2027108"/>
              <a:gd name="connsiteX3" fmla="*/ 2682875 w 13601700"/>
              <a:gd name="connsiteY3" fmla="*/ 1732407 h 2027108"/>
              <a:gd name="connsiteX4" fmla="*/ 4549140 w 13601700"/>
              <a:gd name="connsiteY4" fmla="*/ 145542 h 2027108"/>
              <a:gd name="connsiteX5" fmla="*/ 6822440 w 13601700"/>
              <a:gd name="connsiteY5" fmla="*/ 61722 h 2027108"/>
              <a:gd name="connsiteX6" fmla="*/ 9202420 w 13601700"/>
              <a:gd name="connsiteY6" fmla="*/ 155702 h 2027108"/>
              <a:gd name="connsiteX7" fmla="*/ 11112500 w 13601700"/>
              <a:gd name="connsiteY7" fmla="*/ 1849882 h 2027108"/>
              <a:gd name="connsiteX8" fmla="*/ 11963400 w 13601700"/>
              <a:gd name="connsiteY8" fmla="*/ 1989582 h 2027108"/>
              <a:gd name="connsiteX9" fmla="*/ 13601700 w 13601700"/>
              <a:gd name="connsiteY9" fmla="*/ 1976882 h 202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01700" h="2027108">
                <a:moveTo>
                  <a:pt x="0" y="1926082"/>
                </a:moveTo>
                <a:lnTo>
                  <a:pt x="1104900" y="1926082"/>
                </a:lnTo>
                <a:cubicBezTo>
                  <a:pt x="1436158" y="1943015"/>
                  <a:pt x="1750483" y="1989582"/>
                  <a:pt x="1987550" y="1989582"/>
                </a:cubicBezTo>
                <a:cubicBezTo>
                  <a:pt x="2237846" y="1925553"/>
                  <a:pt x="2255943" y="2039747"/>
                  <a:pt x="2682875" y="1732407"/>
                </a:cubicBezTo>
                <a:cubicBezTo>
                  <a:pt x="3109807" y="1425067"/>
                  <a:pt x="3859213" y="423989"/>
                  <a:pt x="4549140" y="145542"/>
                </a:cubicBezTo>
                <a:cubicBezTo>
                  <a:pt x="5239067" y="-132905"/>
                  <a:pt x="6083723" y="76539"/>
                  <a:pt x="6822440" y="61722"/>
                </a:cubicBezTo>
                <a:cubicBezTo>
                  <a:pt x="7561157" y="46905"/>
                  <a:pt x="8418830" y="-58505"/>
                  <a:pt x="9202420" y="155702"/>
                </a:cubicBezTo>
                <a:cubicBezTo>
                  <a:pt x="9986010" y="369909"/>
                  <a:pt x="10652337" y="1544235"/>
                  <a:pt x="11112500" y="1849882"/>
                </a:cubicBezTo>
                <a:cubicBezTo>
                  <a:pt x="11572663" y="2155529"/>
                  <a:pt x="11548533" y="1968415"/>
                  <a:pt x="11963400" y="1989582"/>
                </a:cubicBezTo>
                <a:cubicBezTo>
                  <a:pt x="12378267" y="2010749"/>
                  <a:pt x="12989983" y="1993815"/>
                  <a:pt x="13601700" y="1976882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86B047B-258D-D981-A0AA-FD6876F142AF}"/>
              </a:ext>
            </a:extLst>
          </p:cNvPr>
          <p:cNvSpPr/>
          <p:nvPr/>
        </p:nvSpPr>
        <p:spPr bwMode="auto">
          <a:xfrm flipV="1">
            <a:off x="-635000" y="3451552"/>
            <a:ext cx="13601700" cy="2027108"/>
          </a:xfrm>
          <a:custGeom>
            <a:avLst/>
            <a:gdLst>
              <a:gd name="connsiteX0" fmla="*/ 0 w 15138400"/>
              <a:gd name="connsiteY0" fmla="*/ 1949200 h 2074318"/>
              <a:gd name="connsiteX1" fmla="*/ 2641600 w 15138400"/>
              <a:gd name="connsiteY1" fmla="*/ 1949200 h 2074318"/>
              <a:gd name="connsiteX2" fmla="*/ 4064000 w 15138400"/>
              <a:gd name="connsiteY2" fmla="*/ 1949200 h 2074318"/>
              <a:gd name="connsiteX3" fmla="*/ 6070600 w 15138400"/>
              <a:gd name="connsiteY3" fmla="*/ 260100 h 2074318"/>
              <a:gd name="connsiteX4" fmla="*/ 10502900 w 15138400"/>
              <a:gd name="connsiteY4" fmla="*/ 171200 h 2074318"/>
              <a:gd name="connsiteX5" fmla="*/ 12649200 w 15138400"/>
              <a:gd name="connsiteY5" fmla="*/ 1873000 h 2074318"/>
              <a:gd name="connsiteX6" fmla="*/ 13500100 w 15138400"/>
              <a:gd name="connsiteY6" fmla="*/ 2012700 h 2074318"/>
              <a:gd name="connsiteX7" fmla="*/ 15138400 w 15138400"/>
              <a:gd name="connsiteY7" fmla="*/ 2000000 h 2074318"/>
              <a:gd name="connsiteX0" fmla="*/ 0 w 13601700"/>
              <a:gd name="connsiteY0" fmla="*/ 1949200 h 2074318"/>
              <a:gd name="connsiteX1" fmla="*/ 1104900 w 13601700"/>
              <a:gd name="connsiteY1" fmla="*/ 1949200 h 2074318"/>
              <a:gd name="connsiteX2" fmla="*/ 2527300 w 13601700"/>
              <a:gd name="connsiteY2" fmla="*/ 1949200 h 2074318"/>
              <a:gd name="connsiteX3" fmla="*/ 4533900 w 13601700"/>
              <a:gd name="connsiteY3" fmla="*/ 260100 h 2074318"/>
              <a:gd name="connsiteX4" fmla="*/ 8966200 w 13601700"/>
              <a:gd name="connsiteY4" fmla="*/ 171200 h 2074318"/>
              <a:gd name="connsiteX5" fmla="*/ 11112500 w 13601700"/>
              <a:gd name="connsiteY5" fmla="*/ 1873000 h 2074318"/>
              <a:gd name="connsiteX6" fmla="*/ 11963400 w 13601700"/>
              <a:gd name="connsiteY6" fmla="*/ 2012700 h 2074318"/>
              <a:gd name="connsiteX7" fmla="*/ 13601700 w 13601700"/>
              <a:gd name="connsiteY7" fmla="*/ 2000000 h 2074318"/>
              <a:gd name="connsiteX0" fmla="*/ 0 w 13601700"/>
              <a:gd name="connsiteY0" fmla="*/ 1986201 h 2111319"/>
              <a:gd name="connsiteX1" fmla="*/ 1104900 w 13601700"/>
              <a:gd name="connsiteY1" fmla="*/ 1986201 h 2111319"/>
              <a:gd name="connsiteX2" fmla="*/ 2527300 w 13601700"/>
              <a:gd name="connsiteY2" fmla="*/ 1986201 h 2111319"/>
              <a:gd name="connsiteX3" fmla="*/ 4533900 w 13601700"/>
              <a:gd name="connsiteY3" fmla="*/ 297101 h 2111319"/>
              <a:gd name="connsiteX4" fmla="*/ 6830060 w 13601700"/>
              <a:gd name="connsiteY4" fmla="*/ 38021 h 2111319"/>
              <a:gd name="connsiteX5" fmla="*/ 8966200 w 13601700"/>
              <a:gd name="connsiteY5" fmla="*/ 208201 h 2111319"/>
              <a:gd name="connsiteX6" fmla="*/ 11112500 w 13601700"/>
              <a:gd name="connsiteY6" fmla="*/ 1910001 h 2111319"/>
              <a:gd name="connsiteX7" fmla="*/ 11963400 w 13601700"/>
              <a:gd name="connsiteY7" fmla="*/ 2049701 h 2111319"/>
              <a:gd name="connsiteX8" fmla="*/ 13601700 w 13601700"/>
              <a:gd name="connsiteY8" fmla="*/ 2037001 h 2111319"/>
              <a:gd name="connsiteX0" fmla="*/ 0 w 13601700"/>
              <a:gd name="connsiteY0" fmla="*/ 1941787 h 2066905"/>
              <a:gd name="connsiteX1" fmla="*/ 1104900 w 13601700"/>
              <a:gd name="connsiteY1" fmla="*/ 1941787 h 2066905"/>
              <a:gd name="connsiteX2" fmla="*/ 2527300 w 13601700"/>
              <a:gd name="connsiteY2" fmla="*/ 1941787 h 2066905"/>
              <a:gd name="connsiteX3" fmla="*/ 4533900 w 13601700"/>
              <a:gd name="connsiteY3" fmla="*/ 252687 h 2066905"/>
              <a:gd name="connsiteX4" fmla="*/ 6822440 w 13601700"/>
              <a:gd name="connsiteY4" fmla="*/ 77427 h 2066905"/>
              <a:gd name="connsiteX5" fmla="*/ 8966200 w 13601700"/>
              <a:gd name="connsiteY5" fmla="*/ 163787 h 2066905"/>
              <a:gd name="connsiteX6" fmla="*/ 11112500 w 13601700"/>
              <a:gd name="connsiteY6" fmla="*/ 1865587 h 2066905"/>
              <a:gd name="connsiteX7" fmla="*/ 11963400 w 13601700"/>
              <a:gd name="connsiteY7" fmla="*/ 2005287 h 2066905"/>
              <a:gd name="connsiteX8" fmla="*/ 13601700 w 13601700"/>
              <a:gd name="connsiteY8" fmla="*/ 1992587 h 2066905"/>
              <a:gd name="connsiteX0" fmla="*/ 0 w 13601700"/>
              <a:gd name="connsiteY0" fmla="*/ 1937168 h 2062286"/>
              <a:gd name="connsiteX1" fmla="*/ 1104900 w 13601700"/>
              <a:gd name="connsiteY1" fmla="*/ 1937168 h 2062286"/>
              <a:gd name="connsiteX2" fmla="*/ 2527300 w 13601700"/>
              <a:gd name="connsiteY2" fmla="*/ 1937168 h 2062286"/>
              <a:gd name="connsiteX3" fmla="*/ 4533900 w 13601700"/>
              <a:gd name="connsiteY3" fmla="*/ 248068 h 2062286"/>
              <a:gd name="connsiteX4" fmla="*/ 6822440 w 13601700"/>
              <a:gd name="connsiteY4" fmla="*/ 72808 h 2062286"/>
              <a:gd name="connsiteX5" fmla="*/ 9202420 w 13601700"/>
              <a:gd name="connsiteY5" fmla="*/ 166788 h 2062286"/>
              <a:gd name="connsiteX6" fmla="*/ 11112500 w 13601700"/>
              <a:gd name="connsiteY6" fmla="*/ 1860968 h 2062286"/>
              <a:gd name="connsiteX7" fmla="*/ 11963400 w 13601700"/>
              <a:gd name="connsiteY7" fmla="*/ 2000668 h 2062286"/>
              <a:gd name="connsiteX8" fmla="*/ 13601700 w 13601700"/>
              <a:gd name="connsiteY8" fmla="*/ 1987968 h 2062286"/>
              <a:gd name="connsiteX0" fmla="*/ 0 w 13601700"/>
              <a:gd name="connsiteY0" fmla="*/ 1887901 h 2013019"/>
              <a:gd name="connsiteX1" fmla="*/ 1104900 w 13601700"/>
              <a:gd name="connsiteY1" fmla="*/ 1887901 h 2013019"/>
              <a:gd name="connsiteX2" fmla="*/ 2527300 w 13601700"/>
              <a:gd name="connsiteY2" fmla="*/ 1887901 h 2013019"/>
              <a:gd name="connsiteX3" fmla="*/ 4533900 w 13601700"/>
              <a:gd name="connsiteY3" fmla="*/ 198801 h 2013019"/>
              <a:gd name="connsiteX4" fmla="*/ 6822440 w 13601700"/>
              <a:gd name="connsiteY4" fmla="*/ 23541 h 2013019"/>
              <a:gd name="connsiteX5" fmla="*/ 9202420 w 13601700"/>
              <a:gd name="connsiteY5" fmla="*/ 117521 h 2013019"/>
              <a:gd name="connsiteX6" fmla="*/ 11112500 w 13601700"/>
              <a:gd name="connsiteY6" fmla="*/ 1811701 h 2013019"/>
              <a:gd name="connsiteX7" fmla="*/ 11963400 w 13601700"/>
              <a:gd name="connsiteY7" fmla="*/ 1951401 h 2013019"/>
              <a:gd name="connsiteX8" fmla="*/ 13601700 w 13601700"/>
              <a:gd name="connsiteY8" fmla="*/ 1938701 h 2013019"/>
              <a:gd name="connsiteX0" fmla="*/ 0 w 13601700"/>
              <a:gd name="connsiteY0" fmla="*/ 1903306 h 2028424"/>
              <a:gd name="connsiteX1" fmla="*/ 1104900 w 13601700"/>
              <a:gd name="connsiteY1" fmla="*/ 1903306 h 2028424"/>
              <a:gd name="connsiteX2" fmla="*/ 2527300 w 13601700"/>
              <a:gd name="connsiteY2" fmla="*/ 1903306 h 2028424"/>
              <a:gd name="connsiteX3" fmla="*/ 4533900 w 13601700"/>
              <a:gd name="connsiteY3" fmla="*/ 214206 h 2028424"/>
              <a:gd name="connsiteX4" fmla="*/ 6822440 w 13601700"/>
              <a:gd name="connsiteY4" fmla="*/ 38946 h 2028424"/>
              <a:gd name="connsiteX5" fmla="*/ 9202420 w 13601700"/>
              <a:gd name="connsiteY5" fmla="*/ 132926 h 2028424"/>
              <a:gd name="connsiteX6" fmla="*/ 11112500 w 13601700"/>
              <a:gd name="connsiteY6" fmla="*/ 1827106 h 2028424"/>
              <a:gd name="connsiteX7" fmla="*/ 11963400 w 13601700"/>
              <a:gd name="connsiteY7" fmla="*/ 1966806 h 2028424"/>
              <a:gd name="connsiteX8" fmla="*/ 13601700 w 13601700"/>
              <a:gd name="connsiteY8" fmla="*/ 1954106 h 2028424"/>
              <a:gd name="connsiteX0" fmla="*/ 0 w 13601700"/>
              <a:gd name="connsiteY0" fmla="*/ 1940021 h 2071913"/>
              <a:gd name="connsiteX1" fmla="*/ 1104900 w 13601700"/>
              <a:gd name="connsiteY1" fmla="*/ 1940021 h 2071913"/>
              <a:gd name="connsiteX2" fmla="*/ 2527300 w 13601700"/>
              <a:gd name="connsiteY2" fmla="*/ 1940021 h 2071913"/>
              <a:gd name="connsiteX3" fmla="*/ 4549140 w 13601700"/>
              <a:gd name="connsiteY3" fmla="*/ 159481 h 2071913"/>
              <a:gd name="connsiteX4" fmla="*/ 6822440 w 13601700"/>
              <a:gd name="connsiteY4" fmla="*/ 75661 h 2071913"/>
              <a:gd name="connsiteX5" fmla="*/ 9202420 w 13601700"/>
              <a:gd name="connsiteY5" fmla="*/ 169641 h 2071913"/>
              <a:gd name="connsiteX6" fmla="*/ 11112500 w 13601700"/>
              <a:gd name="connsiteY6" fmla="*/ 1863821 h 2071913"/>
              <a:gd name="connsiteX7" fmla="*/ 11963400 w 13601700"/>
              <a:gd name="connsiteY7" fmla="*/ 2003521 h 2071913"/>
              <a:gd name="connsiteX8" fmla="*/ 13601700 w 13601700"/>
              <a:gd name="connsiteY8" fmla="*/ 1990821 h 2071913"/>
              <a:gd name="connsiteX0" fmla="*/ 0 w 13601700"/>
              <a:gd name="connsiteY0" fmla="*/ 1910568 h 2042460"/>
              <a:gd name="connsiteX1" fmla="*/ 1104900 w 13601700"/>
              <a:gd name="connsiteY1" fmla="*/ 1910568 h 2042460"/>
              <a:gd name="connsiteX2" fmla="*/ 2527300 w 13601700"/>
              <a:gd name="connsiteY2" fmla="*/ 1910568 h 2042460"/>
              <a:gd name="connsiteX3" fmla="*/ 4549140 w 13601700"/>
              <a:gd name="connsiteY3" fmla="*/ 130028 h 2042460"/>
              <a:gd name="connsiteX4" fmla="*/ 6822440 w 13601700"/>
              <a:gd name="connsiteY4" fmla="*/ 46208 h 2042460"/>
              <a:gd name="connsiteX5" fmla="*/ 9202420 w 13601700"/>
              <a:gd name="connsiteY5" fmla="*/ 140188 h 2042460"/>
              <a:gd name="connsiteX6" fmla="*/ 11112500 w 13601700"/>
              <a:gd name="connsiteY6" fmla="*/ 1834368 h 2042460"/>
              <a:gd name="connsiteX7" fmla="*/ 11963400 w 13601700"/>
              <a:gd name="connsiteY7" fmla="*/ 1974068 h 2042460"/>
              <a:gd name="connsiteX8" fmla="*/ 13601700 w 13601700"/>
              <a:gd name="connsiteY8" fmla="*/ 1961368 h 2042460"/>
              <a:gd name="connsiteX0" fmla="*/ 0 w 13601700"/>
              <a:gd name="connsiteY0" fmla="*/ 1910568 h 2082258"/>
              <a:gd name="connsiteX1" fmla="*/ 1104900 w 13601700"/>
              <a:gd name="connsiteY1" fmla="*/ 1910568 h 2082258"/>
              <a:gd name="connsiteX2" fmla="*/ 1987550 w 13601700"/>
              <a:gd name="connsiteY2" fmla="*/ 2012168 h 2082258"/>
              <a:gd name="connsiteX3" fmla="*/ 2527300 w 13601700"/>
              <a:gd name="connsiteY3" fmla="*/ 1910568 h 2082258"/>
              <a:gd name="connsiteX4" fmla="*/ 4549140 w 13601700"/>
              <a:gd name="connsiteY4" fmla="*/ 130028 h 2082258"/>
              <a:gd name="connsiteX5" fmla="*/ 6822440 w 13601700"/>
              <a:gd name="connsiteY5" fmla="*/ 46208 h 2082258"/>
              <a:gd name="connsiteX6" fmla="*/ 9202420 w 13601700"/>
              <a:gd name="connsiteY6" fmla="*/ 140188 h 2082258"/>
              <a:gd name="connsiteX7" fmla="*/ 11112500 w 13601700"/>
              <a:gd name="connsiteY7" fmla="*/ 1834368 h 2082258"/>
              <a:gd name="connsiteX8" fmla="*/ 11963400 w 13601700"/>
              <a:gd name="connsiteY8" fmla="*/ 1974068 h 2082258"/>
              <a:gd name="connsiteX9" fmla="*/ 13601700 w 13601700"/>
              <a:gd name="connsiteY9" fmla="*/ 1961368 h 2082258"/>
              <a:gd name="connsiteX0" fmla="*/ 0 w 13601700"/>
              <a:gd name="connsiteY0" fmla="*/ 1910568 h 2065820"/>
              <a:gd name="connsiteX1" fmla="*/ 1104900 w 13601700"/>
              <a:gd name="connsiteY1" fmla="*/ 1910568 h 2065820"/>
              <a:gd name="connsiteX2" fmla="*/ 1987550 w 13601700"/>
              <a:gd name="connsiteY2" fmla="*/ 1974068 h 2065820"/>
              <a:gd name="connsiteX3" fmla="*/ 2527300 w 13601700"/>
              <a:gd name="connsiteY3" fmla="*/ 1910568 h 2065820"/>
              <a:gd name="connsiteX4" fmla="*/ 4549140 w 13601700"/>
              <a:gd name="connsiteY4" fmla="*/ 130028 h 2065820"/>
              <a:gd name="connsiteX5" fmla="*/ 6822440 w 13601700"/>
              <a:gd name="connsiteY5" fmla="*/ 46208 h 2065820"/>
              <a:gd name="connsiteX6" fmla="*/ 9202420 w 13601700"/>
              <a:gd name="connsiteY6" fmla="*/ 140188 h 2065820"/>
              <a:gd name="connsiteX7" fmla="*/ 11112500 w 13601700"/>
              <a:gd name="connsiteY7" fmla="*/ 1834368 h 2065820"/>
              <a:gd name="connsiteX8" fmla="*/ 11963400 w 13601700"/>
              <a:gd name="connsiteY8" fmla="*/ 1974068 h 2065820"/>
              <a:gd name="connsiteX9" fmla="*/ 13601700 w 13601700"/>
              <a:gd name="connsiteY9" fmla="*/ 1961368 h 2065820"/>
              <a:gd name="connsiteX0" fmla="*/ 0 w 13601700"/>
              <a:gd name="connsiteY0" fmla="*/ 1910568 h 2088641"/>
              <a:gd name="connsiteX1" fmla="*/ 1104900 w 13601700"/>
              <a:gd name="connsiteY1" fmla="*/ 1910568 h 2088641"/>
              <a:gd name="connsiteX2" fmla="*/ 1987550 w 13601700"/>
              <a:gd name="connsiteY2" fmla="*/ 1974068 h 2088641"/>
              <a:gd name="connsiteX3" fmla="*/ 2527300 w 13601700"/>
              <a:gd name="connsiteY3" fmla="*/ 1910568 h 2088641"/>
              <a:gd name="connsiteX4" fmla="*/ 4549140 w 13601700"/>
              <a:gd name="connsiteY4" fmla="*/ 130028 h 2088641"/>
              <a:gd name="connsiteX5" fmla="*/ 6822440 w 13601700"/>
              <a:gd name="connsiteY5" fmla="*/ 46208 h 2088641"/>
              <a:gd name="connsiteX6" fmla="*/ 9202420 w 13601700"/>
              <a:gd name="connsiteY6" fmla="*/ 140188 h 2088641"/>
              <a:gd name="connsiteX7" fmla="*/ 11112500 w 13601700"/>
              <a:gd name="connsiteY7" fmla="*/ 1834368 h 2088641"/>
              <a:gd name="connsiteX8" fmla="*/ 11963400 w 13601700"/>
              <a:gd name="connsiteY8" fmla="*/ 1974068 h 2088641"/>
              <a:gd name="connsiteX9" fmla="*/ 13601700 w 13601700"/>
              <a:gd name="connsiteY9" fmla="*/ 1961368 h 2088641"/>
              <a:gd name="connsiteX0" fmla="*/ 0 w 13601700"/>
              <a:gd name="connsiteY0" fmla="*/ 1910568 h 2068469"/>
              <a:gd name="connsiteX1" fmla="*/ 1104900 w 13601700"/>
              <a:gd name="connsiteY1" fmla="*/ 1910568 h 2068469"/>
              <a:gd name="connsiteX2" fmla="*/ 1987550 w 13601700"/>
              <a:gd name="connsiteY2" fmla="*/ 1974068 h 2068469"/>
              <a:gd name="connsiteX3" fmla="*/ 2527300 w 13601700"/>
              <a:gd name="connsiteY3" fmla="*/ 1910568 h 2068469"/>
              <a:gd name="connsiteX4" fmla="*/ 4549140 w 13601700"/>
              <a:gd name="connsiteY4" fmla="*/ 130028 h 2068469"/>
              <a:gd name="connsiteX5" fmla="*/ 6822440 w 13601700"/>
              <a:gd name="connsiteY5" fmla="*/ 46208 h 2068469"/>
              <a:gd name="connsiteX6" fmla="*/ 9202420 w 13601700"/>
              <a:gd name="connsiteY6" fmla="*/ 140188 h 2068469"/>
              <a:gd name="connsiteX7" fmla="*/ 11112500 w 13601700"/>
              <a:gd name="connsiteY7" fmla="*/ 1834368 h 2068469"/>
              <a:gd name="connsiteX8" fmla="*/ 11963400 w 13601700"/>
              <a:gd name="connsiteY8" fmla="*/ 1974068 h 2068469"/>
              <a:gd name="connsiteX9" fmla="*/ 13601700 w 13601700"/>
              <a:gd name="connsiteY9" fmla="*/ 1961368 h 2068469"/>
              <a:gd name="connsiteX0" fmla="*/ 0 w 13601700"/>
              <a:gd name="connsiteY0" fmla="*/ 1944612 h 2045638"/>
              <a:gd name="connsiteX1" fmla="*/ 1104900 w 13601700"/>
              <a:gd name="connsiteY1" fmla="*/ 1944612 h 2045638"/>
              <a:gd name="connsiteX2" fmla="*/ 1987550 w 13601700"/>
              <a:gd name="connsiteY2" fmla="*/ 2008112 h 2045638"/>
              <a:gd name="connsiteX3" fmla="*/ 4549140 w 13601700"/>
              <a:gd name="connsiteY3" fmla="*/ 164072 h 2045638"/>
              <a:gd name="connsiteX4" fmla="*/ 6822440 w 13601700"/>
              <a:gd name="connsiteY4" fmla="*/ 80252 h 2045638"/>
              <a:gd name="connsiteX5" fmla="*/ 9202420 w 13601700"/>
              <a:gd name="connsiteY5" fmla="*/ 174232 h 2045638"/>
              <a:gd name="connsiteX6" fmla="*/ 11112500 w 13601700"/>
              <a:gd name="connsiteY6" fmla="*/ 1868412 h 2045638"/>
              <a:gd name="connsiteX7" fmla="*/ 11963400 w 13601700"/>
              <a:gd name="connsiteY7" fmla="*/ 2008112 h 2045638"/>
              <a:gd name="connsiteX8" fmla="*/ 13601700 w 13601700"/>
              <a:gd name="connsiteY8" fmla="*/ 1995412 h 2045638"/>
              <a:gd name="connsiteX0" fmla="*/ 0 w 13601700"/>
              <a:gd name="connsiteY0" fmla="*/ 1912501 h 2013527"/>
              <a:gd name="connsiteX1" fmla="*/ 1104900 w 13601700"/>
              <a:gd name="connsiteY1" fmla="*/ 1912501 h 2013527"/>
              <a:gd name="connsiteX2" fmla="*/ 1987550 w 13601700"/>
              <a:gd name="connsiteY2" fmla="*/ 1976001 h 2013527"/>
              <a:gd name="connsiteX3" fmla="*/ 2606675 w 13601700"/>
              <a:gd name="connsiteY3" fmla="*/ 1528326 h 2013527"/>
              <a:gd name="connsiteX4" fmla="*/ 4549140 w 13601700"/>
              <a:gd name="connsiteY4" fmla="*/ 131961 h 2013527"/>
              <a:gd name="connsiteX5" fmla="*/ 6822440 w 13601700"/>
              <a:gd name="connsiteY5" fmla="*/ 48141 h 2013527"/>
              <a:gd name="connsiteX6" fmla="*/ 9202420 w 13601700"/>
              <a:gd name="connsiteY6" fmla="*/ 142121 h 2013527"/>
              <a:gd name="connsiteX7" fmla="*/ 11112500 w 13601700"/>
              <a:gd name="connsiteY7" fmla="*/ 1836301 h 2013527"/>
              <a:gd name="connsiteX8" fmla="*/ 11963400 w 13601700"/>
              <a:gd name="connsiteY8" fmla="*/ 1976001 h 2013527"/>
              <a:gd name="connsiteX9" fmla="*/ 13601700 w 13601700"/>
              <a:gd name="connsiteY9" fmla="*/ 1963301 h 2013527"/>
              <a:gd name="connsiteX0" fmla="*/ 0 w 13601700"/>
              <a:gd name="connsiteY0" fmla="*/ 1926082 h 2027108"/>
              <a:gd name="connsiteX1" fmla="*/ 1104900 w 13601700"/>
              <a:gd name="connsiteY1" fmla="*/ 1926082 h 2027108"/>
              <a:gd name="connsiteX2" fmla="*/ 1987550 w 13601700"/>
              <a:gd name="connsiteY2" fmla="*/ 1989582 h 2027108"/>
              <a:gd name="connsiteX3" fmla="*/ 2682875 w 13601700"/>
              <a:gd name="connsiteY3" fmla="*/ 1732407 h 2027108"/>
              <a:gd name="connsiteX4" fmla="*/ 4549140 w 13601700"/>
              <a:gd name="connsiteY4" fmla="*/ 145542 h 2027108"/>
              <a:gd name="connsiteX5" fmla="*/ 6822440 w 13601700"/>
              <a:gd name="connsiteY5" fmla="*/ 61722 h 2027108"/>
              <a:gd name="connsiteX6" fmla="*/ 9202420 w 13601700"/>
              <a:gd name="connsiteY6" fmla="*/ 155702 h 2027108"/>
              <a:gd name="connsiteX7" fmla="*/ 11112500 w 13601700"/>
              <a:gd name="connsiteY7" fmla="*/ 1849882 h 2027108"/>
              <a:gd name="connsiteX8" fmla="*/ 11963400 w 13601700"/>
              <a:gd name="connsiteY8" fmla="*/ 1989582 h 2027108"/>
              <a:gd name="connsiteX9" fmla="*/ 13601700 w 13601700"/>
              <a:gd name="connsiteY9" fmla="*/ 1976882 h 202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01700" h="2027108">
                <a:moveTo>
                  <a:pt x="0" y="1926082"/>
                </a:moveTo>
                <a:lnTo>
                  <a:pt x="1104900" y="1926082"/>
                </a:lnTo>
                <a:cubicBezTo>
                  <a:pt x="1436158" y="1943015"/>
                  <a:pt x="1750483" y="1989582"/>
                  <a:pt x="1987550" y="1989582"/>
                </a:cubicBezTo>
                <a:cubicBezTo>
                  <a:pt x="2237846" y="1925553"/>
                  <a:pt x="2255943" y="2039747"/>
                  <a:pt x="2682875" y="1732407"/>
                </a:cubicBezTo>
                <a:cubicBezTo>
                  <a:pt x="3109807" y="1425067"/>
                  <a:pt x="3859213" y="423989"/>
                  <a:pt x="4549140" y="145542"/>
                </a:cubicBezTo>
                <a:cubicBezTo>
                  <a:pt x="5239067" y="-132905"/>
                  <a:pt x="6083723" y="76539"/>
                  <a:pt x="6822440" y="61722"/>
                </a:cubicBezTo>
                <a:cubicBezTo>
                  <a:pt x="7561157" y="46905"/>
                  <a:pt x="8418830" y="-58505"/>
                  <a:pt x="9202420" y="155702"/>
                </a:cubicBezTo>
                <a:cubicBezTo>
                  <a:pt x="9986010" y="369909"/>
                  <a:pt x="10652337" y="1544235"/>
                  <a:pt x="11112500" y="1849882"/>
                </a:cubicBezTo>
                <a:cubicBezTo>
                  <a:pt x="11572663" y="2155529"/>
                  <a:pt x="11548533" y="1968415"/>
                  <a:pt x="11963400" y="1989582"/>
                </a:cubicBezTo>
                <a:cubicBezTo>
                  <a:pt x="12378267" y="2010749"/>
                  <a:pt x="12989983" y="1993815"/>
                  <a:pt x="13601700" y="1976882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D087DE4-F299-D6DE-1BE4-2B2EE51D969B}"/>
              </a:ext>
            </a:extLst>
          </p:cNvPr>
          <p:cNvSpPr/>
          <p:nvPr/>
        </p:nvSpPr>
        <p:spPr bwMode="auto">
          <a:xfrm flipV="1">
            <a:off x="-635000" y="3393083"/>
            <a:ext cx="13601700" cy="2027108"/>
          </a:xfrm>
          <a:custGeom>
            <a:avLst/>
            <a:gdLst>
              <a:gd name="connsiteX0" fmla="*/ 0 w 15138400"/>
              <a:gd name="connsiteY0" fmla="*/ 1949200 h 2074318"/>
              <a:gd name="connsiteX1" fmla="*/ 2641600 w 15138400"/>
              <a:gd name="connsiteY1" fmla="*/ 1949200 h 2074318"/>
              <a:gd name="connsiteX2" fmla="*/ 4064000 w 15138400"/>
              <a:gd name="connsiteY2" fmla="*/ 1949200 h 2074318"/>
              <a:gd name="connsiteX3" fmla="*/ 6070600 w 15138400"/>
              <a:gd name="connsiteY3" fmla="*/ 260100 h 2074318"/>
              <a:gd name="connsiteX4" fmla="*/ 10502900 w 15138400"/>
              <a:gd name="connsiteY4" fmla="*/ 171200 h 2074318"/>
              <a:gd name="connsiteX5" fmla="*/ 12649200 w 15138400"/>
              <a:gd name="connsiteY5" fmla="*/ 1873000 h 2074318"/>
              <a:gd name="connsiteX6" fmla="*/ 13500100 w 15138400"/>
              <a:gd name="connsiteY6" fmla="*/ 2012700 h 2074318"/>
              <a:gd name="connsiteX7" fmla="*/ 15138400 w 15138400"/>
              <a:gd name="connsiteY7" fmla="*/ 2000000 h 2074318"/>
              <a:gd name="connsiteX0" fmla="*/ 0 w 13601700"/>
              <a:gd name="connsiteY0" fmla="*/ 1949200 h 2074318"/>
              <a:gd name="connsiteX1" fmla="*/ 1104900 w 13601700"/>
              <a:gd name="connsiteY1" fmla="*/ 1949200 h 2074318"/>
              <a:gd name="connsiteX2" fmla="*/ 2527300 w 13601700"/>
              <a:gd name="connsiteY2" fmla="*/ 1949200 h 2074318"/>
              <a:gd name="connsiteX3" fmla="*/ 4533900 w 13601700"/>
              <a:gd name="connsiteY3" fmla="*/ 260100 h 2074318"/>
              <a:gd name="connsiteX4" fmla="*/ 8966200 w 13601700"/>
              <a:gd name="connsiteY4" fmla="*/ 171200 h 2074318"/>
              <a:gd name="connsiteX5" fmla="*/ 11112500 w 13601700"/>
              <a:gd name="connsiteY5" fmla="*/ 1873000 h 2074318"/>
              <a:gd name="connsiteX6" fmla="*/ 11963400 w 13601700"/>
              <a:gd name="connsiteY6" fmla="*/ 2012700 h 2074318"/>
              <a:gd name="connsiteX7" fmla="*/ 13601700 w 13601700"/>
              <a:gd name="connsiteY7" fmla="*/ 2000000 h 2074318"/>
              <a:gd name="connsiteX0" fmla="*/ 0 w 13601700"/>
              <a:gd name="connsiteY0" fmla="*/ 1986201 h 2111319"/>
              <a:gd name="connsiteX1" fmla="*/ 1104900 w 13601700"/>
              <a:gd name="connsiteY1" fmla="*/ 1986201 h 2111319"/>
              <a:gd name="connsiteX2" fmla="*/ 2527300 w 13601700"/>
              <a:gd name="connsiteY2" fmla="*/ 1986201 h 2111319"/>
              <a:gd name="connsiteX3" fmla="*/ 4533900 w 13601700"/>
              <a:gd name="connsiteY3" fmla="*/ 297101 h 2111319"/>
              <a:gd name="connsiteX4" fmla="*/ 6830060 w 13601700"/>
              <a:gd name="connsiteY4" fmla="*/ 38021 h 2111319"/>
              <a:gd name="connsiteX5" fmla="*/ 8966200 w 13601700"/>
              <a:gd name="connsiteY5" fmla="*/ 208201 h 2111319"/>
              <a:gd name="connsiteX6" fmla="*/ 11112500 w 13601700"/>
              <a:gd name="connsiteY6" fmla="*/ 1910001 h 2111319"/>
              <a:gd name="connsiteX7" fmla="*/ 11963400 w 13601700"/>
              <a:gd name="connsiteY7" fmla="*/ 2049701 h 2111319"/>
              <a:gd name="connsiteX8" fmla="*/ 13601700 w 13601700"/>
              <a:gd name="connsiteY8" fmla="*/ 2037001 h 2111319"/>
              <a:gd name="connsiteX0" fmla="*/ 0 w 13601700"/>
              <a:gd name="connsiteY0" fmla="*/ 1941787 h 2066905"/>
              <a:gd name="connsiteX1" fmla="*/ 1104900 w 13601700"/>
              <a:gd name="connsiteY1" fmla="*/ 1941787 h 2066905"/>
              <a:gd name="connsiteX2" fmla="*/ 2527300 w 13601700"/>
              <a:gd name="connsiteY2" fmla="*/ 1941787 h 2066905"/>
              <a:gd name="connsiteX3" fmla="*/ 4533900 w 13601700"/>
              <a:gd name="connsiteY3" fmla="*/ 252687 h 2066905"/>
              <a:gd name="connsiteX4" fmla="*/ 6822440 w 13601700"/>
              <a:gd name="connsiteY4" fmla="*/ 77427 h 2066905"/>
              <a:gd name="connsiteX5" fmla="*/ 8966200 w 13601700"/>
              <a:gd name="connsiteY5" fmla="*/ 163787 h 2066905"/>
              <a:gd name="connsiteX6" fmla="*/ 11112500 w 13601700"/>
              <a:gd name="connsiteY6" fmla="*/ 1865587 h 2066905"/>
              <a:gd name="connsiteX7" fmla="*/ 11963400 w 13601700"/>
              <a:gd name="connsiteY7" fmla="*/ 2005287 h 2066905"/>
              <a:gd name="connsiteX8" fmla="*/ 13601700 w 13601700"/>
              <a:gd name="connsiteY8" fmla="*/ 1992587 h 2066905"/>
              <a:gd name="connsiteX0" fmla="*/ 0 w 13601700"/>
              <a:gd name="connsiteY0" fmla="*/ 1937168 h 2062286"/>
              <a:gd name="connsiteX1" fmla="*/ 1104900 w 13601700"/>
              <a:gd name="connsiteY1" fmla="*/ 1937168 h 2062286"/>
              <a:gd name="connsiteX2" fmla="*/ 2527300 w 13601700"/>
              <a:gd name="connsiteY2" fmla="*/ 1937168 h 2062286"/>
              <a:gd name="connsiteX3" fmla="*/ 4533900 w 13601700"/>
              <a:gd name="connsiteY3" fmla="*/ 248068 h 2062286"/>
              <a:gd name="connsiteX4" fmla="*/ 6822440 w 13601700"/>
              <a:gd name="connsiteY4" fmla="*/ 72808 h 2062286"/>
              <a:gd name="connsiteX5" fmla="*/ 9202420 w 13601700"/>
              <a:gd name="connsiteY5" fmla="*/ 166788 h 2062286"/>
              <a:gd name="connsiteX6" fmla="*/ 11112500 w 13601700"/>
              <a:gd name="connsiteY6" fmla="*/ 1860968 h 2062286"/>
              <a:gd name="connsiteX7" fmla="*/ 11963400 w 13601700"/>
              <a:gd name="connsiteY7" fmla="*/ 2000668 h 2062286"/>
              <a:gd name="connsiteX8" fmla="*/ 13601700 w 13601700"/>
              <a:gd name="connsiteY8" fmla="*/ 1987968 h 2062286"/>
              <a:gd name="connsiteX0" fmla="*/ 0 w 13601700"/>
              <a:gd name="connsiteY0" fmla="*/ 1887901 h 2013019"/>
              <a:gd name="connsiteX1" fmla="*/ 1104900 w 13601700"/>
              <a:gd name="connsiteY1" fmla="*/ 1887901 h 2013019"/>
              <a:gd name="connsiteX2" fmla="*/ 2527300 w 13601700"/>
              <a:gd name="connsiteY2" fmla="*/ 1887901 h 2013019"/>
              <a:gd name="connsiteX3" fmla="*/ 4533900 w 13601700"/>
              <a:gd name="connsiteY3" fmla="*/ 198801 h 2013019"/>
              <a:gd name="connsiteX4" fmla="*/ 6822440 w 13601700"/>
              <a:gd name="connsiteY4" fmla="*/ 23541 h 2013019"/>
              <a:gd name="connsiteX5" fmla="*/ 9202420 w 13601700"/>
              <a:gd name="connsiteY5" fmla="*/ 117521 h 2013019"/>
              <a:gd name="connsiteX6" fmla="*/ 11112500 w 13601700"/>
              <a:gd name="connsiteY6" fmla="*/ 1811701 h 2013019"/>
              <a:gd name="connsiteX7" fmla="*/ 11963400 w 13601700"/>
              <a:gd name="connsiteY7" fmla="*/ 1951401 h 2013019"/>
              <a:gd name="connsiteX8" fmla="*/ 13601700 w 13601700"/>
              <a:gd name="connsiteY8" fmla="*/ 1938701 h 2013019"/>
              <a:gd name="connsiteX0" fmla="*/ 0 w 13601700"/>
              <a:gd name="connsiteY0" fmla="*/ 1903306 h 2028424"/>
              <a:gd name="connsiteX1" fmla="*/ 1104900 w 13601700"/>
              <a:gd name="connsiteY1" fmla="*/ 1903306 h 2028424"/>
              <a:gd name="connsiteX2" fmla="*/ 2527300 w 13601700"/>
              <a:gd name="connsiteY2" fmla="*/ 1903306 h 2028424"/>
              <a:gd name="connsiteX3" fmla="*/ 4533900 w 13601700"/>
              <a:gd name="connsiteY3" fmla="*/ 214206 h 2028424"/>
              <a:gd name="connsiteX4" fmla="*/ 6822440 w 13601700"/>
              <a:gd name="connsiteY4" fmla="*/ 38946 h 2028424"/>
              <a:gd name="connsiteX5" fmla="*/ 9202420 w 13601700"/>
              <a:gd name="connsiteY5" fmla="*/ 132926 h 2028424"/>
              <a:gd name="connsiteX6" fmla="*/ 11112500 w 13601700"/>
              <a:gd name="connsiteY6" fmla="*/ 1827106 h 2028424"/>
              <a:gd name="connsiteX7" fmla="*/ 11963400 w 13601700"/>
              <a:gd name="connsiteY7" fmla="*/ 1966806 h 2028424"/>
              <a:gd name="connsiteX8" fmla="*/ 13601700 w 13601700"/>
              <a:gd name="connsiteY8" fmla="*/ 1954106 h 2028424"/>
              <a:gd name="connsiteX0" fmla="*/ 0 w 13601700"/>
              <a:gd name="connsiteY0" fmla="*/ 1940021 h 2071913"/>
              <a:gd name="connsiteX1" fmla="*/ 1104900 w 13601700"/>
              <a:gd name="connsiteY1" fmla="*/ 1940021 h 2071913"/>
              <a:gd name="connsiteX2" fmla="*/ 2527300 w 13601700"/>
              <a:gd name="connsiteY2" fmla="*/ 1940021 h 2071913"/>
              <a:gd name="connsiteX3" fmla="*/ 4549140 w 13601700"/>
              <a:gd name="connsiteY3" fmla="*/ 159481 h 2071913"/>
              <a:gd name="connsiteX4" fmla="*/ 6822440 w 13601700"/>
              <a:gd name="connsiteY4" fmla="*/ 75661 h 2071913"/>
              <a:gd name="connsiteX5" fmla="*/ 9202420 w 13601700"/>
              <a:gd name="connsiteY5" fmla="*/ 169641 h 2071913"/>
              <a:gd name="connsiteX6" fmla="*/ 11112500 w 13601700"/>
              <a:gd name="connsiteY6" fmla="*/ 1863821 h 2071913"/>
              <a:gd name="connsiteX7" fmla="*/ 11963400 w 13601700"/>
              <a:gd name="connsiteY7" fmla="*/ 2003521 h 2071913"/>
              <a:gd name="connsiteX8" fmla="*/ 13601700 w 13601700"/>
              <a:gd name="connsiteY8" fmla="*/ 1990821 h 2071913"/>
              <a:gd name="connsiteX0" fmla="*/ 0 w 13601700"/>
              <a:gd name="connsiteY0" fmla="*/ 1910568 h 2042460"/>
              <a:gd name="connsiteX1" fmla="*/ 1104900 w 13601700"/>
              <a:gd name="connsiteY1" fmla="*/ 1910568 h 2042460"/>
              <a:gd name="connsiteX2" fmla="*/ 2527300 w 13601700"/>
              <a:gd name="connsiteY2" fmla="*/ 1910568 h 2042460"/>
              <a:gd name="connsiteX3" fmla="*/ 4549140 w 13601700"/>
              <a:gd name="connsiteY3" fmla="*/ 130028 h 2042460"/>
              <a:gd name="connsiteX4" fmla="*/ 6822440 w 13601700"/>
              <a:gd name="connsiteY4" fmla="*/ 46208 h 2042460"/>
              <a:gd name="connsiteX5" fmla="*/ 9202420 w 13601700"/>
              <a:gd name="connsiteY5" fmla="*/ 140188 h 2042460"/>
              <a:gd name="connsiteX6" fmla="*/ 11112500 w 13601700"/>
              <a:gd name="connsiteY6" fmla="*/ 1834368 h 2042460"/>
              <a:gd name="connsiteX7" fmla="*/ 11963400 w 13601700"/>
              <a:gd name="connsiteY7" fmla="*/ 1974068 h 2042460"/>
              <a:gd name="connsiteX8" fmla="*/ 13601700 w 13601700"/>
              <a:gd name="connsiteY8" fmla="*/ 1961368 h 2042460"/>
              <a:gd name="connsiteX0" fmla="*/ 0 w 13601700"/>
              <a:gd name="connsiteY0" fmla="*/ 1910568 h 2082258"/>
              <a:gd name="connsiteX1" fmla="*/ 1104900 w 13601700"/>
              <a:gd name="connsiteY1" fmla="*/ 1910568 h 2082258"/>
              <a:gd name="connsiteX2" fmla="*/ 1987550 w 13601700"/>
              <a:gd name="connsiteY2" fmla="*/ 2012168 h 2082258"/>
              <a:gd name="connsiteX3" fmla="*/ 2527300 w 13601700"/>
              <a:gd name="connsiteY3" fmla="*/ 1910568 h 2082258"/>
              <a:gd name="connsiteX4" fmla="*/ 4549140 w 13601700"/>
              <a:gd name="connsiteY4" fmla="*/ 130028 h 2082258"/>
              <a:gd name="connsiteX5" fmla="*/ 6822440 w 13601700"/>
              <a:gd name="connsiteY5" fmla="*/ 46208 h 2082258"/>
              <a:gd name="connsiteX6" fmla="*/ 9202420 w 13601700"/>
              <a:gd name="connsiteY6" fmla="*/ 140188 h 2082258"/>
              <a:gd name="connsiteX7" fmla="*/ 11112500 w 13601700"/>
              <a:gd name="connsiteY7" fmla="*/ 1834368 h 2082258"/>
              <a:gd name="connsiteX8" fmla="*/ 11963400 w 13601700"/>
              <a:gd name="connsiteY8" fmla="*/ 1974068 h 2082258"/>
              <a:gd name="connsiteX9" fmla="*/ 13601700 w 13601700"/>
              <a:gd name="connsiteY9" fmla="*/ 1961368 h 2082258"/>
              <a:gd name="connsiteX0" fmla="*/ 0 w 13601700"/>
              <a:gd name="connsiteY0" fmla="*/ 1910568 h 2065820"/>
              <a:gd name="connsiteX1" fmla="*/ 1104900 w 13601700"/>
              <a:gd name="connsiteY1" fmla="*/ 1910568 h 2065820"/>
              <a:gd name="connsiteX2" fmla="*/ 1987550 w 13601700"/>
              <a:gd name="connsiteY2" fmla="*/ 1974068 h 2065820"/>
              <a:gd name="connsiteX3" fmla="*/ 2527300 w 13601700"/>
              <a:gd name="connsiteY3" fmla="*/ 1910568 h 2065820"/>
              <a:gd name="connsiteX4" fmla="*/ 4549140 w 13601700"/>
              <a:gd name="connsiteY4" fmla="*/ 130028 h 2065820"/>
              <a:gd name="connsiteX5" fmla="*/ 6822440 w 13601700"/>
              <a:gd name="connsiteY5" fmla="*/ 46208 h 2065820"/>
              <a:gd name="connsiteX6" fmla="*/ 9202420 w 13601700"/>
              <a:gd name="connsiteY6" fmla="*/ 140188 h 2065820"/>
              <a:gd name="connsiteX7" fmla="*/ 11112500 w 13601700"/>
              <a:gd name="connsiteY7" fmla="*/ 1834368 h 2065820"/>
              <a:gd name="connsiteX8" fmla="*/ 11963400 w 13601700"/>
              <a:gd name="connsiteY8" fmla="*/ 1974068 h 2065820"/>
              <a:gd name="connsiteX9" fmla="*/ 13601700 w 13601700"/>
              <a:gd name="connsiteY9" fmla="*/ 1961368 h 2065820"/>
              <a:gd name="connsiteX0" fmla="*/ 0 w 13601700"/>
              <a:gd name="connsiteY0" fmla="*/ 1910568 h 2088641"/>
              <a:gd name="connsiteX1" fmla="*/ 1104900 w 13601700"/>
              <a:gd name="connsiteY1" fmla="*/ 1910568 h 2088641"/>
              <a:gd name="connsiteX2" fmla="*/ 1987550 w 13601700"/>
              <a:gd name="connsiteY2" fmla="*/ 1974068 h 2088641"/>
              <a:gd name="connsiteX3" fmla="*/ 2527300 w 13601700"/>
              <a:gd name="connsiteY3" fmla="*/ 1910568 h 2088641"/>
              <a:gd name="connsiteX4" fmla="*/ 4549140 w 13601700"/>
              <a:gd name="connsiteY4" fmla="*/ 130028 h 2088641"/>
              <a:gd name="connsiteX5" fmla="*/ 6822440 w 13601700"/>
              <a:gd name="connsiteY5" fmla="*/ 46208 h 2088641"/>
              <a:gd name="connsiteX6" fmla="*/ 9202420 w 13601700"/>
              <a:gd name="connsiteY6" fmla="*/ 140188 h 2088641"/>
              <a:gd name="connsiteX7" fmla="*/ 11112500 w 13601700"/>
              <a:gd name="connsiteY7" fmla="*/ 1834368 h 2088641"/>
              <a:gd name="connsiteX8" fmla="*/ 11963400 w 13601700"/>
              <a:gd name="connsiteY8" fmla="*/ 1974068 h 2088641"/>
              <a:gd name="connsiteX9" fmla="*/ 13601700 w 13601700"/>
              <a:gd name="connsiteY9" fmla="*/ 1961368 h 2088641"/>
              <a:gd name="connsiteX0" fmla="*/ 0 w 13601700"/>
              <a:gd name="connsiteY0" fmla="*/ 1910568 h 2068469"/>
              <a:gd name="connsiteX1" fmla="*/ 1104900 w 13601700"/>
              <a:gd name="connsiteY1" fmla="*/ 1910568 h 2068469"/>
              <a:gd name="connsiteX2" fmla="*/ 1987550 w 13601700"/>
              <a:gd name="connsiteY2" fmla="*/ 1974068 h 2068469"/>
              <a:gd name="connsiteX3" fmla="*/ 2527300 w 13601700"/>
              <a:gd name="connsiteY3" fmla="*/ 1910568 h 2068469"/>
              <a:gd name="connsiteX4" fmla="*/ 4549140 w 13601700"/>
              <a:gd name="connsiteY4" fmla="*/ 130028 h 2068469"/>
              <a:gd name="connsiteX5" fmla="*/ 6822440 w 13601700"/>
              <a:gd name="connsiteY5" fmla="*/ 46208 h 2068469"/>
              <a:gd name="connsiteX6" fmla="*/ 9202420 w 13601700"/>
              <a:gd name="connsiteY6" fmla="*/ 140188 h 2068469"/>
              <a:gd name="connsiteX7" fmla="*/ 11112500 w 13601700"/>
              <a:gd name="connsiteY7" fmla="*/ 1834368 h 2068469"/>
              <a:gd name="connsiteX8" fmla="*/ 11963400 w 13601700"/>
              <a:gd name="connsiteY8" fmla="*/ 1974068 h 2068469"/>
              <a:gd name="connsiteX9" fmla="*/ 13601700 w 13601700"/>
              <a:gd name="connsiteY9" fmla="*/ 1961368 h 2068469"/>
              <a:gd name="connsiteX0" fmla="*/ 0 w 13601700"/>
              <a:gd name="connsiteY0" fmla="*/ 1944612 h 2045638"/>
              <a:gd name="connsiteX1" fmla="*/ 1104900 w 13601700"/>
              <a:gd name="connsiteY1" fmla="*/ 1944612 h 2045638"/>
              <a:gd name="connsiteX2" fmla="*/ 1987550 w 13601700"/>
              <a:gd name="connsiteY2" fmla="*/ 2008112 h 2045638"/>
              <a:gd name="connsiteX3" fmla="*/ 4549140 w 13601700"/>
              <a:gd name="connsiteY3" fmla="*/ 164072 h 2045638"/>
              <a:gd name="connsiteX4" fmla="*/ 6822440 w 13601700"/>
              <a:gd name="connsiteY4" fmla="*/ 80252 h 2045638"/>
              <a:gd name="connsiteX5" fmla="*/ 9202420 w 13601700"/>
              <a:gd name="connsiteY5" fmla="*/ 174232 h 2045638"/>
              <a:gd name="connsiteX6" fmla="*/ 11112500 w 13601700"/>
              <a:gd name="connsiteY6" fmla="*/ 1868412 h 2045638"/>
              <a:gd name="connsiteX7" fmla="*/ 11963400 w 13601700"/>
              <a:gd name="connsiteY7" fmla="*/ 2008112 h 2045638"/>
              <a:gd name="connsiteX8" fmla="*/ 13601700 w 13601700"/>
              <a:gd name="connsiteY8" fmla="*/ 1995412 h 2045638"/>
              <a:gd name="connsiteX0" fmla="*/ 0 w 13601700"/>
              <a:gd name="connsiteY0" fmla="*/ 1912501 h 2013527"/>
              <a:gd name="connsiteX1" fmla="*/ 1104900 w 13601700"/>
              <a:gd name="connsiteY1" fmla="*/ 1912501 h 2013527"/>
              <a:gd name="connsiteX2" fmla="*/ 1987550 w 13601700"/>
              <a:gd name="connsiteY2" fmla="*/ 1976001 h 2013527"/>
              <a:gd name="connsiteX3" fmla="*/ 2606675 w 13601700"/>
              <a:gd name="connsiteY3" fmla="*/ 1528326 h 2013527"/>
              <a:gd name="connsiteX4" fmla="*/ 4549140 w 13601700"/>
              <a:gd name="connsiteY4" fmla="*/ 131961 h 2013527"/>
              <a:gd name="connsiteX5" fmla="*/ 6822440 w 13601700"/>
              <a:gd name="connsiteY5" fmla="*/ 48141 h 2013527"/>
              <a:gd name="connsiteX6" fmla="*/ 9202420 w 13601700"/>
              <a:gd name="connsiteY6" fmla="*/ 142121 h 2013527"/>
              <a:gd name="connsiteX7" fmla="*/ 11112500 w 13601700"/>
              <a:gd name="connsiteY7" fmla="*/ 1836301 h 2013527"/>
              <a:gd name="connsiteX8" fmla="*/ 11963400 w 13601700"/>
              <a:gd name="connsiteY8" fmla="*/ 1976001 h 2013527"/>
              <a:gd name="connsiteX9" fmla="*/ 13601700 w 13601700"/>
              <a:gd name="connsiteY9" fmla="*/ 1963301 h 2013527"/>
              <a:gd name="connsiteX0" fmla="*/ 0 w 13601700"/>
              <a:gd name="connsiteY0" fmla="*/ 1926082 h 2027108"/>
              <a:gd name="connsiteX1" fmla="*/ 1104900 w 13601700"/>
              <a:gd name="connsiteY1" fmla="*/ 1926082 h 2027108"/>
              <a:gd name="connsiteX2" fmla="*/ 1987550 w 13601700"/>
              <a:gd name="connsiteY2" fmla="*/ 1989582 h 2027108"/>
              <a:gd name="connsiteX3" fmla="*/ 2682875 w 13601700"/>
              <a:gd name="connsiteY3" fmla="*/ 1732407 h 2027108"/>
              <a:gd name="connsiteX4" fmla="*/ 4549140 w 13601700"/>
              <a:gd name="connsiteY4" fmla="*/ 145542 h 2027108"/>
              <a:gd name="connsiteX5" fmla="*/ 6822440 w 13601700"/>
              <a:gd name="connsiteY5" fmla="*/ 61722 h 2027108"/>
              <a:gd name="connsiteX6" fmla="*/ 9202420 w 13601700"/>
              <a:gd name="connsiteY6" fmla="*/ 155702 h 2027108"/>
              <a:gd name="connsiteX7" fmla="*/ 11112500 w 13601700"/>
              <a:gd name="connsiteY7" fmla="*/ 1849882 h 2027108"/>
              <a:gd name="connsiteX8" fmla="*/ 11963400 w 13601700"/>
              <a:gd name="connsiteY8" fmla="*/ 1989582 h 2027108"/>
              <a:gd name="connsiteX9" fmla="*/ 13601700 w 13601700"/>
              <a:gd name="connsiteY9" fmla="*/ 1976882 h 202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01700" h="2027108">
                <a:moveTo>
                  <a:pt x="0" y="1926082"/>
                </a:moveTo>
                <a:lnTo>
                  <a:pt x="1104900" y="1926082"/>
                </a:lnTo>
                <a:cubicBezTo>
                  <a:pt x="1436158" y="1943015"/>
                  <a:pt x="1750483" y="1989582"/>
                  <a:pt x="1987550" y="1989582"/>
                </a:cubicBezTo>
                <a:cubicBezTo>
                  <a:pt x="2237846" y="1925553"/>
                  <a:pt x="2255943" y="2039747"/>
                  <a:pt x="2682875" y="1732407"/>
                </a:cubicBezTo>
                <a:cubicBezTo>
                  <a:pt x="3109807" y="1425067"/>
                  <a:pt x="3859213" y="423989"/>
                  <a:pt x="4549140" y="145542"/>
                </a:cubicBezTo>
                <a:cubicBezTo>
                  <a:pt x="5239067" y="-132905"/>
                  <a:pt x="6083723" y="76539"/>
                  <a:pt x="6822440" y="61722"/>
                </a:cubicBezTo>
                <a:cubicBezTo>
                  <a:pt x="7561157" y="46905"/>
                  <a:pt x="8418830" y="-58505"/>
                  <a:pt x="9202420" y="155702"/>
                </a:cubicBezTo>
                <a:cubicBezTo>
                  <a:pt x="9986010" y="369909"/>
                  <a:pt x="10652337" y="1544235"/>
                  <a:pt x="11112500" y="1849882"/>
                </a:cubicBezTo>
                <a:cubicBezTo>
                  <a:pt x="11572663" y="2155529"/>
                  <a:pt x="11548533" y="1968415"/>
                  <a:pt x="11963400" y="1989582"/>
                </a:cubicBezTo>
                <a:cubicBezTo>
                  <a:pt x="12378267" y="2010749"/>
                  <a:pt x="12989983" y="1993815"/>
                  <a:pt x="13601700" y="1976882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AA1176D-04F3-D76B-5481-8AB4B328B6FC}"/>
              </a:ext>
            </a:extLst>
          </p:cNvPr>
          <p:cNvSpPr/>
          <p:nvPr/>
        </p:nvSpPr>
        <p:spPr bwMode="auto">
          <a:xfrm flipV="1">
            <a:off x="-635000" y="3283813"/>
            <a:ext cx="13601700" cy="2027108"/>
          </a:xfrm>
          <a:custGeom>
            <a:avLst/>
            <a:gdLst>
              <a:gd name="connsiteX0" fmla="*/ 0 w 15138400"/>
              <a:gd name="connsiteY0" fmla="*/ 1949200 h 2074318"/>
              <a:gd name="connsiteX1" fmla="*/ 2641600 w 15138400"/>
              <a:gd name="connsiteY1" fmla="*/ 1949200 h 2074318"/>
              <a:gd name="connsiteX2" fmla="*/ 4064000 w 15138400"/>
              <a:gd name="connsiteY2" fmla="*/ 1949200 h 2074318"/>
              <a:gd name="connsiteX3" fmla="*/ 6070600 w 15138400"/>
              <a:gd name="connsiteY3" fmla="*/ 260100 h 2074318"/>
              <a:gd name="connsiteX4" fmla="*/ 10502900 w 15138400"/>
              <a:gd name="connsiteY4" fmla="*/ 171200 h 2074318"/>
              <a:gd name="connsiteX5" fmla="*/ 12649200 w 15138400"/>
              <a:gd name="connsiteY5" fmla="*/ 1873000 h 2074318"/>
              <a:gd name="connsiteX6" fmla="*/ 13500100 w 15138400"/>
              <a:gd name="connsiteY6" fmla="*/ 2012700 h 2074318"/>
              <a:gd name="connsiteX7" fmla="*/ 15138400 w 15138400"/>
              <a:gd name="connsiteY7" fmla="*/ 2000000 h 2074318"/>
              <a:gd name="connsiteX0" fmla="*/ 0 w 13601700"/>
              <a:gd name="connsiteY0" fmla="*/ 1949200 h 2074318"/>
              <a:gd name="connsiteX1" fmla="*/ 1104900 w 13601700"/>
              <a:gd name="connsiteY1" fmla="*/ 1949200 h 2074318"/>
              <a:gd name="connsiteX2" fmla="*/ 2527300 w 13601700"/>
              <a:gd name="connsiteY2" fmla="*/ 1949200 h 2074318"/>
              <a:gd name="connsiteX3" fmla="*/ 4533900 w 13601700"/>
              <a:gd name="connsiteY3" fmla="*/ 260100 h 2074318"/>
              <a:gd name="connsiteX4" fmla="*/ 8966200 w 13601700"/>
              <a:gd name="connsiteY4" fmla="*/ 171200 h 2074318"/>
              <a:gd name="connsiteX5" fmla="*/ 11112500 w 13601700"/>
              <a:gd name="connsiteY5" fmla="*/ 1873000 h 2074318"/>
              <a:gd name="connsiteX6" fmla="*/ 11963400 w 13601700"/>
              <a:gd name="connsiteY6" fmla="*/ 2012700 h 2074318"/>
              <a:gd name="connsiteX7" fmla="*/ 13601700 w 13601700"/>
              <a:gd name="connsiteY7" fmla="*/ 2000000 h 2074318"/>
              <a:gd name="connsiteX0" fmla="*/ 0 w 13601700"/>
              <a:gd name="connsiteY0" fmla="*/ 1986201 h 2111319"/>
              <a:gd name="connsiteX1" fmla="*/ 1104900 w 13601700"/>
              <a:gd name="connsiteY1" fmla="*/ 1986201 h 2111319"/>
              <a:gd name="connsiteX2" fmla="*/ 2527300 w 13601700"/>
              <a:gd name="connsiteY2" fmla="*/ 1986201 h 2111319"/>
              <a:gd name="connsiteX3" fmla="*/ 4533900 w 13601700"/>
              <a:gd name="connsiteY3" fmla="*/ 297101 h 2111319"/>
              <a:gd name="connsiteX4" fmla="*/ 6830060 w 13601700"/>
              <a:gd name="connsiteY4" fmla="*/ 38021 h 2111319"/>
              <a:gd name="connsiteX5" fmla="*/ 8966200 w 13601700"/>
              <a:gd name="connsiteY5" fmla="*/ 208201 h 2111319"/>
              <a:gd name="connsiteX6" fmla="*/ 11112500 w 13601700"/>
              <a:gd name="connsiteY6" fmla="*/ 1910001 h 2111319"/>
              <a:gd name="connsiteX7" fmla="*/ 11963400 w 13601700"/>
              <a:gd name="connsiteY7" fmla="*/ 2049701 h 2111319"/>
              <a:gd name="connsiteX8" fmla="*/ 13601700 w 13601700"/>
              <a:gd name="connsiteY8" fmla="*/ 2037001 h 2111319"/>
              <a:gd name="connsiteX0" fmla="*/ 0 w 13601700"/>
              <a:gd name="connsiteY0" fmla="*/ 1941787 h 2066905"/>
              <a:gd name="connsiteX1" fmla="*/ 1104900 w 13601700"/>
              <a:gd name="connsiteY1" fmla="*/ 1941787 h 2066905"/>
              <a:gd name="connsiteX2" fmla="*/ 2527300 w 13601700"/>
              <a:gd name="connsiteY2" fmla="*/ 1941787 h 2066905"/>
              <a:gd name="connsiteX3" fmla="*/ 4533900 w 13601700"/>
              <a:gd name="connsiteY3" fmla="*/ 252687 h 2066905"/>
              <a:gd name="connsiteX4" fmla="*/ 6822440 w 13601700"/>
              <a:gd name="connsiteY4" fmla="*/ 77427 h 2066905"/>
              <a:gd name="connsiteX5" fmla="*/ 8966200 w 13601700"/>
              <a:gd name="connsiteY5" fmla="*/ 163787 h 2066905"/>
              <a:gd name="connsiteX6" fmla="*/ 11112500 w 13601700"/>
              <a:gd name="connsiteY6" fmla="*/ 1865587 h 2066905"/>
              <a:gd name="connsiteX7" fmla="*/ 11963400 w 13601700"/>
              <a:gd name="connsiteY7" fmla="*/ 2005287 h 2066905"/>
              <a:gd name="connsiteX8" fmla="*/ 13601700 w 13601700"/>
              <a:gd name="connsiteY8" fmla="*/ 1992587 h 2066905"/>
              <a:gd name="connsiteX0" fmla="*/ 0 w 13601700"/>
              <a:gd name="connsiteY0" fmla="*/ 1937168 h 2062286"/>
              <a:gd name="connsiteX1" fmla="*/ 1104900 w 13601700"/>
              <a:gd name="connsiteY1" fmla="*/ 1937168 h 2062286"/>
              <a:gd name="connsiteX2" fmla="*/ 2527300 w 13601700"/>
              <a:gd name="connsiteY2" fmla="*/ 1937168 h 2062286"/>
              <a:gd name="connsiteX3" fmla="*/ 4533900 w 13601700"/>
              <a:gd name="connsiteY3" fmla="*/ 248068 h 2062286"/>
              <a:gd name="connsiteX4" fmla="*/ 6822440 w 13601700"/>
              <a:gd name="connsiteY4" fmla="*/ 72808 h 2062286"/>
              <a:gd name="connsiteX5" fmla="*/ 9202420 w 13601700"/>
              <a:gd name="connsiteY5" fmla="*/ 166788 h 2062286"/>
              <a:gd name="connsiteX6" fmla="*/ 11112500 w 13601700"/>
              <a:gd name="connsiteY6" fmla="*/ 1860968 h 2062286"/>
              <a:gd name="connsiteX7" fmla="*/ 11963400 w 13601700"/>
              <a:gd name="connsiteY7" fmla="*/ 2000668 h 2062286"/>
              <a:gd name="connsiteX8" fmla="*/ 13601700 w 13601700"/>
              <a:gd name="connsiteY8" fmla="*/ 1987968 h 2062286"/>
              <a:gd name="connsiteX0" fmla="*/ 0 w 13601700"/>
              <a:gd name="connsiteY0" fmla="*/ 1887901 h 2013019"/>
              <a:gd name="connsiteX1" fmla="*/ 1104900 w 13601700"/>
              <a:gd name="connsiteY1" fmla="*/ 1887901 h 2013019"/>
              <a:gd name="connsiteX2" fmla="*/ 2527300 w 13601700"/>
              <a:gd name="connsiteY2" fmla="*/ 1887901 h 2013019"/>
              <a:gd name="connsiteX3" fmla="*/ 4533900 w 13601700"/>
              <a:gd name="connsiteY3" fmla="*/ 198801 h 2013019"/>
              <a:gd name="connsiteX4" fmla="*/ 6822440 w 13601700"/>
              <a:gd name="connsiteY4" fmla="*/ 23541 h 2013019"/>
              <a:gd name="connsiteX5" fmla="*/ 9202420 w 13601700"/>
              <a:gd name="connsiteY5" fmla="*/ 117521 h 2013019"/>
              <a:gd name="connsiteX6" fmla="*/ 11112500 w 13601700"/>
              <a:gd name="connsiteY6" fmla="*/ 1811701 h 2013019"/>
              <a:gd name="connsiteX7" fmla="*/ 11963400 w 13601700"/>
              <a:gd name="connsiteY7" fmla="*/ 1951401 h 2013019"/>
              <a:gd name="connsiteX8" fmla="*/ 13601700 w 13601700"/>
              <a:gd name="connsiteY8" fmla="*/ 1938701 h 2013019"/>
              <a:gd name="connsiteX0" fmla="*/ 0 w 13601700"/>
              <a:gd name="connsiteY0" fmla="*/ 1903306 h 2028424"/>
              <a:gd name="connsiteX1" fmla="*/ 1104900 w 13601700"/>
              <a:gd name="connsiteY1" fmla="*/ 1903306 h 2028424"/>
              <a:gd name="connsiteX2" fmla="*/ 2527300 w 13601700"/>
              <a:gd name="connsiteY2" fmla="*/ 1903306 h 2028424"/>
              <a:gd name="connsiteX3" fmla="*/ 4533900 w 13601700"/>
              <a:gd name="connsiteY3" fmla="*/ 214206 h 2028424"/>
              <a:gd name="connsiteX4" fmla="*/ 6822440 w 13601700"/>
              <a:gd name="connsiteY4" fmla="*/ 38946 h 2028424"/>
              <a:gd name="connsiteX5" fmla="*/ 9202420 w 13601700"/>
              <a:gd name="connsiteY5" fmla="*/ 132926 h 2028424"/>
              <a:gd name="connsiteX6" fmla="*/ 11112500 w 13601700"/>
              <a:gd name="connsiteY6" fmla="*/ 1827106 h 2028424"/>
              <a:gd name="connsiteX7" fmla="*/ 11963400 w 13601700"/>
              <a:gd name="connsiteY7" fmla="*/ 1966806 h 2028424"/>
              <a:gd name="connsiteX8" fmla="*/ 13601700 w 13601700"/>
              <a:gd name="connsiteY8" fmla="*/ 1954106 h 2028424"/>
              <a:gd name="connsiteX0" fmla="*/ 0 w 13601700"/>
              <a:gd name="connsiteY0" fmla="*/ 1940021 h 2071913"/>
              <a:gd name="connsiteX1" fmla="*/ 1104900 w 13601700"/>
              <a:gd name="connsiteY1" fmla="*/ 1940021 h 2071913"/>
              <a:gd name="connsiteX2" fmla="*/ 2527300 w 13601700"/>
              <a:gd name="connsiteY2" fmla="*/ 1940021 h 2071913"/>
              <a:gd name="connsiteX3" fmla="*/ 4549140 w 13601700"/>
              <a:gd name="connsiteY3" fmla="*/ 159481 h 2071913"/>
              <a:gd name="connsiteX4" fmla="*/ 6822440 w 13601700"/>
              <a:gd name="connsiteY4" fmla="*/ 75661 h 2071913"/>
              <a:gd name="connsiteX5" fmla="*/ 9202420 w 13601700"/>
              <a:gd name="connsiteY5" fmla="*/ 169641 h 2071913"/>
              <a:gd name="connsiteX6" fmla="*/ 11112500 w 13601700"/>
              <a:gd name="connsiteY6" fmla="*/ 1863821 h 2071913"/>
              <a:gd name="connsiteX7" fmla="*/ 11963400 w 13601700"/>
              <a:gd name="connsiteY7" fmla="*/ 2003521 h 2071913"/>
              <a:gd name="connsiteX8" fmla="*/ 13601700 w 13601700"/>
              <a:gd name="connsiteY8" fmla="*/ 1990821 h 2071913"/>
              <a:gd name="connsiteX0" fmla="*/ 0 w 13601700"/>
              <a:gd name="connsiteY0" fmla="*/ 1910568 h 2042460"/>
              <a:gd name="connsiteX1" fmla="*/ 1104900 w 13601700"/>
              <a:gd name="connsiteY1" fmla="*/ 1910568 h 2042460"/>
              <a:gd name="connsiteX2" fmla="*/ 2527300 w 13601700"/>
              <a:gd name="connsiteY2" fmla="*/ 1910568 h 2042460"/>
              <a:gd name="connsiteX3" fmla="*/ 4549140 w 13601700"/>
              <a:gd name="connsiteY3" fmla="*/ 130028 h 2042460"/>
              <a:gd name="connsiteX4" fmla="*/ 6822440 w 13601700"/>
              <a:gd name="connsiteY4" fmla="*/ 46208 h 2042460"/>
              <a:gd name="connsiteX5" fmla="*/ 9202420 w 13601700"/>
              <a:gd name="connsiteY5" fmla="*/ 140188 h 2042460"/>
              <a:gd name="connsiteX6" fmla="*/ 11112500 w 13601700"/>
              <a:gd name="connsiteY6" fmla="*/ 1834368 h 2042460"/>
              <a:gd name="connsiteX7" fmla="*/ 11963400 w 13601700"/>
              <a:gd name="connsiteY7" fmla="*/ 1974068 h 2042460"/>
              <a:gd name="connsiteX8" fmla="*/ 13601700 w 13601700"/>
              <a:gd name="connsiteY8" fmla="*/ 1961368 h 2042460"/>
              <a:gd name="connsiteX0" fmla="*/ 0 w 13601700"/>
              <a:gd name="connsiteY0" fmla="*/ 1910568 h 2082258"/>
              <a:gd name="connsiteX1" fmla="*/ 1104900 w 13601700"/>
              <a:gd name="connsiteY1" fmla="*/ 1910568 h 2082258"/>
              <a:gd name="connsiteX2" fmla="*/ 1987550 w 13601700"/>
              <a:gd name="connsiteY2" fmla="*/ 2012168 h 2082258"/>
              <a:gd name="connsiteX3" fmla="*/ 2527300 w 13601700"/>
              <a:gd name="connsiteY3" fmla="*/ 1910568 h 2082258"/>
              <a:gd name="connsiteX4" fmla="*/ 4549140 w 13601700"/>
              <a:gd name="connsiteY4" fmla="*/ 130028 h 2082258"/>
              <a:gd name="connsiteX5" fmla="*/ 6822440 w 13601700"/>
              <a:gd name="connsiteY5" fmla="*/ 46208 h 2082258"/>
              <a:gd name="connsiteX6" fmla="*/ 9202420 w 13601700"/>
              <a:gd name="connsiteY6" fmla="*/ 140188 h 2082258"/>
              <a:gd name="connsiteX7" fmla="*/ 11112500 w 13601700"/>
              <a:gd name="connsiteY7" fmla="*/ 1834368 h 2082258"/>
              <a:gd name="connsiteX8" fmla="*/ 11963400 w 13601700"/>
              <a:gd name="connsiteY8" fmla="*/ 1974068 h 2082258"/>
              <a:gd name="connsiteX9" fmla="*/ 13601700 w 13601700"/>
              <a:gd name="connsiteY9" fmla="*/ 1961368 h 2082258"/>
              <a:gd name="connsiteX0" fmla="*/ 0 w 13601700"/>
              <a:gd name="connsiteY0" fmla="*/ 1910568 h 2065820"/>
              <a:gd name="connsiteX1" fmla="*/ 1104900 w 13601700"/>
              <a:gd name="connsiteY1" fmla="*/ 1910568 h 2065820"/>
              <a:gd name="connsiteX2" fmla="*/ 1987550 w 13601700"/>
              <a:gd name="connsiteY2" fmla="*/ 1974068 h 2065820"/>
              <a:gd name="connsiteX3" fmla="*/ 2527300 w 13601700"/>
              <a:gd name="connsiteY3" fmla="*/ 1910568 h 2065820"/>
              <a:gd name="connsiteX4" fmla="*/ 4549140 w 13601700"/>
              <a:gd name="connsiteY4" fmla="*/ 130028 h 2065820"/>
              <a:gd name="connsiteX5" fmla="*/ 6822440 w 13601700"/>
              <a:gd name="connsiteY5" fmla="*/ 46208 h 2065820"/>
              <a:gd name="connsiteX6" fmla="*/ 9202420 w 13601700"/>
              <a:gd name="connsiteY6" fmla="*/ 140188 h 2065820"/>
              <a:gd name="connsiteX7" fmla="*/ 11112500 w 13601700"/>
              <a:gd name="connsiteY7" fmla="*/ 1834368 h 2065820"/>
              <a:gd name="connsiteX8" fmla="*/ 11963400 w 13601700"/>
              <a:gd name="connsiteY8" fmla="*/ 1974068 h 2065820"/>
              <a:gd name="connsiteX9" fmla="*/ 13601700 w 13601700"/>
              <a:gd name="connsiteY9" fmla="*/ 1961368 h 2065820"/>
              <a:gd name="connsiteX0" fmla="*/ 0 w 13601700"/>
              <a:gd name="connsiteY0" fmla="*/ 1910568 h 2088641"/>
              <a:gd name="connsiteX1" fmla="*/ 1104900 w 13601700"/>
              <a:gd name="connsiteY1" fmla="*/ 1910568 h 2088641"/>
              <a:gd name="connsiteX2" fmla="*/ 1987550 w 13601700"/>
              <a:gd name="connsiteY2" fmla="*/ 1974068 h 2088641"/>
              <a:gd name="connsiteX3" fmla="*/ 2527300 w 13601700"/>
              <a:gd name="connsiteY3" fmla="*/ 1910568 h 2088641"/>
              <a:gd name="connsiteX4" fmla="*/ 4549140 w 13601700"/>
              <a:gd name="connsiteY4" fmla="*/ 130028 h 2088641"/>
              <a:gd name="connsiteX5" fmla="*/ 6822440 w 13601700"/>
              <a:gd name="connsiteY5" fmla="*/ 46208 h 2088641"/>
              <a:gd name="connsiteX6" fmla="*/ 9202420 w 13601700"/>
              <a:gd name="connsiteY6" fmla="*/ 140188 h 2088641"/>
              <a:gd name="connsiteX7" fmla="*/ 11112500 w 13601700"/>
              <a:gd name="connsiteY7" fmla="*/ 1834368 h 2088641"/>
              <a:gd name="connsiteX8" fmla="*/ 11963400 w 13601700"/>
              <a:gd name="connsiteY8" fmla="*/ 1974068 h 2088641"/>
              <a:gd name="connsiteX9" fmla="*/ 13601700 w 13601700"/>
              <a:gd name="connsiteY9" fmla="*/ 1961368 h 2088641"/>
              <a:gd name="connsiteX0" fmla="*/ 0 w 13601700"/>
              <a:gd name="connsiteY0" fmla="*/ 1910568 h 2068469"/>
              <a:gd name="connsiteX1" fmla="*/ 1104900 w 13601700"/>
              <a:gd name="connsiteY1" fmla="*/ 1910568 h 2068469"/>
              <a:gd name="connsiteX2" fmla="*/ 1987550 w 13601700"/>
              <a:gd name="connsiteY2" fmla="*/ 1974068 h 2068469"/>
              <a:gd name="connsiteX3" fmla="*/ 2527300 w 13601700"/>
              <a:gd name="connsiteY3" fmla="*/ 1910568 h 2068469"/>
              <a:gd name="connsiteX4" fmla="*/ 4549140 w 13601700"/>
              <a:gd name="connsiteY4" fmla="*/ 130028 h 2068469"/>
              <a:gd name="connsiteX5" fmla="*/ 6822440 w 13601700"/>
              <a:gd name="connsiteY5" fmla="*/ 46208 h 2068469"/>
              <a:gd name="connsiteX6" fmla="*/ 9202420 w 13601700"/>
              <a:gd name="connsiteY6" fmla="*/ 140188 h 2068469"/>
              <a:gd name="connsiteX7" fmla="*/ 11112500 w 13601700"/>
              <a:gd name="connsiteY7" fmla="*/ 1834368 h 2068469"/>
              <a:gd name="connsiteX8" fmla="*/ 11963400 w 13601700"/>
              <a:gd name="connsiteY8" fmla="*/ 1974068 h 2068469"/>
              <a:gd name="connsiteX9" fmla="*/ 13601700 w 13601700"/>
              <a:gd name="connsiteY9" fmla="*/ 1961368 h 2068469"/>
              <a:gd name="connsiteX0" fmla="*/ 0 w 13601700"/>
              <a:gd name="connsiteY0" fmla="*/ 1944612 h 2045638"/>
              <a:gd name="connsiteX1" fmla="*/ 1104900 w 13601700"/>
              <a:gd name="connsiteY1" fmla="*/ 1944612 h 2045638"/>
              <a:gd name="connsiteX2" fmla="*/ 1987550 w 13601700"/>
              <a:gd name="connsiteY2" fmla="*/ 2008112 h 2045638"/>
              <a:gd name="connsiteX3" fmla="*/ 4549140 w 13601700"/>
              <a:gd name="connsiteY3" fmla="*/ 164072 h 2045638"/>
              <a:gd name="connsiteX4" fmla="*/ 6822440 w 13601700"/>
              <a:gd name="connsiteY4" fmla="*/ 80252 h 2045638"/>
              <a:gd name="connsiteX5" fmla="*/ 9202420 w 13601700"/>
              <a:gd name="connsiteY5" fmla="*/ 174232 h 2045638"/>
              <a:gd name="connsiteX6" fmla="*/ 11112500 w 13601700"/>
              <a:gd name="connsiteY6" fmla="*/ 1868412 h 2045638"/>
              <a:gd name="connsiteX7" fmla="*/ 11963400 w 13601700"/>
              <a:gd name="connsiteY7" fmla="*/ 2008112 h 2045638"/>
              <a:gd name="connsiteX8" fmla="*/ 13601700 w 13601700"/>
              <a:gd name="connsiteY8" fmla="*/ 1995412 h 2045638"/>
              <a:gd name="connsiteX0" fmla="*/ 0 w 13601700"/>
              <a:gd name="connsiteY0" fmla="*/ 1912501 h 2013527"/>
              <a:gd name="connsiteX1" fmla="*/ 1104900 w 13601700"/>
              <a:gd name="connsiteY1" fmla="*/ 1912501 h 2013527"/>
              <a:gd name="connsiteX2" fmla="*/ 1987550 w 13601700"/>
              <a:gd name="connsiteY2" fmla="*/ 1976001 h 2013527"/>
              <a:gd name="connsiteX3" fmla="*/ 2606675 w 13601700"/>
              <a:gd name="connsiteY3" fmla="*/ 1528326 h 2013527"/>
              <a:gd name="connsiteX4" fmla="*/ 4549140 w 13601700"/>
              <a:gd name="connsiteY4" fmla="*/ 131961 h 2013527"/>
              <a:gd name="connsiteX5" fmla="*/ 6822440 w 13601700"/>
              <a:gd name="connsiteY5" fmla="*/ 48141 h 2013527"/>
              <a:gd name="connsiteX6" fmla="*/ 9202420 w 13601700"/>
              <a:gd name="connsiteY6" fmla="*/ 142121 h 2013527"/>
              <a:gd name="connsiteX7" fmla="*/ 11112500 w 13601700"/>
              <a:gd name="connsiteY7" fmla="*/ 1836301 h 2013527"/>
              <a:gd name="connsiteX8" fmla="*/ 11963400 w 13601700"/>
              <a:gd name="connsiteY8" fmla="*/ 1976001 h 2013527"/>
              <a:gd name="connsiteX9" fmla="*/ 13601700 w 13601700"/>
              <a:gd name="connsiteY9" fmla="*/ 1963301 h 2013527"/>
              <a:gd name="connsiteX0" fmla="*/ 0 w 13601700"/>
              <a:gd name="connsiteY0" fmla="*/ 1926082 h 2027108"/>
              <a:gd name="connsiteX1" fmla="*/ 1104900 w 13601700"/>
              <a:gd name="connsiteY1" fmla="*/ 1926082 h 2027108"/>
              <a:gd name="connsiteX2" fmla="*/ 1987550 w 13601700"/>
              <a:gd name="connsiteY2" fmla="*/ 1989582 h 2027108"/>
              <a:gd name="connsiteX3" fmla="*/ 2682875 w 13601700"/>
              <a:gd name="connsiteY3" fmla="*/ 1732407 h 2027108"/>
              <a:gd name="connsiteX4" fmla="*/ 4549140 w 13601700"/>
              <a:gd name="connsiteY4" fmla="*/ 145542 h 2027108"/>
              <a:gd name="connsiteX5" fmla="*/ 6822440 w 13601700"/>
              <a:gd name="connsiteY5" fmla="*/ 61722 h 2027108"/>
              <a:gd name="connsiteX6" fmla="*/ 9202420 w 13601700"/>
              <a:gd name="connsiteY6" fmla="*/ 155702 h 2027108"/>
              <a:gd name="connsiteX7" fmla="*/ 11112500 w 13601700"/>
              <a:gd name="connsiteY7" fmla="*/ 1849882 h 2027108"/>
              <a:gd name="connsiteX8" fmla="*/ 11963400 w 13601700"/>
              <a:gd name="connsiteY8" fmla="*/ 1989582 h 2027108"/>
              <a:gd name="connsiteX9" fmla="*/ 13601700 w 13601700"/>
              <a:gd name="connsiteY9" fmla="*/ 1976882 h 202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601700" h="2027108">
                <a:moveTo>
                  <a:pt x="0" y="1926082"/>
                </a:moveTo>
                <a:lnTo>
                  <a:pt x="1104900" y="1926082"/>
                </a:lnTo>
                <a:cubicBezTo>
                  <a:pt x="1436158" y="1943015"/>
                  <a:pt x="1750483" y="1989582"/>
                  <a:pt x="1987550" y="1989582"/>
                </a:cubicBezTo>
                <a:cubicBezTo>
                  <a:pt x="2237846" y="1925553"/>
                  <a:pt x="2255943" y="2039747"/>
                  <a:pt x="2682875" y="1732407"/>
                </a:cubicBezTo>
                <a:cubicBezTo>
                  <a:pt x="3109807" y="1425067"/>
                  <a:pt x="3859213" y="423989"/>
                  <a:pt x="4549140" y="145542"/>
                </a:cubicBezTo>
                <a:cubicBezTo>
                  <a:pt x="5239067" y="-132905"/>
                  <a:pt x="6083723" y="76539"/>
                  <a:pt x="6822440" y="61722"/>
                </a:cubicBezTo>
                <a:cubicBezTo>
                  <a:pt x="7561157" y="46905"/>
                  <a:pt x="8418830" y="-58505"/>
                  <a:pt x="9202420" y="155702"/>
                </a:cubicBezTo>
                <a:cubicBezTo>
                  <a:pt x="9986010" y="369909"/>
                  <a:pt x="10652337" y="1544235"/>
                  <a:pt x="11112500" y="1849882"/>
                </a:cubicBezTo>
                <a:cubicBezTo>
                  <a:pt x="11572663" y="2155529"/>
                  <a:pt x="11548533" y="1968415"/>
                  <a:pt x="11963400" y="1989582"/>
                </a:cubicBezTo>
                <a:cubicBezTo>
                  <a:pt x="12378267" y="2010749"/>
                  <a:pt x="12989983" y="1993815"/>
                  <a:pt x="13601700" y="1976882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E12AC120-91C7-C772-28B0-E19E1E4A9D11}"/>
              </a:ext>
            </a:extLst>
          </p:cNvPr>
          <p:cNvSpPr/>
          <p:nvPr/>
        </p:nvSpPr>
        <p:spPr bwMode="auto">
          <a:xfrm>
            <a:off x="-657225" y="1855674"/>
            <a:ext cx="13569950" cy="3467563"/>
          </a:xfrm>
          <a:custGeom>
            <a:avLst/>
            <a:gdLst>
              <a:gd name="connsiteX0" fmla="*/ 0 w 11195430"/>
              <a:gd name="connsiteY0" fmla="*/ 1554276 h 3467563"/>
              <a:gd name="connsiteX1" fmla="*/ 2486025 w 11195430"/>
              <a:gd name="connsiteY1" fmla="*/ 1525701 h 3467563"/>
              <a:gd name="connsiteX2" fmla="*/ 4362450 w 11195430"/>
              <a:gd name="connsiteY2" fmla="*/ 1701 h 3467563"/>
              <a:gd name="connsiteX3" fmla="*/ 5562600 w 11195430"/>
              <a:gd name="connsiteY3" fmla="*/ 1268526 h 3467563"/>
              <a:gd name="connsiteX4" fmla="*/ 6981825 w 11195430"/>
              <a:gd name="connsiteY4" fmla="*/ 3202101 h 3467563"/>
              <a:gd name="connsiteX5" fmla="*/ 9067800 w 11195430"/>
              <a:gd name="connsiteY5" fmla="*/ 3278301 h 3467563"/>
              <a:gd name="connsiteX6" fmla="*/ 11039475 w 11195430"/>
              <a:gd name="connsiteY6" fmla="*/ 1592376 h 3467563"/>
              <a:gd name="connsiteX7" fmla="*/ 11068050 w 11195430"/>
              <a:gd name="connsiteY7" fmla="*/ 1611426 h 3467563"/>
              <a:gd name="connsiteX8" fmla="*/ 11068050 w 11195430"/>
              <a:gd name="connsiteY8" fmla="*/ 1611426 h 3467563"/>
              <a:gd name="connsiteX0" fmla="*/ 0 w 13569950"/>
              <a:gd name="connsiteY0" fmla="*/ 1554276 h 3467563"/>
              <a:gd name="connsiteX1" fmla="*/ 2486025 w 13569950"/>
              <a:gd name="connsiteY1" fmla="*/ 1525701 h 3467563"/>
              <a:gd name="connsiteX2" fmla="*/ 4362450 w 13569950"/>
              <a:gd name="connsiteY2" fmla="*/ 1701 h 3467563"/>
              <a:gd name="connsiteX3" fmla="*/ 5562600 w 13569950"/>
              <a:gd name="connsiteY3" fmla="*/ 1268526 h 3467563"/>
              <a:gd name="connsiteX4" fmla="*/ 6981825 w 13569950"/>
              <a:gd name="connsiteY4" fmla="*/ 3202101 h 3467563"/>
              <a:gd name="connsiteX5" fmla="*/ 9067800 w 13569950"/>
              <a:gd name="connsiteY5" fmla="*/ 3278301 h 3467563"/>
              <a:gd name="connsiteX6" fmla="*/ 11039475 w 13569950"/>
              <a:gd name="connsiteY6" fmla="*/ 1592376 h 3467563"/>
              <a:gd name="connsiteX7" fmla="*/ 11068050 w 13569950"/>
              <a:gd name="connsiteY7" fmla="*/ 1611426 h 3467563"/>
              <a:gd name="connsiteX8" fmla="*/ 13569950 w 13569950"/>
              <a:gd name="connsiteY8" fmla="*/ 1535226 h 3467563"/>
              <a:gd name="connsiteX0" fmla="*/ 0 w 13569950"/>
              <a:gd name="connsiteY0" fmla="*/ 1554276 h 3467563"/>
              <a:gd name="connsiteX1" fmla="*/ 2486025 w 13569950"/>
              <a:gd name="connsiteY1" fmla="*/ 1525701 h 3467563"/>
              <a:gd name="connsiteX2" fmla="*/ 4362450 w 13569950"/>
              <a:gd name="connsiteY2" fmla="*/ 1701 h 3467563"/>
              <a:gd name="connsiteX3" fmla="*/ 5562600 w 13569950"/>
              <a:gd name="connsiteY3" fmla="*/ 1268526 h 3467563"/>
              <a:gd name="connsiteX4" fmla="*/ 6981825 w 13569950"/>
              <a:gd name="connsiteY4" fmla="*/ 3202101 h 3467563"/>
              <a:gd name="connsiteX5" fmla="*/ 9067800 w 13569950"/>
              <a:gd name="connsiteY5" fmla="*/ 3278301 h 3467563"/>
              <a:gd name="connsiteX6" fmla="*/ 11039475 w 13569950"/>
              <a:gd name="connsiteY6" fmla="*/ 1592376 h 3467563"/>
              <a:gd name="connsiteX7" fmla="*/ 13569950 w 13569950"/>
              <a:gd name="connsiteY7" fmla="*/ 1535226 h 3467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69950" h="3467563">
                <a:moveTo>
                  <a:pt x="0" y="1554276"/>
                </a:moveTo>
                <a:cubicBezTo>
                  <a:pt x="879475" y="1669370"/>
                  <a:pt x="1758950" y="1784464"/>
                  <a:pt x="2486025" y="1525701"/>
                </a:cubicBezTo>
                <a:cubicBezTo>
                  <a:pt x="3213100" y="1266938"/>
                  <a:pt x="3849688" y="44563"/>
                  <a:pt x="4362450" y="1701"/>
                </a:cubicBezTo>
                <a:cubicBezTo>
                  <a:pt x="4875212" y="-41161"/>
                  <a:pt x="5126038" y="735126"/>
                  <a:pt x="5562600" y="1268526"/>
                </a:cubicBezTo>
                <a:cubicBezTo>
                  <a:pt x="5999163" y="1801926"/>
                  <a:pt x="6397625" y="2867139"/>
                  <a:pt x="6981825" y="3202101"/>
                </a:cubicBezTo>
                <a:cubicBezTo>
                  <a:pt x="7566025" y="3537063"/>
                  <a:pt x="8391525" y="3546589"/>
                  <a:pt x="9067800" y="3278301"/>
                </a:cubicBezTo>
                <a:cubicBezTo>
                  <a:pt x="9744075" y="3010014"/>
                  <a:pt x="10289117" y="1882888"/>
                  <a:pt x="11039475" y="1592376"/>
                </a:cubicBezTo>
                <a:cubicBezTo>
                  <a:pt x="11789833" y="1301864"/>
                  <a:pt x="13042768" y="1547132"/>
                  <a:pt x="13569950" y="1535226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FB8218C-5F6A-7549-E44A-FC2B8FC12C9C}"/>
              </a:ext>
            </a:extLst>
          </p:cNvPr>
          <p:cNvSpPr/>
          <p:nvPr/>
        </p:nvSpPr>
        <p:spPr bwMode="auto">
          <a:xfrm>
            <a:off x="-657225" y="1909648"/>
            <a:ext cx="13569950" cy="3467563"/>
          </a:xfrm>
          <a:custGeom>
            <a:avLst/>
            <a:gdLst>
              <a:gd name="connsiteX0" fmla="*/ 0 w 11195430"/>
              <a:gd name="connsiteY0" fmla="*/ 1554276 h 3467563"/>
              <a:gd name="connsiteX1" fmla="*/ 2486025 w 11195430"/>
              <a:gd name="connsiteY1" fmla="*/ 1525701 h 3467563"/>
              <a:gd name="connsiteX2" fmla="*/ 4362450 w 11195430"/>
              <a:gd name="connsiteY2" fmla="*/ 1701 h 3467563"/>
              <a:gd name="connsiteX3" fmla="*/ 5562600 w 11195430"/>
              <a:gd name="connsiteY3" fmla="*/ 1268526 h 3467563"/>
              <a:gd name="connsiteX4" fmla="*/ 6981825 w 11195430"/>
              <a:gd name="connsiteY4" fmla="*/ 3202101 h 3467563"/>
              <a:gd name="connsiteX5" fmla="*/ 9067800 w 11195430"/>
              <a:gd name="connsiteY5" fmla="*/ 3278301 h 3467563"/>
              <a:gd name="connsiteX6" fmla="*/ 11039475 w 11195430"/>
              <a:gd name="connsiteY6" fmla="*/ 1592376 h 3467563"/>
              <a:gd name="connsiteX7" fmla="*/ 11068050 w 11195430"/>
              <a:gd name="connsiteY7" fmla="*/ 1611426 h 3467563"/>
              <a:gd name="connsiteX8" fmla="*/ 11068050 w 11195430"/>
              <a:gd name="connsiteY8" fmla="*/ 1611426 h 3467563"/>
              <a:gd name="connsiteX0" fmla="*/ 0 w 13569950"/>
              <a:gd name="connsiteY0" fmla="*/ 1554276 h 3467563"/>
              <a:gd name="connsiteX1" fmla="*/ 2486025 w 13569950"/>
              <a:gd name="connsiteY1" fmla="*/ 1525701 h 3467563"/>
              <a:gd name="connsiteX2" fmla="*/ 4362450 w 13569950"/>
              <a:gd name="connsiteY2" fmla="*/ 1701 h 3467563"/>
              <a:gd name="connsiteX3" fmla="*/ 5562600 w 13569950"/>
              <a:gd name="connsiteY3" fmla="*/ 1268526 h 3467563"/>
              <a:gd name="connsiteX4" fmla="*/ 6981825 w 13569950"/>
              <a:gd name="connsiteY4" fmla="*/ 3202101 h 3467563"/>
              <a:gd name="connsiteX5" fmla="*/ 9067800 w 13569950"/>
              <a:gd name="connsiteY5" fmla="*/ 3278301 h 3467563"/>
              <a:gd name="connsiteX6" fmla="*/ 11039475 w 13569950"/>
              <a:gd name="connsiteY6" fmla="*/ 1592376 h 3467563"/>
              <a:gd name="connsiteX7" fmla="*/ 11068050 w 13569950"/>
              <a:gd name="connsiteY7" fmla="*/ 1611426 h 3467563"/>
              <a:gd name="connsiteX8" fmla="*/ 13569950 w 13569950"/>
              <a:gd name="connsiteY8" fmla="*/ 1535226 h 3467563"/>
              <a:gd name="connsiteX0" fmla="*/ 0 w 13569950"/>
              <a:gd name="connsiteY0" fmla="*/ 1554276 h 3467563"/>
              <a:gd name="connsiteX1" fmla="*/ 2486025 w 13569950"/>
              <a:gd name="connsiteY1" fmla="*/ 1525701 h 3467563"/>
              <a:gd name="connsiteX2" fmla="*/ 4362450 w 13569950"/>
              <a:gd name="connsiteY2" fmla="*/ 1701 h 3467563"/>
              <a:gd name="connsiteX3" fmla="*/ 5562600 w 13569950"/>
              <a:gd name="connsiteY3" fmla="*/ 1268526 h 3467563"/>
              <a:gd name="connsiteX4" fmla="*/ 6981825 w 13569950"/>
              <a:gd name="connsiteY4" fmla="*/ 3202101 h 3467563"/>
              <a:gd name="connsiteX5" fmla="*/ 9067800 w 13569950"/>
              <a:gd name="connsiteY5" fmla="*/ 3278301 h 3467563"/>
              <a:gd name="connsiteX6" fmla="*/ 11039475 w 13569950"/>
              <a:gd name="connsiteY6" fmla="*/ 1592376 h 3467563"/>
              <a:gd name="connsiteX7" fmla="*/ 13569950 w 13569950"/>
              <a:gd name="connsiteY7" fmla="*/ 1535226 h 3467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69950" h="3467563">
                <a:moveTo>
                  <a:pt x="0" y="1554276"/>
                </a:moveTo>
                <a:cubicBezTo>
                  <a:pt x="879475" y="1669370"/>
                  <a:pt x="1758950" y="1784464"/>
                  <a:pt x="2486025" y="1525701"/>
                </a:cubicBezTo>
                <a:cubicBezTo>
                  <a:pt x="3213100" y="1266938"/>
                  <a:pt x="3849688" y="44563"/>
                  <a:pt x="4362450" y="1701"/>
                </a:cubicBezTo>
                <a:cubicBezTo>
                  <a:pt x="4875212" y="-41161"/>
                  <a:pt x="5126038" y="735126"/>
                  <a:pt x="5562600" y="1268526"/>
                </a:cubicBezTo>
                <a:cubicBezTo>
                  <a:pt x="5999163" y="1801926"/>
                  <a:pt x="6397625" y="2867139"/>
                  <a:pt x="6981825" y="3202101"/>
                </a:cubicBezTo>
                <a:cubicBezTo>
                  <a:pt x="7566025" y="3537063"/>
                  <a:pt x="8391525" y="3546589"/>
                  <a:pt x="9067800" y="3278301"/>
                </a:cubicBezTo>
                <a:cubicBezTo>
                  <a:pt x="9744075" y="3010014"/>
                  <a:pt x="10289117" y="1882888"/>
                  <a:pt x="11039475" y="1592376"/>
                </a:cubicBezTo>
                <a:cubicBezTo>
                  <a:pt x="11789833" y="1301864"/>
                  <a:pt x="13042768" y="1547132"/>
                  <a:pt x="13569950" y="1535226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10AD8AF-8916-CC45-5254-1C1E53E7333B}"/>
              </a:ext>
            </a:extLst>
          </p:cNvPr>
          <p:cNvSpPr/>
          <p:nvPr/>
        </p:nvSpPr>
        <p:spPr bwMode="auto">
          <a:xfrm>
            <a:off x="-468896" y="1574925"/>
            <a:ext cx="13512505" cy="3152286"/>
          </a:xfrm>
          <a:custGeom>
            <a:avLst/>
            <a:gdLst>
              <a:gd name="connsiteX0" fmla="*/ 0 w 12280605"/>
              <a:gd name="connsiteY0" fmla="*/ 1652730 h 3151934"/>
              <a:gd name="connsiteX1" fmla="*/ 2424223 w 12280605"/>
              <a:gd name="connsiteY1" fmla="*/ 1652730 h 3151934"/>
              <a:gd name="connsiteX2" fmla="*/ 4401879 w 12280605"/>
              <a:gd name="connsiteY2" fmla="*/ 68479 h 3151934"/>
              <a:gd name="connsiteX3" fmla="*/ 6826103 w 12280605"/>
              <a:gd name="connsiteY3" fmla="*/ 3151921 h 3151934"/>
              <a:gd name="connsiteX4" fmla="*/ 8920716 w 12280605"/>
              <a:gd name="connsiteY4" fmla="*/ 25949 h 3151934"/>
              <a:gd name="connsiteX5" fmla="*/ 11047228 w 12280605"/>
              <a:gd name="connsiteY5" fmla="*/ 1663363 h 3151934"/>
              <a:gd name="connsiteX6" fmla="*/ 12280605 w 12280605"/>
              <a:gd name="connsiteY6" fmla="*/ 1705893 h 3151934"/>
              <a:gd name="connsiteX0" fmla="*/ 0 w 13512505"/>
              <a:gd name="connsiteY0" fmla="*/ 1652730 h 3151934"/>
              <a:gd name="connsiteX1" fmla="*/ 2424223 w 13512505"/>
              <a:gd name="connsiteY1" fmla="*/ 1652730 h 3151934"/>
              <a:gd name="connsiteX2" fmla="*/ 4401879 w 13512505"/>
              <a:gd name="connsiteY2" fmla="*/ 68479 h 3151934"/>
              <a:gd name="connsiteX3" fmla="*/ 6826103 w 13512505"/>
              <a:gd name="connsiteY3" fmla="*/ 3151921 h 3151934"/>
              <a:gd name="connsiteX4" fmla="*/ 8920716 w 13512505"/>
              <a:gd name="connsiteY4" fmla="*/ 25949 h 3151934"/>
              <a:gd name="connsiteX5" fmla="*/ 11047228 w 13512505"/>
              <a:gd name="connsiteY5" fmla="*/ 1663363 h 3151934"/>
              <a:gd name="connsiteX6" fmla="*/ 13512505 w 13512505"/>
              <a:gd name="connsiteY6" fmla="*/ 1718593 h 3151934"/>
              <a:gd name="connsiteX0" fmla="*/ 0 w 13512505"/>
              <a:gd name="connsiteY0" fmla="*/ 1653082 h 3152286"/>
              <a:gd name="connsiteX1" fmla="*/ 2424223 w 13512505"/>
              <a:gd name="connsiteY1" fmla="*/ 1653082 h 3152286"/>
              <a:gd name="connsiteX2" fmla="*/ 4401879 w 13512505"/>
              <a:gd name="connsiteY2" fmla="*/ 68831 h 3152286"/>
              <a:gd name="connsiteX3" fmla="*/ 6826103 w 13512505"/>
              <a:gd name="connsiteY3" fmla="*/ 3152273 h 3152286"/>
              <a:gd name="connsiteX4" fmla="*/ 8920716 w 13512505"/>
              <a:gd name="connsiteY4" fmla="*/ 26301 h 3152286"/>
              <a:gd name="connsiteX5" fmla="*/ 11047228 w 13512505"/>
              <a:gd name="connsiteY5" fmla="*/ 1663715 h 3152286"/>
              <a:gd name="connsiteX6" fmla="*/ 12264656 w 13512505"/>
              <a:gd name="connsiteY6" fmla="*/ 1853329 h 3152286"/>
              <a:gd name="connsiteX7" fmla="*/ 13512505 w 13512505"/>
              <a:gd name="connsiteY7" fmla="*/ 1718945 h 3152286"/>
              <a:gd name="connsiteX0" fmla="*/ 0 w 13512505"/>
              <a:gd name="connsiteY0" fmla="*/ 1653082 h 3152286"/>
              <a:gd name="connsiteX1" fmla="*/ 2424223 w 13512505"/>
              <a:gd name="connsiteY1" fmla="*/ 1653082 h 3152286"/>
              <a:gd name="connsiteX2" fmla="*/ 4401879 w 13512505"/>
              <a:gd name="connsiteY2" fmla="*/ 68831 h 3152286"/>
              <a:gd name="connsiteX3" fmla="*/ 6826103 w 13512505"/>
              <a:gd name="connsiteY3" fmla="*/ 3152273 h 3152286"/>
              <a:gd name="connsiteX4" fmla="*/ 8920716 w 13512505"/>
              <a:gd name="connsiteY4" fmla="*/ 26301 h 3152286"/>
              <a:gd name="connsiteX5" fmla="*/ 11047228 w 13512505"/>
              <a:gd name="connsiteY5" fmla="*/ 1663715 h 3152286"/>
              <a:gd name="connsiteX6" fmla="*/ 12290056 w 13512505"/>
              <a:gd name="connsiteY6" fmla="*/ 1739029 h 3152286"/>
              <a:gd name="connsiteX7" fmla="*/ 13512505 w 13512505"/>
              <a:gd name="connsiteY7" fmla="*/ 1718945 h 315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12505" h="3152286">
                <a:moveTo>
                  <a:pt x="0" y="1653082"/>
                </a:moveTo>
                <a:cubicBezTo>
                  <a:pt x="845288" y="1785103"/>
                  <a:pt x="1690577" y="1917124"/>
                  <a:pt x="2424223" y="1653082"/>
                </a:cubicBezTo>
                <a:cubicBezTo>
                  <a:pt x="3157870" y="1389040"/>
                  <a:pt x="3668232" y="-181034"/>
                  <a:pt x="4401879" y="68831"/>
                </a:cubicBezTo>
                <a:cubicBezTo>
                  <a:pt x="5135526" y="318696"/>
                  <a:pt x="6072964" y="3159361"/>
                  <a:pt x="6826103" y="3152273"/>
                </a:cubicBezTo>
                <a:cubicBezTo>
                  <a:pt x="7579242" y="3145185"/>
                  <a:pt x="8217195" y="274394"/>
                  <a:pt x="8920716" y="26301"/>
                </a:cubicBezTo>
                <a:cubicBezTo>
                  <a:pt x="9624237" y="-221792"/>
                  <a:pt x="10489905" y="1359210"/>
                  <a:pt x="11047228" y="1663715"/>
                </a:cubicBezTo>
                <a:cubicBezTo>
                  <a:pt x="11604551" y="1968220"/>
                  <a:pt x="11879177" y="1729824"/>
                  <a:pt x="12290056" y="1739029"/>
                </a:cubicBezTo>
                <a:cubicBezTo>
                  <a:pt x="12700935" y="1748234"/>
                  <a:pt x="13304530" y="1741342"/>
                  <a:pt x="13512505" y="1718945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1A74E73-02B0-CF83-D6B5-61C6246E05DA}"/>
              </a:ext>
            </a:extLst>
          </p:cNvPr>
          <p:cNvSpPr/>
          <p:nvPr/>
        </p:nvSpPr>
        <p:spPr bwMode="auto">
          <a:xfrm>
            <a:off x="-514616" y="1669520"/>
            <a:ext cx="13512505" cy="3152286"/>
          </a:xfrm>
          <a:custGeom>
            <a:avLst/>
            <a:gdLst>
              <a:gd name="connsiteX0" fmla="*/ 0 w 12280605"/>
              <a:gd name="connsiteY0" fmla="*/ 1652730 h 3151934"/>
              <a:gd name="connsiteX1" fmla="*/ 2424223 w 12280605"/>
              <a:gd name="connsiteY1" fmla="*/ 1652730 h 3151934"/>
              <a:gd name="connsiteX2" fmla="*/ 4401879 w 12280605"/>
              <a:gd name="connsiteY2" fmla="*/ 68479 h 3151934"/>
              <a:gd name="connsiteX3" fmla="*/ 6826103 w 12280605"/>
              <a:gd name="connsiteY3" fmla="*/ 3151921 h 3151934"/>
              <a:gd name="connsiteX4" fmla="*/ 8920716 w 12280605"/>
              <a:gd name="connsiteY4" fmla="*/ 25949 h 3151934"/>
              <a:gd name="connsiteX5" fmla="*/ 11047228 w 12280605"/>
              <a:gd name="connsiteY5" fmla="*/ 1663363 h 3151934"/>
              <a:gd name="connsiteX6" fmla="*/ 12280605 w 12280605"/>
              <a:gd name="connsiteY6" fmla="*/ 1705893 h 3151934"/>
              <a:gd name="connsiteX0" fmla="*/ 0 w 13512505"/>
              <a:gd name="connsiteY0" fmla="*/ 1652730 h 3151934"/>
              <a:gd name="connsiteX1" fmla="*/ 2424223 w 13512505"/>
              <a:gd name="connsiteY1" fmla="*/ 1652730 h 3151934"/>
              <a:gd name="connsiteX2" fmla="*/ 4401879 w 13512505"/>
              <a:gd name="connsiteY2" fmla="*/ 68479 h 3151934"/>
              <a:gd name="connsiteX3" fmla="*/ 6826103 w 13512505"/>
              <a:gd name="connsiteY3" fmla="*/ 3151921 h 3151934"/>
              <a:gd name="connsiteX4" fmla="*/ 8920716 w 13512505"/>
              <a:gd name="connsiteY4" fmla="*/ 25949 h 3151934"/>
              <a:gd name="connsiteX5" fmla="*/ 11047228 w 13512505"/>
              <a:gd name="connsiteY5" fmla="*/ 1663363 h 3151934"/>
              <a:gd name="connsiteX6" fmla="*/ 13512505 w 13512505"/>
              <a:gd name="connsiteY6" fmla="*/ 1718593 h 3151934"/>
              <a:gd name="connsiteX0" fmla="*/ 0 w 13512505"/>
              <a:gd name="connsiteY0" fmla="*/ 1653082 h 3152286"/>
              <a:gd name="connsiteX1" fmla="*/ 2424223 w 13512505"/>
              <a:gd name="connsiteY1" fmla="*/ 1653082 h 3152286"/>
              <a:gd name="connsiteX2" fmla="*/ 4401879 w 13512505"/>
              <a:gd name="connsiteY2" fmla="*/ 68831 h 3152286"/>
              <a:gd name="connsiteX3" fmla="*/ 6826103 w 13512505"/>
              <a:gd name="connsiteY3" fmla="*/ 3152273 h 3152286"/>
              <a:gd name="connsiteX4" fmla="*/ 8920716 w 13512505"/>
              <a:gd name="connsiteY4" fmla="*/ 26301 h 3152286"/>
              <a:gd name="connsiteX5" fmla="*/ 11047228 w 13512505"/>
              <a:gd name="connsiteY5" fmla="*/ 1663715 h 3152286"/>
              <a:gd name="connsiteX6" fmla="*/ 12264656 w 13512505"/>
              <a:gd name="connsiteY6" fmla="*/ 1853329 h 3152286"/>
              <a:gd name="connsiteX7" fmla="*/ 13512505 w 13512505"/>
              <a:gd name="connsiteY7" fmla="*/ 1718945 h 3152286"/>
              <a:gd name="connsiteX0" fmla="*/ 0 w 13512505"/>
              <a:gd name="connsiteY0" fmla="*/ 1653082 h 3152286"/>
              <a:gd name="connsiteX1" fmla="*/ 2424223 w 13512505"/>
              <a:gd name="connsiteY1" fmla="*/ 1653082 h 3152286"/>
              <a:gd name="connsiteX2" fmla="*/ 4401879 w 13512505"/>
              <a:gd name="connsiteY2" fmla="*/ 68831 h 3152286"/>
              <a:gd name="connsiteX3" fmla="*/ 6826103 w 13512505"/>
              <a:gd name="connsiteY3" fmla="*/ 3152273 h 3152286"/>
              <a:gd name="connsiteX4" fmla="*/ 8920716 w 13512505"/>
              <a:gd name="connsiteY4" fmla="*/ 26301 h 3152286"/>
              <a:gd name="connsiteX5" fmla="*/ 11047228 w 13512505"/>
              <a:gd name="connsiteY5" fmla="*/ 1663715 h 3152286"/>
              <a:gd name="connsiteX6" fmla="*/ 12290056 w 13512505"/>
              <a:gd name="connsiteY6" fmla="*/ 1739029 h 3152286"/>
              <a:gd name="connsiteX7" fmla="*/ 13512505 w 13512505"/>
              <a:gd name="connsiteY7" fmla="*/ 1718945 h 315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12505" h="3152286">
                <a:moveTo>
                  <a:pt x="0" y="1653082"/>
                </a:moveTo>
                <a:cubicBezTo>
                  <a:pt x="845288" y="1785103"/>
                  <a:pt x="1690577" y="1917124"/>
                  <a:pt x="2424223" y="1653082"/>
                </a:cubicBezTo>
                <a:cubicBezTo>
                  <a:pt x="3157870" y="1389040"/>
                  <a:pt x="3668232" y="-181034"/>
                  <a:pt x="4401879" y="68831"/>
                </a:cubicBezTo>
                <a:cubicBezTo>
                  <a:pt x="5135526" y="318696"/>
                  <a:pt x="6072964" y="3159361"/>
                  <a:pt x="6826103" y="3152273"/>
                </a:cubicBezTo>
                <a:cubicBezTo>
                  <a:pt x="7579242" y="3145185"/>
                  <a:pt x="8217195" y="274394"/>
                  <a:pt x="8920716" y="26301"/>
                </a:cubicBezTo>
                <a:cubicBezTo>
                  <a:pt x="9624237" y="-221792"/>
                  <a:pt x="10489905" y="1359210"/>
                  <a:pt x="11047228" y="1663715"/>
                </a:cubicBezTo>
                <a:cubicBezTo>
                  <a:pt x="11604551" y="1968220"/>
                  <a:pt x="11879177" y="1729824"/>
                  <a:pt x="12290056" y="1739029"/>
                </a:cubicBezTo>
                <a:cubicBezTo>
                  <a:pt x="12700935" y="1748234"/>
                  <a:pt x="13304530" y="1741342"/>
                  <a:pt x="13512505" y="1718945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B48B315F-3DD2-898B-B7D9-9604854122BD}"/>
              </a:ext>
            </a:extLst>
          </p:cNvPr>
          <p:cNvSpPr/>
          <p:nvPr/>
        </p:nvSpPr>
        <p:spPr bwMode="auto">
          <a:xfrm>
            <a:off x="-514616" y="1741254"/>
            <a:ext cx="13512505" cy="3152286"/>
          </a:xfrm>
          <a:custGeom>
            <a:avLst/>
            <a:gdLst>
              <a:gd name="connsiteX0" fmla="*/ 0 w 12280605"/>
              <a:gd name="connsiteY0" fmla="*/ 1652730 h 3151934"/>
              <a:gd name="connsiteX1" fmla="*/ 2424223 w 12280605"/>
              <a:gd name="connsiteY1" fmla="*/ 1652730 h 3151934"/>
              <a:gd name="connsiteX2" fmla="*/ 4401879 w 12280605"/>
              <a:gd name="connsiteY2" fmla="*/ 68479 h 3151934"/>
              <a:gd name="connsiteX3" fmla="*/ 6826103 w 12280605"/>
              <a:gd name="connsiteY3" fmla="*/ 3151921 h 3151934"/>
              <a:gd name="connsiteX4" fmla="*/ 8920716 w 12280605"/>
              <a:gd name="connsiteY4" fmla="*/ 25949 h 3151934"/>
              <a:gd name="connsiteX5" fmla="*/ 11047228 w 12280605"/>
              <a:gd name="connsiteY5" fmla="*/ 1663363 h 3151934"/>
              <a:gd name="connsiteX6" fmla="*/ 12280605 w 12280605"/>
              <a:gd name="connsiteY6" fmla="*/ 1705893 h 3151934"/>
              <a:gd name="connsiteX0" fmla="*/ 0 w 13512505"/>
              <a:gd name="connsiteY0" fmla="*/ 1652730 h 3151934"/>
              <a:gd name="connsiteX1" fmla="*/ 2424223 w 13512505"/>
              <a:gd name="connsiteY1" fmla="*/ 1652730 h 3151934"/>
              <a:gd name="connsiteX2" fmla="*/ 4401879 w 13512505"/>
              <a:gd name="connsiteY2" fmla="*/ 68479 h 3151934"/>
              <a:gd name="connsiteX3" fmla="*/ 6826103 w 13512505"/>
              <a:gd name="connsiteY3" fmla="*/ 3151921 h 3151934"/>
              <a:gd name="connsiteX4" fmla="*/ 8920716 w 13512505"/>
              <a:gd name="connsiteY4" fmla="*/ 25949 h 3151934"/>
              <a:gd name="connsiteX5" fmla="*/ 11047228 w 13512505"/>
              <a:gd name="connsiteY5" fmla="*/ 1663363 h 3151934"/>
              <a:gd name="connsiteX6" fmla="*/ 13512505 w 13512505"/>
              <a:gd name="connsiteY6" fmla="*/ 1718593 h 3151934"/>
              <a:gd name="connsiteX0" fmla="*/ 0 w 13512505"/>
              <a:gd name="connsiteY0" fmla="*/ 1653082 h 3152286"/>
              <a:gd name="connsiteX1" fmla="*/ 2424223 w 13512505"/>
              <a:gd name="connsiteY1" fmla="*/ 1653082 h 3152286"/>
              <a:gd name="connsiteX2" fmla="*/ 4401879 w 13512505"/>
              <a:gd name="connsiteY2" fmla="*/ 68831 h 3152286"/>
              <a:gd name="connsiteX3" fmla="*/ 6826103 w 13512505"/>
              <a:gd name="connsiteY3" fmla="*/ 3152273 h 3152286"/>
              <a:gd name="connsiteX4" fmla="*/ 8920716 w 13512505"/>
              <a:gd name="connsiteY4" fmla="*/ 26301 h 3152286"/>
              <a:gd name="connsiteX5" fmla="*/ 11047228 w 13512505"/>
              <a:gd name="connsiteY5" fmla="*/ 1663715 h 3152286"/>
              <a:gd name="connsiteX6" fmla="*/ 12264656 w 13512505"/>
              <a:gd name="connsiteY6" fmla="*/ 1853329 h 3152286"/>
              <a:gd name="connsiteX7" fmla="*/ 13512505 w 13512505"/>
              <a:gd name="connsiteY7" fmla="*/ 1718945 h 3152286"/>
              <a:gd name="connsiteX0" fmla="*/ 0 w 13512505"/>
              <a:gd name="connsiteY0" fmla="*/ 1653082 h 3152286"/>
              <a:gd name="connsiteX1" fmla="*/ 2424223 w 13512505"/>
              <a:gd name="connsiteY1" fmla="*/ 1653082 h 3152286"/>
              <a:gd name="connsiteX2" fmla="*/ 4401879 w 13512505"/>
              <a:gd name="connsiteY2" fmla="*/ 68831 h 3152286"/>
              <a:gd name="connsiteX3" fmla="*/ 6826103 w 13512505"/>
              <a:gd name="connsiteY3" fmla="*/ 3152273 h 3152286"/>
              <a:gd name="connsiteX4" fmla="*/ 8920716 w 13512505"/>
              <a:gd name="connsiteY4" fmla="*/ 26301 h 3152286"/>
              <a:gd name="connsiteX5" fmla="*/ 11047228 w 13512505"/>
              <a:gd name="connsiteY5" fmla="*/ 1663715 h 3152286"/>
              <a:gd name="connsiteX6" fmla="*/ 12290056 w 13512505"/>
              <a:gd name="connsiteY6" fmla="*/ 1739029 h 3152286"/>
              <a:gd name="connsiteX7" fmla="*/ 13512505 w 13512505"/>
              <a:gd name="connsiteY7" fmla="*/ 1718945 h 315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12505" h="3152286">
                <a:moveTo>
                  <a:pt x="0" y="1653082"/>
                </a:moveTo>
                <a:cubicBezTo>
                  <a:pt x="845288" y="1785103"/>
                  <a:pt x="1690577" y="1917124"/>
                  <a:pt x="2424223" y="1653082"/>
                </a:cubicBezTo>
                <a:cubicBezTo>
                  <a:pt x="3157870" y="1389040"/>
                  <a:pt x="3668232" y="-181034"/>
                  <a:pt x="4401879" y="68831"/>
                </a:cubicBezTo>
                <a:cubicBezTo>
                  <a:pt x="5135526" y="318696"/>
                  <a:pt x="6072964" y="3159361"/>
                  <a:pt x="6826103" y="3152273"/>
                </a:cubicBezTo>
                <a:cubicBezTo>
                  <a:pt x="7579242" y="3145185"/>
                  <a:pt x="8217195" y="274394"/>
                  <a:pt x="8920716" y="26301"/>
                </a:cubicBezTo>
                <a:cubicBezTo>
                  <a:pt x="9624237" y="-221792"/>
                  <a:pt x="10489905" y="1359210"/>
                  <a:pt x="11047228" y="1663715"/>
                </a:cubicBezTo>
                <a:cubicBezTo>
                  <a:pt x="11604551" y="1968220"/>
                  <a:pt x="11879177" y="1729824"/>
                  <a:pt x="12290056" y="1739029"/>
                </a:cubicBezTo>
                <a:cubicBezTo>
                  <a:pt x="12700935" y="1748234"/>
                  <a:pt x="13304530" y="1741342"/>
                  <a:pt x="13512505" y="1718945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5BEA31A-19BC-94F0-019A-9271D7D3651C}"/>
              </a:ext>
            </a:extLst>
          </p:cNvPr>
          <p:cNvSpPr/>
          <p:nvPr/>
        </p:nvSpPr>
        <p:spPr bwMode="auto">
          <a:xfrm>
            <a:off x="-514616" y="1812989"/>
            <a:ext cx="13512505" cy="3152286"/>
          </a:xfrm>
          <a:custGeom>
            <a:avLst/>
            <a:gdLst>
              <a:gd name="connsiteX0" fmla="*/ 0 w 12280605"/>
              <a:gd name="connsiteY0" fmla="*/ 1652730 h 3151934"/>
              <a:gd name="connsiteX1" fmla="*/ 2424223 w 12280605"/>
              <a:gd name="connsiteY1" fmla="*/ 1652730 h 3151934"/>
              <a:gd name="connsiteX2" fmla="*/ 4401879 w 12280605"/>
              <a:gd name="connsiteY2" fmla="*/ 68479 h 3151934"/>
              <a:gd name="connsiteX3" fmla="*/ 6826103 w 12280605"/>
              <a:gd name="connsiteY3" fmla="*/ 3151921 h 3151934"/>
              <a:gd name="connsiteX4" fmla="*/ 8920716 w 12280605"/>
              <a:gd name="connsiteY4" fmla="*/ 25949 h 3151934"/>
              <a:gd name="connsiteX5" fmla="*/ 11047228 w 12280605"/>
              <a:gd name="connsiteY5" fmla="*/ 1663363 h 3151934"/>
              <a:gd name="connsiteX6" fmla="*/ 12280605 w 12280605"/>
              <a:gd name="connsiteY6" fmla="*/ 1705893 h 3151934"/>
              <a:gd name="connsiteX0" fmla="*/ 0 w 13512505"/>
              <a:gd name="connsiteY0" fmla="*/ 1652730 h 3151934"/>
              <a:gd name="connsiteX1" fmla="*/ 2424223 w 13512505"/>
              <a:gd name="connsiteY1" fmla="*/ 1652730 h 3151934"/>
              <a:gd name="connsiteX2" fmla="*/ 4401879 w 13512505"/>
              <a:gd name="connsiteY2" fmla="*/ 68479 h 3151934"/>
              <a:gd name="connsiteX3" fmla="*/ 6826103 w 13512505"/>
              <a:gd name="connsiteY3" fmla="*/ 3151921 h 3151934"/>
              <a:gd name="connsiteX4" fmla="*/ 8920716 w 13512505"/>
              <a:gd name="connsiteY4" fmla="*/ 25949 h 3151934"/>
              <a:gd name="connsiteX5" fmla="*/ 11047228 w 13512505"/>
              <a:gd name="connsiteY5" fmla="*/ 1663363 h 3151934"/>
              <a:gd name="connsiteX6" fmla="*/ 13512505 w 13512505"/>
              <a:gd name="connsiteY6" fmla="*/ 1718593 h 3151934"/>
              <a:gd name="connsiteX0" fmla="*/ 0 w 13512505"/>
              <a:gd name="connsiteY0" fmla="*/ 1653082 h 3152286"/>
              <a:gd name="connsiteX1" fmla="*/ 2424223 w 13512505"/>
              <a:gd name="connsiteY1" fmla="*/ 1653082 h 3152286"/>
              <a:gd name="connsiteX2" fmla="*/ 4401879 w 13512505"/>
              <a:gd name="connsiteY2" fmla="*/ 68831 h 3152286"/>
              <a:gd name="connsiteX3" fmla="*/ 6826103 w 13512505"/>
              <a:gd name="connsiteY3" fmla="*/ 3152273 h 3152286"/>
              <a:gd name="connsiteX4" fmla="*/ 8920716 w 13512505"/>
              <a:gd name="connsiteY4" fmla="*/ 26301 h 3152286"/>
              <a:gd name="connsiteX5" fmla="*/ 11047228 w 13512505"/>
              <a:gd name="connsiteY5" fmla="*/ 1663715 h 3152286"/>
              <a:gd name="connsiteX6" fmla="*/ 12264656 w 13512505"/>
              <a:gd name="connsiteY6" fmla="*/ 1853329 h 3152286"/>
              <a:gd name="connsiteX7" fmla="*/ 13512505 w 13512505"/>
              <a:gd name="connsiteY7" fmla="*/ 1718945 h 3152286"/>
              <a:gd name="connsiteX0" fmla="*/ 0 w 13512505"/>
              <a:gd name="connsiteY0" fmla="*/ 1653082 h 3152286"/>
              <a:gd name="connsiteX1" fmla="*/ 2424223 w 13512505"/>
              <a:gd name="connsiteY1" fmla="*/ 1653082 h 3152286"/>
              <a:gd name="connsiteX2" fmla="*/ 4401879 w 13512505"/>
              <a:gd name="connsiteY2" fmla="*/ 68831 h 3152286"/>
              <a:gd name="connsiteX3" fmla="*/ 6826103 w 13512505"/>
              <a:gd name="connsiteY3" fmla="*/ 3152273 h 3152286"/>
              <a:gd name="connsiteX4" fmla="*/ 8920716 w 13512505"/>
              <a:gd name="connsiteY4" fmla="*/ 26301 h 3152286"/>
              <a:gd name="connsiteX5" fmla="*/ 11047228 w 13512505"/>
              <a:gd name="connsiteY5" fmla="*/ 1663715 h 3152286"/>
              <a:gd name="connsiteX6" fmla="*/ 12290056 w 13512505"/>
              <a:gd name="connsiteY6" fmla="*/ 1739029 h 3152286"/>
              <a:gd name="connsiteX7" fmla="*/ 13512505 w 13512505"/>
              <a:gd name="connsiteY7" fmla="*/ 1718945 h 315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12505" h="3152286">
                <a:moveTo>
                  <a:pt x="0" y="1653082"/>
                </a:moveTo>
                <a:cubicBezTo>
                  <a:pt x="845288" y="1785103"/>
                  <a:pt x="1690577" y="1917124"/>
                  <a:pt x="2424223" y="1653082"/>
                </a:cubicBezTo>
                <a:cubicBezTo>
                  <a:pt x="3157870" y="1389040"/>
                  <a:pt x="3668232" y="-181034"/>
                  <a:pt x="4401879" y="68831"/>
                </a:cubicBezTo>
                <a:cubicBezTo>
                  <a:pt x="5135526" y="318696"/>
                  <a:pt x="6072964" y="3159361"/>
                  <a:pt x="6826103" y="3152273"/>
                </a:cubicBezTo>
                <a:cubicBezTo>
                  <a:pt x="7579242" y="3145185"/>
                  <a:pt x="8217195" y="274394"/>
                  <a:pt x="8920716" y="26301"/>
                </a:cubicBezTo>
                <a:cubicBezTo>
                  <a:pt x="9624237" y="-221792"/>
                  <a:pt x="10489905" y="1359210"/>
                  <a:pt x="11047228" y="1663715"/>
                </a:cubicBezTo>
                <a:cubicBezTo>
                  <a:pt x="11604551" y="1968220"/>
                  <a:pt x="11879177" y="1729824"/>
                  <a:pt x="12290056" y="1739029"/>
                </a:cubicBezTo>
                <a:cubicBezTo>
                  <a:pt x="12700935" y="1748234"/>
                  <a:pt x="13304530" y="1741342"/>
                  <a:pt x="13512505" y="1718945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562ED80-0DEA-F887-67A8-E3079524A35D}"/>
              </a:ext>
            </a:extLst>
          </p:cNvPr>
          <p:cNvSpPr/>
          <p:nvPr/>
        </p:nvSpPr>
        <p:spPr bwMode="auto">
          <a:xfrm>
            <a:off x="-514616" y="1884723"/>
            <a:ext cx="13512505" cy="3152286"/>
          </a:xfrm>
          <a:custGeom>
            <a:avLst/>
            <a:gdLst>
              <a:gd name="connsiteX0" fmla="*/ 0 w 12280605"/>
              <a:gd name="connsiteY0" fmla="*/ 1652730 h 3151934"/>
              <a:gd name="connsiteX1" fmla="*/ 2424223 w 12280605"/>
              <a:gd name="connsiteY1" fmla="*/ 1652730 h 3151934"/>
              <a:gd name="connsiteX2" fmla="*/ 4401879 w 12280605"/>
              <a:gd name="connsiteY2" fmla="*/ 68479 h 3151934"/>
              <a:gd name="connsiteX3" fmla="*/ 6826103 w 12280605"/>
              <a:gd name="connsiteY3" fmla="*/ 3151921 h 3151934"/>
              <a:gd name="connsiteX4" fmla="*/ 8920716 w 12280605"/>
              <a:gd name="connsiteY4" fmla="*/ 25949 h 3151934"/>
              <a:gd name="connsiteX5" fmla="*/ 11047228 w 12280605"/>
              <a:gd name="connsiteY5" fmla="*/ 1663363 h 3151934"/>
              <a:gd name="connsiteX6" fmla="*/ 12280605 w 12280605"/>
              <a:gd name="connsiteY6" fmla="*/ 1705893 h 3151934"/>
              <a:gd name="connsiteX0" fmla="*/ 0 w 13512505"/>
              <a:gd name="connsiteY0" fmla="*/ 1652730 h 3151934"/>
              <a:gd name="connsiteX1" fmla="*/ 2424223 w 13512505"/>
              <a:gd name="connsiteY1" fmla="*/ 1652730 h 3151934"/>
              <a:gd name="connsiteX2" fmla="*/ 4401879 w 13512505"/>
              <a:gd name="connsiteY2" fmla="*/ 68479 h 3151934"/>
              <a:gd name="connsiteX3" fmla="*/ 6826103 w 13512505"/>
              <a:gd name="connsiteY3" fmla="*/ 3151921 h 3151934"/>
              <a:gd name="connsiteX4" fmla="*/ 8920716 w 13512505"/>
              <a:gd name="connsiteY4" fmla="*/ 25949 h 3151934"/>
              <a:gd name="connsiteX5" fmla="*/ 11047228 w 13512505"/>
              <a:gd name="connsiteY5" fmla="*/ 1663363 h 3151934"/>
              <a:gd name="connsiteX6" fmla="*/ 13512505 w 13512505"/>
              <a:gd name="connsiteY6" fmla="*/ 1718593 h 3151934"/>
              <a:gd name="connsiteX0" fmla="*/ 0 w 13512505"/>
              <a:gd name="connsiteY0" fmla="*/ 1653082 h 3152286"/>
              <a:gd name="connsiteX1" fmla="*/ 2424223 w 13512505"/>
              <a:gd name="connsiteY1" fmla="*/ 1653082 h 3152286"/>
              <a:gd name="connsiteX2" fmla="*/ 4401879 w 13512505"/>
              <a:gd name="connsiteY2" fmla="*/ 68831 h 3152286"/>
              <a:gd name="connsiteX3" fmla="*/ 6826103 w 13512505"/>
              <a:gd name="connsiteY3" fmla="*/ 3152273 h 3152286"/>
              <a:gd name="connsiteX4" fmla="*/ 8920716 w 13512505"/>
              <a:gd name="connsiteY4" fmla="*/ 26301 h 3152286"/>
              <a:gd name="connsiteX5" fmla="*/ 11047228 w 13512505"/>
              <a:gd name="connsiteY5" fmla="*/ 1663715 h 3152286"/>
              <a:gd name="connsiteX6" fmla="*/ 12264656 w 13512505"/>
              <a:gd name="connsiteY6" fmla="*/ 1853329 h 3152286"/>
              <a:gd name="connsiteX7" fmla="*/ 13512505 w 13512505"/>
              <a:gd name="connsiteY7" fmla="*/ 1718945 h 3152286"/>
              <a:gd name="connsiteX0" fmla="*/ 0 w 13512505"/>
              <a:gd name="connsiteY0" fmla="*/ 1653082 h 3152286"/>
              <a:gd name="connsiteX1" fmla="*/ 2424223 w 13512505"/>
              <a:gd name="connsiteY1" fmla="*/ 1653082 h 3152286"/>
              <a:gd name="connsiteX2" fmla="*/ 4401879 w 13512505"/>
              <a:gd name="connsiteY2" fmla="*/ 68831 h 3152286"/>
              <a:gd name="connsiteX3" fmla="*/ 6826103 w 13512505"/>
              <a:gd name="connsiteY3" fmla="*/ 3152273 h 3152286"/>
              <a:gd name="connsiteX4" fmla="*/ 8920716 w 13512505"/>
              <a:gd name="connsiteY4" fmla="*/ 26301 h 3152286"/>
              <a:gd name="connsiteX5" fmla="*/ 11047228 w 13512505"/>
              <a:gd name="connsiteY5" fmla="*/ 1663715 h 3152286"/>
              <a:gd name="connsiteX6" fmla="*/ 12290056 w 13512505"/>
              <a:gd name="connsiteY6" fmla="*/ 1739029 h 3152286"/>
              <a:gd name="connsiteX7" fmla="*/ 13512505 w 13512505"/>
              <a:gd name="connsiteY7" fmla="*/ 1718945 h 315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12505" h="3152286">
                <a:moveTo>
                  <a:pt x="0" y="1653082"/>
                </a:moveTo>
                <a:cubicBezTo>
                  <a:pt x="845288" y="1785103"/>
                  <a:pt x="1690577" y="1917124"/>
                  <a:pt x="2424223" y="1653082"/>
                </a:cubicBezTo>
                <a:cubicBezTo>
                  <a:pt x="3157870" y="1389040"/>
                  <a:pt x="3668232" y="-181034"/>
                  <a:pt x="4401879" y="68831"/>
                </a:cubicBezTo>
                <a:cubicBezTo>
                  <a:pt x="5135526" y="318696"/>
                  <a:pt x="6072964" y="3159361"/>
                  <a:pt x="6826103" y="3152273"/>
                </a:cubicBezTo>
                <a:cubicBezTo>
                  <a:pt x="7579242" y="3145185"/>
                  <a:pt x="8217195" y="274394"/>
                  <a:pt x="8920716" y="26301"/>
                </a:cubicBezTo>
                <a:cubicBezTo>
                  <a:pt x="9624237" y="-221792"/>
                  <a:pt x="10489905" y="1359210"/>
                  <a:pt x="11047228" y="1663715"/>
                </a:cubicBezTo>
                <a:cubicBezTo>
                  <a:pt x="11604551" y="1968220"/>
                  <a:pt x="11879177" y="1729824"/>
                  <a:pt x="12290056" y="1739029"/>
                </a:cubicBezTo>
                <a:cubicBezTo>
                  <a:pt x="12700935" y="1748234"/>
                  <a:pt x="13304530" y="1741342"/>
                  <a:pt x="13512505" y="1718945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183904F-D543-6B06-704D-978255869AC3}"/>
              </a:ext>
            </a:extLst>
          </p:cNvPr>
          <p:cNvSpPr/>
          <p:nvPr/>
        </p:nvSpPr>
        <p:spPr bwMode="auto">
          <a:xfrm>
            <a:off x="-468896" y="1857398"/>
            <a:ext cx="13512505" cy="3152286"/>
          </a:xfrm>
          <a:custGeom>
            <a:avLst/>
            <a:gdLst>
              <a:gd name="connsiteX0" fmla="*/ 0 w 12280605"/>
              <a:gd name="connsiteY0" fmla="*/ 1652730 h 3151934"/>
              <a:gd name="connsiteX1" fmla="*/ 2424223 w 12280605"/>
              <a:gd name="connsiteY1" fmla="*/ 1652730 h 3151934"/>
              <a:gd name="connsiteX2" fmla="*/ 4401879 w 12280605"/>
              <a:gd name="connsiteY2" fmla="*/ 68479 h 3151934"/>
              <a:gd name="connsiteX3" fmla="*/ 6826103 w 12280605"/>
              <a:gd name="connsiteY3" fmla="*/ 3151921 h 3151934"/>
              <a:gd name="connsiteX4" fmla="*/ 8920716 w 12280605"/>
              <a:gd name="connsiteY4" fmla="*/ 25949 h 3151934"/>
              <a:gd name="connsiteX5" fmla="*/ 11047228 w 12280605"/>
              <a:gd name="connsiteY5" fmla="*/ 1663363 h 3151934"/>
              <a:gd name="connsiteX6" fmla="*/ 12280605 w 12280605"/>
              <a:gd name="connsiteY6" fmla="*/ 1705893 h 3151934"/>
              <a:gd name="connsiteX0" fmla="*/ 0 w 13512505"/>
              <a:gd name="connsiteY0" fmla="*/ 1652730 h 3151934"/>
              <a:gd name="connsiteX1" fmla="*/ 2424223 w 13512505"/>
              <a:gd name="connsiteY1" fmla="*/ 1652730 h 3151934"/>
              <a:gd name="connsiteX2" fmla="*/ 4401879 w 13512505"/>
              <a:gd name="connsiteY2" fmla="*/ 68479 h 3151934"/>
              <a:gd name="connsiteX3" fmla="*/ 6826103 w 13512505"/>
              <a:gd name="connsiteY3" fmla="*/ 3151921 h 3151934"/>
              <a:gd name="connsiteX4" fmla="*/ 8920716 w 13512505"/>
              <a:gd name="connsiteY4" fmla="*/ 25949 h 3151934"/>
              <a:gd name="connsiteX5" fmla="*/ 11047228 w 13512505"/>
              <a:gd name="connsiteY5" fmla="*/ 1663363 h 3151934"/>
              <a:gd name="connsiteX6" fmla="*/ 13512505 w 13512505"/>
              <a:gd name="connsiteY6" fmla="*/ 1718593 h 3151934"/>
              <a:gd name="connsiteX0" fmla="*/ 0 w 13512505"/>
              <a:gd name="connsiteY0" fmla="*/ 1653082 h 3152286"/>
              <a:gd name="connsiteX1" fmla="*/ 2424223 w 13512505"/>
              <a:gd name="connsiteY1" fmla="*/ 1653082 h 3152286"/>
              <a:gd name="connsiteX2" fmla="*/ 4401879 w 13512505"/>
              <a:gd name="connsiteY2" fmla="*/ 68831 h 3152286"/>
              <a:gd name="connsiteX3" fmla="*/ 6826103 w 13512505"/>
              <a:gd name="connsiteY3" fmla="*/ 3152273 h 3152286"/>
              <a:gd name="connsiteX4" fmla="*/ 8920716 w 13512505"/>
              <a:gd name="connsiteY4" fmla="*/ 26301 h 3152286"/>
              <a:gd name="connsiteX5" fmla="*/ 11047228 w 13512505"/>
              <a:gd name="connsiteY5" fmla="*/ 1663715 h 3152286"/>
              <a:gd name="connsiteX6" fmla="*/ 12264656 w 13512505"/>
              <a:gd name="connsiteY6" fmla="*/ 1853329 h 3152286"/>
              <a:gd name="connsiteX7" fmla="*/ 13512505 w 13512505"/>
              <a:gd name="connsiteY7" fmla="*/ 1718945 h 3152286"/>
              <a:gd name="connsiteX0" fmla="*/ 0 w 13512505"/>
              <a:gd name="connsiteY0" fmla="*/ 1653082 h 3152286"/>
              <a:gd name="connsiteX1" fmla="*/ 2424223 w 13512505"/>
              <a:gd name="connsiteY1" fmla="*/ 1653082 h 3152286"/>
              <a:gd name="connsiteX2" fmla="*/ 4401879 w 13512505"/>
              <a:gd name="connsiteY2" fmla="*/ 68831 h 3152286"/>
              <a:gd name="connsiteX3" fmla="*/ 6826103 w 13512505"/>
              <a:gd name="connsiteY3" fmla="*/ 3152273 h 3152286"/>
              <a:gd name="connsiteX4" fmla="*/ 8920716 w 13512505"/>
              <a:gd name="connsiteY4" fmla="*/ 26301 h 3152286"/>
              <a:gd name="connsiteX5" fmla="*/ 11047228 w 13512505"/>
              <a:gd name="connsiteY5" fmla="*/ 1663715 h 3152286"/>
              <a:gd name="connsiteX6" fmla="*/ 12290056 w 13512505"/>
              <a:gd name="connsiteY6" fmla="*/ 1739029 h 3152286"/>
              <a:gd name="connsiteX7" fmla="*/ 13512505 w 13512505"/>
              <a:gd name="connsiteY7" fmla="*/ 1718945 h 315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12505" h="3152286">
                <a:moveTo>
                  <a:pt x="0" y="1653082"/>
                </a:moveTo>
                <a:cubicBezTo>
                  <a:pt x="845288" y="1785103"/>
                  <a:pt x="1690577" y="1917124"/>
                  <a:pt x="2424223" y="1653082"/>
                </a:cubicBezTo>
                <a:cubicBezTo>
                  <a:pt x="3157870" y="1389040"/>
                  <a:pt x="3668232" y="-181034"/>
                  <a:pt x="4401879" y="68831"/>
                </a:cubicBezTo>
                <a:cubicBezTo>
                  <a:pt x="5135526" y="318696"/>
                  <a:pt x="6072964" y="3159361"/>
                  <a:pt x="6826103" y="3152273"/>
                </a:cubicBezTo>
                <a:cubicBezTo>
                  <a:pt x="7579242" y="3145185"/>
                  <a:pt x="8217195" y="274394"/>
                  <a:pt x="8920716" y="26301"/>
                </a:cubicBezTo>
                <a:cubicBezTo>
                  <a:pt x="9624237" y="-221792"/>
                  <a:pt x="10489905" y="1359210"/>
                  <a:pt x="11047228" y="1663715"/>
                </a:cubicBezTo>
                <a:cubicBezTo>
                  <a:pt x="11604551" y="1968220"/>
                  <a:pt x="11879177" y="1729824"/>
                  <a:pt x="12290056" y="1739029"/>
                </a:cubicBezTo>
                <a:cubicBezTo>
                  <a:pt x="12700935" y="1748234"/>
                  <a:pt x="13304530" y="1741342"/>
                  <a:pt x="13512505" y="1718945"/>
                </a:cubicBezTo>
              </a:path>
            </a:pathLst>
          </a:cu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10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84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6" grpId="0" animBg="1"/>
      <p:bldP spid="14" grpId="0" animBg="1"/>
      <p:bldP spid="1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38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209693-CAB2-A824-5EAE-D134AD84A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468" y="2543173"/>
            <a:ext cx="3657600" cy="3657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A30AC4-29AA-3A75-9C41-8AC94D173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933" y="2543173"/>
            <a:ext cx="3657600" cy="3657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92D287-90D6-B7F2-3564-EA3D1262D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3575503"/>
            <a:ext cx="1248228" cy="12482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437BB89-7FDB-4C28-609A-989ADBC933BF}"/>
              </a:ext>
            </a:extLst>
          </p:cNvPr>
          <p:cNvSpPr txBox="1"/>
          <p:nvPr/>
        </p:nvSpPr>
        <p:spPr>
          <a:xfrm>
            <a:off x="1233715" y="435428"/>
            <a:ext cx="46445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8690FA"/>
                </a:solidFill>
              </a:rPr>
              <a:t>Not enough water:</a:t>
            </a:r>
          </a:p>
          <a:p>
            <a:pPr algn="ctr"/>
            <a:r>
              <a:rPr lang="fr-FR" sz="3600"/>
              <a:t>not the best performance</a:t>
            </a:r>
            <a:endParaRPr lang="en-US" sz="3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968528-5B58-62F6-AE01-EF8F44D49548}"/>
              </a:ext>
            </a:extLst>
          </p:cNvPr>
          <p:cNvSpPr txBox="1"/>
          <p:nvPr/>
        </p:nvSpPr>
        <p:spPr>
          <a:xfrm>
            <a:off x="6438447" y="435428"/>
            <a:ext cx="46445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8690FA"/>
                </a:solidFill>
              </a:rPr>
              <a:t>Too much water:</a:t>
            </a:r>
          </a:p>
          <a:p>
            <a:pPr algn="ctr"/>
            <a:r>
              <a:rPr lang="fr-FR" sz="3600"/>
              <a:t>not enough capacity to support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03078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37BB89-7FDB-4C28-609A-989ADBC933BF}"/>
              </a:ext>
            </a:extLst>
          </p:cNvPr>
          <p:cNvSpPr txBox="1"/>
          <p:nvPr/>
        </p:nvSpPr>
        <p:spPr>
          <a:xfrm>
            <a:off x="1901371" y="1305342"/>
            <a:ext cx="83892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/>
              <a:t>You want to find the maximum amount of flow you can send without exceeding the capacity of any pipe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402165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3094245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3094245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6DC9E9-9BFB-A161-D9A5-19CC2496075F}"/>
              </a:ext>
            </a:extLst>
          </p:cNvPr>
          <p:cNvSpPr txBox="1"/>
          <p:nvPr/>
        </p:nvSpPr>
        <p:spPr>
          <a:xfrm rot="831488">
            <a:off x="575312" y="3681218"/>
            <a:ext cx="1717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F97B57"/>
                </a:solidFill>
              </a:rPr>
              <a:t>source</a:t>
            </a:r>
            <a:endParaRPr lang="en-US" sz="3600" b="1" dirty="0">
              <a:solidFill>
                <a:srgbClr val="F97B57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293E3A-F000-606E-96C5-CDFB50377320}"/>
              </a:ext>
            </a:extLst>
          </p:cNvPr>
          <p:cNvSpPr txBox="1"/>
          <p:nvPr/>
        </p:nvSpPr>
        <p:spPr>
          <a:xfrm rot="20794919">
            <a:off x="9792424" y="3675394"/>
            <a:ext cx="1717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8690FA"/>
                </a:solidFill>
              </a:rPr>
              <a:t>sink</a:t>
            </a:r>
            <a:endParaRPr lang="en-US" sz="3600" b="1" dirty="0">
              <a:solidFill>
                <a:srgbClr val="8690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718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3094245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3094245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96771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1220777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96771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1220777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96771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1220777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6DC9E9-9BFB-A161-D9A5-19CC2496075F}"/>
              </a:ext>
            </a:extLst>
          </p:cNvPr>
          <p:cNvSpPr txBox="1"/>
          <p:nvPr/>
        </p:nvSpPr>
        <p:spPr>
          <a:xfrm rot="831488">
            <a:off x="575312" y="3681218"/>
            <a:ext cx="1717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F97B57"/>
                </a:solidFill>
              </a:rPr>
              <a:t>source</a:t>
            </a:r>
            <a:endParaRPr lang="en-US" sz="3600" b="1" dirty="0">
              <a:solidFill>
                <a:srgbClr val="F97B57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293E3A-F000-606E-96C5-CDFB50377320}"/>
              </a:ext>
            </a:extLst>
          </p:cNvPr>
          <p:cNvSpPr txBox="1"/>
          <p:nvPr/>
        </p:nvSpPr>
        <p:spPr>
          <a:xfrm rot="20794919">
            <a:off x="9792424" y="3675394"/>
            <a:ext cx="1717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8690FA"/>
                </a:solidFill>
              </a:rPr>
              <a:t>sink</a:t>
            </a:r>
            <a:endParaRPr lang="en-US" sz="3600" b="1" dirty="0">
              <a:solidFill>
                <a:srgbClr val="8690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697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523397"/>
            <a:ext cx="2048432" cy="3444317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6096000" y="1772291"/>
            <a:ext cx="1976977" cy="354186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3094245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3094245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96771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1220777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96771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1220777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96771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1220777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1989103" y="1772291"/>
            <a:ext cx="1673032" cy="1416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4213649" y="1543847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019775" y="3615087"/>
            <a:ext cx="1642360" cy="144725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5249888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>
            <a:off x="6419070" y="1543847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866915"/>
            <a:ext cx="0" cy="310079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499193" y="1802962"/>
            <a:ext cx="1703704" cy="138590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8499193" y="3645759"/>
            <a:ext cx="1703704" cy="138590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5249888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B6DC9E9-9BFB-A161-D9A5-19CC2496075F}"/>
              </a:ext>
            </a:extLst>
          </p:cNvPr>
          <p:cNvSpPr txBox="1"/>
          <p:nvPr/>
        </p:nvSpPr>
        <p:spPr>
          <a:xfrm rot="831488">
            <a:off x="575312" y="3681218"/>
            <a:ext cx="1717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F97B57"/>
                </a:solidFill>
              </a:rPr>
              <a:t>source</a:t>
            </a:r>
            <a:endParaRPr lang="en-US" sz="3600" b="1" dirty="0">
              <a:solidFill>
                <a:srgbClr val="F97B57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293E3A-F000-606E-96C5-CDFB50377320}"/>
              </a:ext>
            </a:extLst>
          </p:cNvPr>
          <p:cNvSpPr txBox="1"/>
          <p:nvPr/>
        </p:nvSpPr>
        <p:spPr>
          <a:xfrm rot="20794919">
            <a:off x="9792424" y="3675394"/>
            <a:ext cx="1717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8690FA"/>
                </a:solidFill>
              </a:rPr>
              <a:t>sink</a:t>
            </a:r>
            <a:endParaRPr lang="en-US" sz="3600" b="1" dirty="0">
              <a:solidFill>
                <a:srgbClr val="8690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979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523397"/>
            <a:ext cx="2048432" cy="3444317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6096000" y="1772291"/>
            <a:ext cx="1976977" cy="354186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3094245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3094245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96771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1220777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96771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1220777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96771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1220777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1989103" y="1772291"/>
            <a:ext cx="1673032" cy="1416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4213649" y="1543847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019775" y="3615087"/>
            <a:ext cx="1642360" cy="144725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5249888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>
            <a:off x="6419070" y="1543847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866915"/>
            <a:ext cx="0" cy="310079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499193" y="1802962"/>
            <a:ext cx="1703704" cy="138590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8499193" y="3645759"/>
            <a:ext cx="1703704" cy="138590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5249888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5591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90544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826615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826615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998560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084488" y="324331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51125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96963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606080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4</a:t>
            </a:r>
            <a:endParaRPr lang="en-US" sz="2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606080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91781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6DC9E9-9BFB-A161-D9A5-19CC2496075F}"/>
              </a:ext>
            </a:extLst>
          </p:cNvPr>
          <p:cNvSpPr txBox="1"/>
          <p:nvPr/>
        </p:nvSpPr>
        <p:spPr>
          <a:xfrm rot="831488">
            <a:off x="575312" y="3681218"/>
            <a:ext cx="1717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F97B57"/>
                </a:solidFill>
              </a:rPr>
              <a:t>source</a:t>
            </a:r>
            <a:endParaRPr lang="en-US" sz="3600" b="1" dirty="0">
              <a:solidFill>
                <a:srgbClr val="F97B57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293E3A-F000-606E-96C5-CDFB50377320}"/>
              </a:ext>
            </a:extLst>
          </p:cNvPr>
          <p:cNvSpPr txBox="1"/>
          <p:nvPr/>
        </p:nvSpPr>
        <p:spPr>
          <a:xfrm rot="20794919">
            <a:off x="9792424" y="3675394"/>
            <a:ext cx="1717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8690FA"/>
                </a:solidFill>
              </a:rPr>
              <a:t>sink</a:t>
            </a:r>
            <a:endParaRPr lang="en-US" sz="3600" b="1" dirty="0">
              <a:solidFill>
                <a:srgbClr val="8690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392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754140"/>
            <a:ext cx="2048432" cy="3444317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6096000" y="1003034"/>
            <a:ext cx="1976977" cy="354186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324988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324988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198457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451520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198457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451520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198457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451520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1989103" y="1003034"/>
            <a:ext cx="1673032" cy="1416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4213649" y="774590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019775" y="2845830"/>
            <a:ext cx="1642360" cy="144725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480631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>
            <a:off x="6419070" y="774590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097658"/>
            <a:ext cx="0" cy="310079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499193" y="1033705"/>
            <a:ext cx="1703704" cy="138590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8499193" y="2876502"/>
            <a:ext cx="1703704" cy="138590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480631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1789910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13618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05735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05735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22930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084488" y="24740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1741995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20037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83682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4</a:t>
            </a:r>
            <a:endParaRPr lang="en-US" sz="2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83682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148555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6DC9E9-9BFB-A161-D9A5-19CC2496075F}"/>
              </a:ext>
            </a:extLst>
          </p:cNvPr>
          <p:cNvSpPr txBox="1"/>
          <p:nvPr/>
        </p:nvSpPr>
        <p:spPr>
          <a:xfrm rot="831488">
            <a:off x="575312" y="2911961"/>
            <a:ext cx="1717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F97B57"/>
                </a:solidFill>
              </a:rPr>
              <a:t>source</a:t>
            </a:r>
            <a:endParaRPr lang="en-US" sz="3600" b="1" dirty="0">
              <a:solidFill>
                <a:srgbClr val="F97B57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293E3A-F000-606E-96C5-CDFB50377320}"/>
              </a:ext>
            </a:extLst>
          </p:cNvPr>
          <p:cNvSpPr txBox="1"/>
          <p:nvPr/>
        </p:nvSpPr>
        <p:spPr>
          <a:xfrm rot="20794919">
            <a:off x="9792424" y="2906137"/>
            <a:ext cx="1717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8690FA"/>
                </a:solidFill>
              </a:rPr>
              <a:t>sink</a:t>
            </a:r>
            <a:endParaRPr lang="en-US" sz="3600" b="1" dirty="0">
              <a:solidFill>
                <a:srgbClr val="8690F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4EE41-3C8E-4AFF-2F1C-F882882D617F}"/>
              </a:ext>
            </a:extLst>
          </p:cNvPr>
          <p:cNvSpPr txBox="1"/>
          <p:nvPr/>
        </p:nvSpPr>
        <p:spPr>
          <a:xfrm>
            <a:off x="856535" y="5036078"/>
            <a:ext cx="104789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/>
              <a:t>From this graph, we want to find the maximum feasible flow. A </a:t>
            </a:r>
            <a:r>
              <a:rPr lang="fr-FR" sz="3200" b="1">
                <a:solidFill>
                  <a:srgbClr val="FFFF00"/>
                </a:solidFill>
              </a:rPr>
              <a:t>flow</a:t>
            </a:r>
            <a:r>
              <a:rPr lang="fr-FR" sz="3200"/>
              <a:t> is a mapping from edges to real numbers, we assign a flow value to each edge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18447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4EE41-3C8E-4AFF-2F1C-F882882D617F}"/>
              </a:ext>
            </a:extLst>
          </p:cNvPr>
          <p:cNvSpPr txBox="1"/>
          <p:nvPr/>
        </p:nvSpPr>
        <p:spPr>
          <a:xfrm>
            <a:off x="304992" y="231849"/>
            <a:ext cx="104789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/>
              <a:t>From this graph, we want to find the maximum feasible flow. A </a:t>
            </a:r>
            <a:r>
              <a:rPr lang="fr-FR" sz="3200" b="1">
                <a:solidFill>
                  <a:srgbClr val="FFFF00"/>
                </a:solidFill>
              </a:rPr>
              <a:t>flow</a:t>
            </a:r>
            <a:r>
              <a:rPr lang="fr-FR" sz="3200"/>
              <a:t> is a mapping from edges to real numbers, we assign a flow value to each edge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B17842-5E23-B0D5-907A-5022550AC39B}"/>
              </a:ext>
            </a:extLst>
          </p:cNvPr>
          <p:cNvSpPr txBox="1"/>
          <p:nvPr/>
        </p:nvSpPr>
        <p:spPr>
          <a:xfrm>
            <a:off x="304992" y="2002592"/>
            <a:ext cx="104789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/>
              <a:t>A flow is </a:t>
            </a:r>
            <a:r>
              <a:rPr lang="fr-FR" sz="3200" b="1">
                <a:solidFill>
                  <a:srgbClr val="FFFF00"/>
                </a:solidFill>
              </a:rPr>
              <a:t>feasible</a:t>
            </a:r>
            <a:r>
              <a:rPr lang="fr-FR" sz="3200"/>
              <a:t> if: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/>
              <a:t>For each edge, the assigned flow doesn't exceed its maximum capacity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/>
              <a:t>For each edge, the amount of flow entering it is equal to the amount of flow leaving it</a:t>
            </a:r>
            <a:endParaRPr lang="en-US" sz="3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A6DB2CA-23DA-51F6-1946-40CA83D196E3}"/>
              </a:ext>
            </a:extLst>
          </p:cNvPr>
          <p:cNvGrpSpPr/>
          <p:nvPr/>
        </p:nvGrpSpPr>
        <p:grpSpPr>
          <a:xfrm>
            <a:off x="8110847" y="4706934"/>
            <a:ext cx="3221751" cy="1701162"/>
            <a:chOff x="8110847" y="4706934"/>
            <a:chExt cx="3221751" cy="1701162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0FB79D1-F2EB-48C8-9DA3-DBE0E65A29E9}"/>
                </a:ext>
              </a:extLst>
            </p:cNvPr>
            <p:cNvCxnSpPr>
              <a:cxnSpLocks/>
            </p:cNvCxnSpPr>
            <p:nvPr/>
          </p:nvCxnSpPr>
          <p:spPr>
            <a:xfrm>
              <a:off x="9910618" y="5587983"/>
              <a:ext cx="1248258" cy="7779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FAE2891-A623-FF59-4692-75D2F4C312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10618" y="4783305"/>
              <a:ext cx="1248258" cy="7779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EB95CF-ECD6-4788-F117-FF476C066BDC}"/>
                </a:ext>
              </a:extLst>
            </p:cNvPr>
            <p:cNvSpPr/>
            <p:nvPr/>
          </p:nvSpPr>
          <p:spPr bwMode="auto">
            <a:xfrm>
              <a:off x="9587549" y="5238208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2400">
                  <a:latin typeface="+mj-lt"/>
                </a:rPr>
                <a:t>C</a:t>
              </a:r>
              <a:endParaRPr lang="en-US" sz="2400">
                <a:latin typeface="+mj-lt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F503310-A774-DD74-3A69-3A8E7A16564B}"/>
                </a:ext>
              </a:extLst>
            </p:cNvPr>
            <p:cNvCxnSpPr>
              <a:endCxn id="14" idx="1"/>
            </p:cNvCxnSpPr>
            <p:nvPr/>
          </p:nvCxnSpPr>
          <p:spPr>
            <a:xfrm>
              <a:off x="8306790" y="4852003"/>
              <a:ext cx="1375384" cy="48083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3C06EB0-3645-7E35-17AA-64CC30DB4B39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>
              <a:off x="8110847" y="5561278"/>
              <a:ext cx="147670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6F8409E-BD42-12F2-3C78-A33F3A248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790" y="5772084"/>
              <a:ext cx="1375384" cy="48083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FA63062-3608-EE82-5722-E2C209AE01B2}"/>
                </a:ext>
              </a:extLst>
            </p:cNvPr>
            <p:cNvSpPr txBox="1"/>
            <p:nvPr/>
          </p:nvSpPr>
          <p:spPr>
            <a:xfrm>
              <a:off x="8730931" y="4706934"/>
              <a:ext cx="69674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000">
                  <a:solidFill>
                    <a:srgbClr val="00EFD1"/>
                  </a:solidFill>
                </a:rPr>
                <a:t>6</a:t>
              </a:r>
              <a:r>
                <a:rPr lang="fr-FR" sz="2000"/>
                <a:t>/10</a:t>
              </a:r>
              <a:endParaRPr lang="en-US" sz="20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7B409E-4057-1E87-381D-70F6B63A8114}"/>
                </a:ext>
              </a:extLst>
            </p:cNvPr>
            <p:cNvSpPr txBox="1"/>
            <p:nvPr/>
          </p:nvSpPr>
          <p:spPr>
            <a:xfrm>
              <a:off x="8127147" y="5178944"/>
              <a:ext cx="5352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000">
                  <a:solidFill>
                    <a:srgbClr val="00EFD1"/>
                  </a:solidFill>
                </a:rPr>
                <a:t>3</a:t>
              </a:r>
              <a:r>
                <a:rPr lang="fr-FR" sz="2000"/>
                <a:t>/8</a:t>
              </a:r>
              <a:endParaRPr lang="en-US" sz="20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C189A05-CD93-C4B4-64EA-7F2212B3BD08}"/>
                </a:ext>
              </a:extLst>
            </p:cNvPr>
            <p:cNvSpPr txBox="1"/>
            <p:nvPr/>
          </p:nvSpPr>
          <p:spPr>
            <a:xfrm>
              <a:off x="8662361" y="6100319"/>
              <a:ext cx="5352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000">
                  <a:solidFill>
                    <a:srgbClr val="00EFD1"/>
                  </a:solidFill>
                </a:rPr>
                <a:t>4</a:t>
              </a:r>
              <a:r>
                <a:rPr lang="fr-FR" sz="2000"/>
                <a:t>/7</a:t>
              </a:r>
              <a:endParaRPr lang="en-US" sz="20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3DDF636-DD98-942A-1580-9DDD56259E9F}"/>
                </a:ext>
              </a:extLst>
            </p:cNvPr>
            <p:cNvSpPr txBox="1"/>
            <p:nvPr/>
          </p:nvSpPr>
          <p:spPr>
            <a:xfrm>
              <a:off x="10233688" y="4737328"/>
              <a:ext cx="5352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000">
                  <a:solidFill>
                    <a:srgbClr val="00EFD1"/>
                  </a:solidFill>
                </a:rPr>
                <a:t>8</a:t>
              </a:r>
              <a:r>
                <a:rPr lang="fr-FR" sz="2000"/>
                <a:t>/8</a:t>
              </a:r>
              <a:endParaRPr lang="en-US" sz="20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FA3E11D-2493-A9B1-6BB8-600895437B66}"/>
                </a:ext>
              </a:extLst>
            </p:cNvPr>
            <p:cNvSpPr txBox="1"/>
            <p:nvPr/>
          </p:nvSpPr>
          <p:spPr>
            <a:xfrm>
              <a:off x="10543513" y="5740669"/>
              <a:ext cx="78908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000">
                  <a:solidFill>
                    <a:srgbClr val="00EFD1"/>
                  </a:solidFill>
                </a:rPr>
                <a:t>5</a:t>
              </a:r>
              <a:r>
                <a:rPr lang="fr-FR" sz="2000"/>
                <a:t>/10</a:t>
              </a:r>
              <a:endParaRPr lang="en-US" sz="2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B0C9FE-E517-50B0-84CD-8581E53A96C5}"/>
                  </a:ext>
                </a:extLst>
              </p:cNvPr>
              <p:cNvSpPr txBox="1"/>
              <p:nvPr/>
            </p:nvSpPr>
            <p:spPr>
              <a:xfrm>
                <a:off x="2857633" y="5335391"/>
                <a:ext cx="441140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4400" b="0" i="1" smtClean="0">
                          <a:solidFill>
                            <a:srgbClr val="00EFD1"/>
                          </a:solidFill>
                          <a:latin typeface="Cambria Math" panose="02040503050406030204" pitchFamily="18" charset="0"/>
                        </a:rPr>
                        <m:t>6+3+4</m:t>
                      </m:r>
                      <m:r>
                        <a:rPr lang="fr-FR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4400" b="0" i="1" smtClean="0">
                          <a:solidFill>
                            <a:srgbClr val="00EFD1"/>
                          </a:solidFill>
                          <a:latin typeface="Cambria Math" panose="02040503050406030204" pitchFamily="18" charset="0"/>
                        </a:rPr>
                        <m:t>8+5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B0C9FE-E517-50B0-84CD-8581E53A9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633" y="5335391"/>
                <a:ext cx="4411400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8A8DBF27-3877-FCC1-6A38-4ACA5CFEA863}"/>
              </a:ext>
            </a:extLst>
          </p:cNvPr>
          <p:cNvSpPr txBox="1"/>
          <p:nvPr/>
        </p:nvSpPr>
        <p:spPr>
          <a:xfrm>
            <a:off x="704640" y="4444940"/>
            <a:ext cx="21529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solidFill>
                  <a:srgbClr val="8690FA"/>
                </a:solidFill>
              </a:rPr>
              <a:t>Example:</a:t>
            </a:r>
            <a:endParaRPr lang="en-US" sz="3200" b="1" dirty="0">
              <a:solidFill>
                <a:srgbClr val="8690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328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775251"/>
            <a:ext cx="2048432" cy="3444317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6096000" y="1024145"/>
            <a:ext cx="1976977" cy="354186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346099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346099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219568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47263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219568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47263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219568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47263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1989103" y="1024145"/>
            <a:ext cx="1673032" cy="141657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4213649" y="795701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019775" y="2866941"/>
            <a:ext cx="1642360" cy="144725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501742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>
            <a:off x="6419070" y="795701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118769"/>
            <a:ext cx="0" cy="310079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499193" y="1054816"/>
            <a:ext cx="1703704" cy="138590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8499193" y="2897613"/>
            <a:ext cx="1703704" cy="138590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501742"/>
            <a:ext cx="15592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1892549" y="1359560"/>
            <a:ext cx="101269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10</a:t>
            </a:r>
            <a:r>
              <a:rPr lang="fr-FR" sz="2400"/>
              <a:t>/10</a:t>
            </a:r>
            <a:endParaRPr lang="en-US" sz="2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1947775" y="3560940"/>
            <a:ext cx="91439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8</a:t>
            </a:r>
            <a:r>
              <a:rPr lang="fr-FR" sz="2400"/>
              <a:t>/10</a:t>
            </a:r>
            <a:endParaRPr lang="en-US" sz="2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613050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8</a:t>
            </a:r>
            <a:r>
              <a:rPr lang="fr-FR" sz="2400"/>
              <a:t>/8</a:t>
            </a:r>
            <a:endParaRPr lang="en-US" sz="2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613050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8</a:t>
            </a:r>
            <a:r>
              <a:rPr lang="fr-FR" sz="2400"/>
              <a:t>/8</a:t>
            </a:r>
            <a:endParaRPr lang="en-US" sz="2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613626" y="327272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2</a:t>
            </a:r>
            <a:r>
              <a:rPr lang="fr-FR" sz="2400"/>
              <a:t>/6</a:t>
            </a:r>
            <a:endParaRPr lang="en-US" sz="2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139060" y="267275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6</a:t>
            </a:r>
            <a:r>
              <a:rPr lang="fr-FR" sz="2400"/>
              <a:t>/6</a:t>
            </a:r>
            <a:endParaRPr lang="en-US" sz="24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351045" y="1344910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8</a:t>
            </a:r>
            <a:r>
              <a:rPr lang="fr-FR" sz="2400"/>
              <a:t>/8</a:t>
            </a:r>
            <a:endParaRPr lang="en-US" sz="24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256600" y="3694840"/>
            <a:ext cx="90508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10</a:t>
            </a:r>
            <a:r>
              <a:rPr lang="fr-FR" sz="2400"/>
              <a:t>/10</a:t>
            </a:r>
            <a:endParaRPr lang="en-US" sz="2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35994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4</a:t>
            </a:r>
            <a:r>
              <a:rPr lang="fr-FR" sz="2400"/>
              <a:t>/4</a:t>
            </a:r>
            <a:endParaRPr lang="en-US" sz="2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35994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4</a:t>
            </a:r>
            <a:r>
              <a:rPr lang="fr-FR" sz="2400"/>
              <a:t>/6</a:t>
            </a:r>
            <a:endParaRPr lang="en-US" sz="24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5080304" y="225241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6</a:t>
            </a:r>
            <a:r>
              <a:rPr lang="fr-FR" sz="2400"/>
              <a:t>/8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31EC07-A750-99D3-C300-D89AE5F710FC}"/>
                  </a:ext>
                </a:extLst>
              </p:cNvPr>
              <p:cNvSpPr txBox="1"/>
              <p:nvPr/>
            </p:nvSpPr>
            <p:spPr>
              <a:xfrm>
                <a:off x="637309" y="5215960"/>
                <a:ext cx="1091738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800"/>
                  <a:t>The total amount of this flow is </a:t>
                </a:r>
                <a14:m>
                  <m:oMath xmlns:m="http://schemas.openxmlformats.org/officeDocument/2006/math">
                    <m:r>
                      <a:rPr lang="fr-FR" sz="2800" i="1" smtClean="0">
                        <a:latin typeface="Cambria Math" panose="02040503050406030204" pitchFamily="18" charset="0"/>
                      </a:rPr>
                      <m:t>18 (</m:t>
                    </m:r>
                    <m:r>
                      <a:rPr lang="fr-FR" sz="28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sz="2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800" i="1" smtClean="0">
                        <a:latin typeface="Cambria Math" panose="02040503050406030204" pitchFamily="18" charset="0"/>
                      </a:rPr>
                      <m:t>𝑠𝐴</m:t>
                    </m:r>
                    <m:r>
                      <a:rPr lang="fr-FR" sz="280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fr-FR" sz="28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sz="2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800" i="1" smtClean="0">
                        <a:latin typeface="Cambria Math" panose="02040503050406030204" pitchFamily="18" charset="0"/>
                      </a:rPr>
                      <m:t>𝑠𝐵</m:t>
                    </m:r>
                    <m:r>
                      <a:rPr lang="fr-FR" sz="2800" i="1" smtClean="0">
                        <a:latin typeface="Cambria Math" panose="02040503050406030204" pitchFamily="18" charset="0"/>
                      </a:rPr>
                      <m:t>)=10+8=18)</m:t>
                    </m:r>
                  </m:oMath>
                </a14:m>
                <a:r>
                  <a:rPr lang="fr-FR" sz="2800"/>
                  <a:t>, it's the </a:t>
                </a:r>
                <a:r>
                  <a:rPr lang="fr-FR" sz="2800" b="1">
                    <a:solidFill>
                      <a:srgbClr val="FFFF00"/>
                    </a:solidFill>
                  </a:rPr>
                  <a:t>maximum flow </a:t>
                </a:r>
                <a:r>
                  <a:rPr lang="fr-FR" sz="2800"/>
                  <a:t>because we cannot find another flow with a total amount greater than </a:t>
                </a:r>
                <a14:m>
                  <m:oMath xmlns:m="http://schemas.openxmlformats.org/officeDocument/2006/math">
                    <m:r>
                      <a:rPr lang="fr-FR" sz="2800" i="1" smtClean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31EC07-A750-99D3-C300-D89AE5F71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09" y="5215960"/>
                <a:ext cx="10917382" cy="1384995"/>
              </a:xfrm>
              <a:prstGeom prst="rect">
                <a:avLst/>
              </a:prstGeom>
              <a:blipFill>
                <a:blip r:embed="rId2"/>
                <a:stretch>
                  <a:fillRect l="-1117" t="-5286" r="-1676" b="-11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898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4A062D-3E14-1F09-8B28-441942280EB2}"/>
              </a:ext>
            </a:extLst>
          </p:cNvPr>
          <p:cNvGrpSpPr/>
          <p:nvPr/>
        </p:nvGrpSpPr>
        <p:grpSpPr>
          <a:xfrm>
            <a:off x="1437589" y="1220777"/>
            <a:ext cx="9316822" cy="4393076"/>
            <a:chOff x="1437589" y="1220777"/>
            <a:chExt cx="9316822" cy="439307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F36F175-0652-F2E4-4192-2F7E587A7971}"/>
                </a:ext>
              </a:extLst>
            </p:cNvPr>
            <p:cNvCxnSpPr>
              <a:cxnSpLocks/>
            </p:cNvCxnSpPr>
            <p:nvPr/>
          </p:nvCxnSpPr>
          <p:spPr>
            <a:xfrm>
              <a:off x="3931454" y="1523397"/>
              <a:ext cx="2048432" cy="344431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72981E2-3998-55A6-7E8A-3EF001FCF053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V="1">
              <a:off x="6096000" y="1772291"/>
              <a:ext cx="1976977" cy="35418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24FA30B-611D-0509-4818-1D18F6BEEFDB}"/>
                </a:ext>
              </a:extLst>
            </p:cNvPr>
            <p:cNvSpPr/>
            <p:nvPr/>
          </p:nvSpPr>
          <p:spPr bwMode="auto">
            <a:xfrm>
              <a:off x="1437589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2400">
                  <a:latin typeface="+mj-lt"/>
                </a:rPr>
                <a:t>s</a:t>
              </a:r>
              <a:endParaRPr lang="en-US" sz="2400">
                <a:latin typeface="+mj-l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2AFD8D6-67FA-2415-D44D-3466467B2531}"/>
                </a:ext>
              </a:extLst>
            </p:cNvPr>
            <p:cNvSpPr/>
            <p:nvPr/>
          </p:nvSpPr>
          <p:spPr bwMode="auto">
            <a:xfrm>
              <a:off x="10108272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2400">
                  <a:latin typeface="+mj-lt"/>
                </a:rPr>
                <a:t>t</a:t>
              </a:r>
              <a:endParaRPr lang="en-US" sz="2400">
                <a:latin typeface="+mj-lt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97814-C18A-50BE-105C-A517C687C039}"/>
                </a:ext>
              </a:extLst>
            </p:cNvPr>
            <p:cNvSpPr/>
            <p:nvPr/>
          </p:nvSpPr>
          <p:spPr bwMode="auto">
            <a:xfrm>
              <a:off x="3567510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2400">
                  <a:latin typeface="+mj-lt"/>
                </a:rPr>
                <a:t>B</a:t>
              </a:r>
              <a:endParaRPr lang="en-US" sz="2400"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B2DA560-844C-2E8C-1025-7DA4EB217014}"/>
                </a:ext>
              </a:extLst>
            </p:cNvPr>
            <p:cNvSpPr/>
            <p:nvPr/>
          </p:nvSpPr>
          <p:spPr bwMode="auto">
            <a:xfrm>
              <a:off x="5772931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2400">
                  <a:latin typeface="+mj-lt"/>
                </a:rPr>
                <a:t>C</a:t>
              </a:r>
              <a:endParaRPr lang="en-US" sz="2400">
                <a:latin typeface="+mj-lt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C4E55C9-E040-73B7-F27C-C44472F4AD9D}"/>
                </a:ext>
              </a:extLst>
            </p:cNvPr>
            <p:cNvSpPr/>
            <p:nvPr/>
          </p:nvSpPr>
          <p:spPr bwMode="auto">
            <a:xfrm>
              <a:off x="5772931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2400">
                  <a:latin typeface="+mj-lt"/>
                </a:rPr>
                <a:t>D</a:t>
              </a:r>
              <a:endParaRPr lang="en-US" sz="2400">
                <a:latin typeface="+mj-lt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3D210C-D593-2147-4110-55154D2E91B5}"/>
                </a:ext>
              </a:extLst>
            </p:cNvPr>
            <p:cNvSpPr/>
            <p:nvPr/>
          </p:nvSpPr>
          <p:spPr bwMode="auto">
            <a:xfrm>
              <a:off x="3567510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2400">
                  <a:latin typeface="+mj-lt"/>
                </a:rPr>
                <a:t>A</a:t>
              </a:r>
              <a:endParaRPr lang="en-US" sz="2400">
                <a:latin typeface="+mj-lt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85EF26E-1F23-7E83-E620-62C2C063241C}"/>
                </a:ext>
              </a:extLst>
            </p:cNvPr>
            <p:cNvSpPr/>
            <p:nvPr/>
          </p:nvSpPr>
          <p:spPr bwMode="auto">
            <a:xfrm>
              <a:off x="7978352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2400">
                  <a:latin typeface="+mj-lt"/>
                </a:rPr>
                <a:t>F</a:t>
              </a:r>
              <a:endParaRPr lang="en-US" sz="2400">
                <a:latin typeface="+mj-l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98B1F41-9A0B-7344-0985-2A78F30FB50C}"/>
                </a:ext>
              </a:extLst>
            </p:cNvPr>
            <p:cNvSpPr/>
            <p:nvPr/>
          </p:nvSpPr>
          <p:spPr bwMode="auto">
            <a:xfrm>
              <a:off x="7978352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2400">
                  <a:latin typeface="+mj-lt"/>
                </a:rPr>
                <a:t>E</a:t>
              </a:r>
              <a:endParaRPr lang="en-US" sz="2400">
                <a:latin typeface="+mj-lt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8A406F-EE16-290F-664F-0BA24EDB01DD}"/>
                </a:ext>
              </a:extLst>
            </p:cNvPr>
            <p:cNvCxnSpPr>
              <a:cxnSpLocks/>
              <a:stCxn id="2" idx="7"/>
              <a:endCxn id="8" idx="3"/>
            </p:cNvCxnSpPr>
            <p:nvPr/>
          </p:nvCxnSpPr>
          <p:spPr>
            <a:xfrm flipV="1">
              <a:off x="1989103" y="1772291"/>
              <a:ext cx="1673032" cy="141657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CB8E568-8FC2-CA29-0DDE-4B695D54ACAF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4213649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FBD34CC-EBE7-3ABB-BC9D-73E60EB30013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019775" y="3615087"/>
              <a:ext cx="1642360" cy="1447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006E376-538F-0FE1-699E-1FC6D0F801B3}"/>
                </a:ext>
              </a:extLst>
            </p:cNvPr>
            <p:cNvCxnSpPr>
              <a:cxnSpLocks/>
            </p:cNvCxnSpPr>
            <p:nvPr/>
          </p:nvCxnSpPr>
          <p:spPr>
            <a:xfrm>
              <a:off x="4213648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9AAB6FA-44D3-346C-382D-AECF6AF0AA02}"/>
                </a:ext>
              </a:extLst>
            </p:cNvPr>
            <p:cNvCxnSpPr>
              <a:cxnSpLocks/>
              <a:stCxn id="10" idx="6"/>
              <a:endCxn id="5" idx="2"/>
            </p:cNvCxnSpPr>
            <p:nvPr/>
          </p:nvCxnSpPr>
          <p:spPr>
            <a:xfrm>
              <a:off x="6419070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BA3FA0C-0956-82EE-A216-AE51F346F48A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93" y="1866915"/>
              <a:ext cx="0" cy="31007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714F65C-973B-6B61-9E5D-E4384E6B030C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8499193" y="1802962"/>
              <a:ext cx="1703704" cy="13859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9C919DE-A4EA-BD42-AAF0-6297D69F627F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8499193" y="3645759"/>
              <a:ext cx="1703704" cy="138590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1977A2D-261E-009F-A23A-788F7D0BA4CA}"/>
                </a:ext>
              </a:extLst>
            </p:cNvPr>
            <p:cNvCxnSpPr>
              <a:cxnSpLocks/>
            </p:cNvCxnSpPr>
            <p:nvPr/>
          </p:nvCxnSpPr>
          <p:spPr>
            <a:xfrm>
              <a:off x="6419069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CD8F45C-78C5-D8A1-2BB3-EC10097ED49B}"/>
                </a:ext>
              </a:extLst>
            </p:cNvPr>
            <p:cNvSpPr txBox="1"/>
            <p:nvPr/>
          </p:nvSpPr>
          <p:spPr>
            <a:xfrm>
              <a:off x="2747740" y="2559167"/>
              <a:ext cx="56848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400"/>
                <a:t>10</a:t>
              </a:r>
              <a:endParaRPr lang="en-US" sz="24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66C90C1-0C3A-E640-D307-837C889853D1}"/>
                </a:ext>
              </a:extLst>
            </p:cNvPr>
            <p:cNvSpPr txBox="1"/>
            <p:nvPr/>
          </p:nvSpPr>
          <p:spPr>
            <a:xfrm>
              <a:off x="2747740" y="3905441"/>
              <a:ext cx="56848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400"/>
                <a:t>10</a:t>
              </a:r>
              <a:endParaRPr lang="en-US" sz="24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ABCB18-CE89-7E09-D044-941D1DCDFCB1}"/>
                </a:ext>
              </a:extLst>
            </p:cNvPr>
            <p:cNvSpPr txBox="1"/>
            <p:nvPr/>
          </p:nvSpPr>
          <p:spPr>
            <a:xfrm>
              <a:off x="4683601" y="4826615"/>
              <a:ext cx="56848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400"/>
                <a:t>8</a:t>
              </a:r>
              <a:endParaRPr lang="en-US" sz="24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EC0E2C4-7DED-78BA-B2C7-7BFEAB117DD0}"/>
                </a:ext>
              </a:extLst>
            </p:cNvPr>
            <p:cNvSpPr txBox="1"/>
            <p:nvPr/>
          </p:nvSpPr>
          <p:spPr>
            <a:xfrm>
              <a:off x="6939911" y="4826615"/>
              <a:ext cx="56848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400"/>
                <a:t>8</a:t>
              </a:r>
              <a:endParaRPr lang="en-US" sz="24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7896A57-ACAC-2E39-C115-1C6839C241A4}"/>
                </a:ext>
              </a:extLst>
            </p:cNvPr>
            <p:cNvSpPr txBox="1"/>
            <p:nvPr/>
          </p:nvSpPr>
          <p:spPr>
            <a:xfrm>
              <a:off x="7772060" y="3998560"/>
              <a:ext cx="56848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400"/>
                <a:t>6</a:t>
              </a:r>
              <a:endParaRPr lang="en-US" sz="24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ACD94D1-C81D-488F-93CF-14C6C2260B85}"/>
                </a:ext>
              </a:extLst>
            </p:cNvPr>
            <p:cNvSpPr txBox="1"/>
            <p:nvPr/>
          </p:nvSpPr>
          <p:spPr>
            <a:xfrm>
              <a:off x="7084488" y="3243318"/>
              <a:ext cx="56848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400"/>
                <a:t>6</a:t>
              </a:r>
              <a:endParaRPr lang="en-US" sz="24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0C338A-A627-D466-891F-FD644AC17CBE}"/>
                </a:ext>
              </a:extLst>
            </p:cNvPr>
            <p:cNvSpPr txBox="1"/>
            <p:nvPr/>
          </p:nvSpPr>
          <p:spPr>
            <a:xfrm>
              <a:off x="8835787" y="2511252"/>
              <a:ext cx="56848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400"/>
                <a:t>8</a:t>
              </a:r>
              <a:endParaRPr lang="en-US" sz="24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0DFE2D7-2A46-3AFF-B017-D8631D02FDEC}"/>
                </a:ext>
              </a:extLst>
            </p:cNvPr>
            <p:cNvSpPr txBox="1"/>
            <p:nvPr/>
          </p:nvSpPr>
          <p:spPr>
            <a:xfrm>
              <a:off x="8835787" y="3969634"/>
              <a:ext cx="56848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400"/>
                <a:t>10</a:t>
              </a:r>
              <a:endParaRPr lang="en-US" sz="24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BC57288-E721-DBB5-F0D3-52BB1002AA49}"/>
                </a:ext>
              </a:extLst>
            </p:cNvPr>
            <p:cNvSpPr txBox="1"/>
            <p:nvPr/>
          </p:nvSpPr>
          <p:spPr>
            <a:xfrm>
              <a:off x="4683601" y="1606080"/>
              <a:ext cx="56848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400"/>
                <a:t>4</a:t>
              </a:r>
              <a:endParaRPr lang="en-US" sz="24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31DAE3C-23C8-CC3B-8046-85A645DB7723}"/>
                </a:ext>
              </a:extLst>
            </p:cNvPr>
            <p:cNvSpPr txBox="1"/>
            <p:nvPr/>
          </p:nvSpPr>
          <p:spPr>
            <a:xfrm>
              <a:off x="6939911" y="1606080"/>
              <a:ext cx="56848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400"/>
                <a:t>6</a:t>
              </a:r>
              <a:endParaRPr lang="en-US" sz="24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4CE68CB-EB1C-3C94-0DED-8D599CED92F0}"/>
                </a:ext>
              </a:extLst>
            </p:cNvPr>
            <p:cNvSpPr txBox="1"/>
            <p:nvPr/>
          </p:nvSpPr>
          <p:spPr>
            <a:xfrm>
              <a:off x="4881414" y="2917812"/>
              <a:ext cx="56848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2400"/>
                <a:t>8</a:t>
              </a:r>
              <a:endParaRPr lang="en-US" sz="24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48542B-3E2E-E092-E840-1FD5A83F419C}"/>
              </a:ext>
            </a:extLst>
          </p:cNvPr>
          <p:cNvSpPr txBox="1"/>
          <p:nvPr/>
        </p:nvSpPr>
        <p:spPr>
          <a:xfrm>
            <a:off x="371577" y="424271"/>
            <a:ext cx="5078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solidFill>
                  <a:srgbClr val="E6E6E6"/>
                </a:solidFill>
              </a:rPr>
              <a:t>Input: </a:t>
            </a:r>
            <a:r>
              <a:rPr lang="fr-FR" sz="3200"/>
              <a:t>flow network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0972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0776-0A66-25C5-43E2-3E96A1921915}"/>
              </a:ext>
            </a:extLst>
          </p:cNvPr>
          <p:cNvGrpSpPr/>
          <p:nvPr/>
        </p:nvGrpSpPr>
        <p:grpSpPr>
          <a:xfrm>
            <a:off x="6524742" y="478030"/>
            <a:ext cx="5122224" cy="2415236"/>
            <a:chOff x="1437589" y="1220777"/>
            <a:chExt cx="9316822" cy="439307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F36F175-0652-F2E4-4192-2F7E587A7971}"/>
                </a:ext>
              </a:extLst>
            </p:cNvPr>
            <p:cNvCxnSpPr>
              <a:cxnSpLocks/>
            </p:cNvCxnSpPr>
            <p:nvPr/>
          </p:nvCxnSpPr>
          <p:spPr>
            <a:xfrm>
              <a:off x="3931454" y="1523397"/>
              <a:ext cx="2048432" cy="344431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72981E2-3998-55A6-7E8A-3EF001FCF053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V="1">
              <a:off x="6096000" y="1772291"/>
              <a:ext cx="1976977" cy="35418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24FA30B-611D-0509-4818-1D18F6BEEFDB}"/>
                </a:ext>
              </a:extLst>
            </p:cNvPr>
            <p:cNvSpPr/>
            <p:nvPr/>
          </p:nvSpPr>
          <p:spPr bwMode="auto">
            <a:xfrm>
              <a:off x="1437589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s</a:t>
              </a:r>
              <a:endParaRPr lang="en-US" sz="1600">
                <a:latin typeface="+mj-l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2AFD8D6-67FA-2415-D44D-3466467B2531}"/>
                </a:ext>
              </a:extLst>
            </p:cNvPr>
            <p:cNvSpPr/>
            <p:nvPr/>
          </p:nvSpPr>
          <p:spPr bwMode="auto">
            <a:xfrm>
              <a:off x="10108272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t</a:t>
              </a:r>
              <a:endParaRPr lang="en-US" sz="1600">
                <a:latin typeface="+mj-lt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97814-C18A-50BE-105C-A517C687C039}"/>
                </a:ext>
              </a:extLst>
            </p:cNvPr>
            <p:cNvSpPr/>
            <p:nvPr/>
          </p:nvSpPr>
          <p:spPr bwMode="auto">
            <a:xfrm>
              <a:off x="3567510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B</a:t>
              </a:r>
              <a:endParaRPr lang="en-US" sz="1600"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B2DA560-844C-2E8C-1025-7DA4EB217014}"/>
                </a:ext>
              </a:extLst>
            </p:cNvPr>
            <p:cNvSpPr/>
            <p:nvPr/>
          </p:nvSpPr>
          <p:spPr bwMode="auto">
            <a:xfrm>
              <a:off x="5772931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C</a:t>
              </a:r>
              <a:endParaRPr lang="en-US" sz="1600">
                <a:latin typeface="+mj-lt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C4E55C9-E040-73B7-F27C-C44472F4AD9D}"/>
                </a:ext>
              </a:extLst>
            </p:cNvPr>
            <p:cNvSpPr/>
            <p:nvPr/>
          </p:nvSpPr>
          <p:spPr bwMode="auto">
            <a:xfrm>
              <a:off x="5772931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D</a:t>
              </a:r>
              <a:endParaRPr lang="en-US" sz="1600">
                <a:latin typeface="+mj-lt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3D210C-D593-2147-4110-55154D2E91B5}"/>
                </a:ext>
              </a:extLst>
            </p:cNvPr>
            <p:cNvSpPr/>
            <p:nvPr/>
          </p:nvSpPr>
          <p:spPr bwMode="auto">
            <a:xfrm>
              <a:off x="3567510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A</a:t>
              </a:r>
              <a:endParaRPr lang="en-US" sz="1600">
                <a:latin typeface="+mj-lt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85EF26E-1F23-7E83-E620-62C2C063241C}"/>
                </a:ext>
              </a:extLst>
            </p:cNvPr>
            <p:cNvSpPr/>
            <p:nvPr/>
          </p:nvSpPr>
          <p:spPr bwMode="auto">
            <a:xfrm>
              <a:off x="7978352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F</a:t>
              </a:r>
              <a:endParaRPr lang="en-US" sz="1600">
                <a:latin typeface="+mj-l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98B1F41-9A0B-7344-0985-2A78F30FB50C}"/>
                </a:ext>
              </a:extLst>
            </p:cNvPr>
            <p:cNvSpPr/>
            <p:nvPr/>
          </p:nvSpPr>
          <p:spPr bwMode="auto">
            <a:xfrm>
              <a:off x="7978352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E</a:t>
              </a:r>
              <a:endParaRPr lang="en-US" sz="1600">
                <a:latin typeface="+mj-lt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8A406F-EE16-290F-664F-0BA24EDB01DD}"/>
                </a:ext>
              </a:extLst>
            </p:cNvPr>
            <p:cNvCxnSpPr>
              <a:cxnSpLocks/>
              <a:stCxn id="2" idx="7"/>
              <a:endCxn id="8" idx="3"/>
            </p:cNvCxnSpPr>
            <p:nvPr/>
          </p:nvCxnSpPr>
          <p:spPr>
            <a:xfrm flipV="1">
              <a:off x="1989103" y="1772291"/>
              <a:ext cx="1673032" cy="141657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CB8E568-8FC2-CA29-0DDE-4B695D54ACAF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4213649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FBD34CC-EBE7-3ABB-BC9D-73E60EB30013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019775" y="3615087"/>
              <a:ext cx="1642360" cy="1447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006E376-538F-0FE1-699E-1FC6D0F801B3}"/>
                </a:ext>
              </a:extLst>
            </p:cNvPr>
            <p:cNvCxnSpPr>
              <a:cxnSpLocks/>
            </p:cNvCxnSpPr>
            <p:nvPr/>
          </p:nvCxnSpPr>
          <p:spPr>
            <a:xfrm>
              <a:off x="4213648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9AAB6FA-44D3-346C-382D-AECF6AF0AA02}"/>
                </a:ext>
              </a:extLst>
            </p:cNvPr>
            <p:cNvCxnSpPr>
              <a:cxnSpLocks/>
              <a:stCxn id="10" idx="6"/>
              <a:endCxn id="5" idx="2"/>
            </p:cNvCxnSpPr>
            <p:nvPr/>
          </p:nvCxnSpPr>
          <p:spPr>
            <a:xfrm>
              <a:off x="6419070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BA3FA0C-0956-82EE-A216-AE51F346F48A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93" y="1866915"/>
              <a:ext cx="0" cy="31007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714F65C-973B-6B61-9E5D-E4384E6B030C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8499193" y="1802962"/>
              <a:ext cx="1703704" cy="13859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9C919DE-A4EA-BD42-AAF0-6297D69F627F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8499193" y="3645759"/>
              <a:ext cx="1703704" cy="138590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1977A2D-261E-009F-A23A-788F7D0BA4CA}"/>
                </a:ext>
              </a:extLst>
            </p:cNvPr>
            <p:cNvCxnSpPr>
              <a:cxnSpLocks/>
            </p:cNvCxnSpPr>
            <p:nvPr/>
          </p:nvCxnSpPr>
          <p:spPr>
            <a:xfrm>
              <a:off x="6419069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CD8F45C-78C5-D8A1-2BB3-EC10097ED49B}"/>
                </a:ext>
              </a:extLst>
            </p:cNvPr>
            <p:cNvSpPr txBox="1"/>
            <p:nvPr/>
          </p:nvSpPr>
          <p:spPr>
            <a:xfrm>
              <a:off x="2747740" y="2559166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66C90C1-0C3A-E640-D307-837C889853D1}"/>
                </a:ext>
              </a:extLst>
            </p:cNvPr>
            <p:cNvSpPr txBox="1"/>
            <p:nvPr/>
          </p:nvSpPr>
          <p:spPr>
            <a:xfrm>
              <a:off x="2747740" y="3905441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ABCB18-CE89-7E09-D044-941D1DCDFCB1}"/>
                </a:ext>
              </a:extLst>
            </p:cNvPr>
            <p:cNvSpPr txBox="1"/>
            <p:nvPr/>
          </p:nvSpPr>
          <p:spPr>
            <a:xfrm>
              <a:off x="4683601" y="4826614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EC0E2C4-7DED-78BA-B2C7-7BFEAB117DD0}"/>
                </a:ext>
              </a:extLst>
            </p:cNvPr>
            <p:cNvSpPr txBox="1"/>
            <p:nvPr/>
          </p:nvSpPr>
          <p:spPr>
            <a:xfrm>
              <a:off x="6939910" y="4826614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7896A57-ACAC-2E39-C115-1C6839C241A4}"/>
                </a:ext>
              </a:extLst>
            </p:cNvPr>
            <p:cNvSpPr txBox="1"/>
            <p:nvPr/>
          </p:nvSpPr>
          <p:spPr>
            <a:xfrm>
              <a:off x="7772060" y="3998559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ACD94D1-C81D-488F-93CF-14C6C2260B85}"/>
                </a:ext>
              </a:extLst>
            </p:cNvPr>
            <p:cNvSpPr txBox="1"/>
            <p:nvPr/>
          </p:nvSpPr>
          <p:spPr>
            <a:xfrm>
              <a:off x="7084488" y="3243319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0C338A-A627-D466-891F-FD644AC17CBE}"/>
                </a:ext>
              </a:extLst>
            </p:cNvPr>
            <p:cNvSpPr txBox="1"/>
            <p:nvPr/>
          </p:nvSpPr>
          <p:spPr>
            <a:xfrm>
              <a:off x="8835786" y="2511251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0DFE2D7-2A46-3AFF-B017-D8631D02FDEC}"/>
                </a:ext>
              </a:extLst>
            </p:cNvPr>
            <p:cNvSpPr txBox="1"/>
            <p:nvPr/>
          </p:nvSpPr>
          <p:spPr>
            <a:xfrm>
              <a:off x="8835786" y="3969633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BC57288-E721-DBB5-F0D3-52BB1002AA49}"/>
                </a:ext>
              </a:extLst>
            </p:cNvPr>
            <p:cNvSpPr txBox="1"/>
            <p:nvPr/>
          </p:nvSpPr>
          <p:spPr>
            <a:xfrm>
              <a:off x="4683601" y="1606080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4</a:t>
              </a:r>
              <a:endParaRPr lang="en-US" sz="16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31DAE3C-23C8-CC3B-8046-85A645DB7723}"/>
                </a:ext>
              </a:extLst>
            </p:cNvPr>
            <p:cNvSpPr txBox="1"/>
            <p:nvPr/>
          </p:nvSpPr>
          <p:spPr>
            <a:xfrm>
              <a:off x="6939910" y="1606080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4CE68CB-EB1C-3C94-0DED-8D599CED92F0}"/>
                </a:ext>
              </a:extLst>
            </p:cNvPr>
            <p:cNvSpPr txBox="1"/>
            <p:nvPr/>
          </p:nvSpPr>
          <p:spPr>
            <a:xfrm>
              <a:off x="4881414" y="2917812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48542B-3E2E-E092-E840-1FD5A83F419C}"/>
              </a:ext>
            </a:extLst>
          </p:cNvPr>
          <p:cNvSpPr txBox="1"/>
          <p:nvPr/>
        </p:nvSpPr>
        <p:spPr>
          <a:xfrm>
            <a:off x="3446550" y="257860"/>
            <a:ext cx="5078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solidFill>
                  <a:srgbClr val="E6E6E6"/>
                </a:solidFill>
              </a:rPr>
              <a:t>Input: </a:t>
            </a:r>
            <a:r>
              <a:rPr lang="fr-FR" sz="3200"/>
              <a:t>flow network</a:t>
            </a:r>
            <a:endParaRPr lang="en-US" sz="32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35D1BC6-AC35-8B13-75D0-D58560909905}"/>
              </a:ext>
            </a:extLst>
          </p:cNvPr>
          <p:cNvSpPr/>
          <p:nvPr/>
        </p:nvSpPr>
        <p:spPr bwMode="auto">
          <a:xfrm>
            <a:off x="472647" y="4409517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43605CE-B039-DB6D-F99C-7770E4CB0974}"/>
              </a:ext>
            </a:extLst>
          </p:cNvPr>
          <p:cNvSpPr/>
          <p:nvPr/>
        </p:nvSpPr>
        <p:spPr bwMode="auto">
          <a:xfrm>
            <a:off x="7258440" y="4409517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9205ECC-5048-1E66-73BC-473B0F21ECF6}"/>
              </a:ext>
            </a:extLst>
          </p:cNvPr>
          <p:cNvSpPr/>
          <p:nvPr/>
        </p:nvSpPr>
        <p:spPr bwMode="auto">
          <a:xfrm>
            <a:off x="2139552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DA11CCC-15C3-52DF-7234-A21CD29A9469}"/>
              </a:ext>
            </a:extLst>
          </p:cNvPr>
          <p:cNvSpPr/>
          <p:nvPr/>
        </p:nvSpPr>
        <p:spPr bwMode="auto">
          <a:xfrm>
            <a:off x="3865544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2008B92-1CDF-B11A-3190-49A78BE9B9D4}"/>
              </a:ext>
            </a:extLst>
          </p:cNvPr>
          <p:cNvSpPr/>
          <p:nvPr/>
        </p:nvSpPr>
        <p:spPr bwMode="auto">
          <a:xfrm>
            <a:off x="3865544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EB42909-4659-D16A-330C-A34AAB520776}"/>
              </a:ext>
            </a:extLst>
          </p:cNvPr>
          <p:cNvSpPr/>
          <p:nvPr/>
        </p:nvSpPr>
        <p:spPr bwMode="auto">
          <a:xfrm>
            <a:off x="2139552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0D4C2EB-E9E9-96F3-616D-691BC461D9F8}"/>
              </a:ext>
            </a:extLst>
          </p:cNvPr>
          <p:cNvSpPr/>
          <p:nvPr/>
        </p:nvSpPr>
        <p:spPr bwMode="auto">
          <a:xfrm>
            <a:off x="5591536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6B40997-A83C-2FBD-5585-5AA5B7A5149C}"/>
              </a:ext>
            </a:extLst>
          </p:cNvPr>
          <p:cNvSpPr/>
          <p:nvPr/>
        </p:nvSpPr>
        <p:spPr bwMode="auto">
          <a:xfrm>
            <a:off x="5591536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5BABA65-68CC-59E3-2DED-8EE6DAECF3BD}"/>
              </a:ext>
            </a:extLst>
          </p:cNvPr>
          <p:cNvSpPr txBox="1"/>
          <p:nvPr/>
        </p:nvSpPr>
        <p:spPr>
          <a:xfrm>
            <a:off x="307962" y="1871212"/>
            <a:ext cx="3426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>
                <a:solidFill>
                  <a:srgbClr val="E6E6E6"/>
                </a:solidFill>
              </a:rPr>
              <a:t>We build a residual graph: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1722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0776-0A66-25C5-43E2-3E96A1921915}"/>
              </a:ext>
            </a:extLst>
          </p:cNvPr>
          <p:cNvGrpSpPr/>
          <p:nvPr/>
        </p:nvGrpSpPr>
        <p:grpSpPr>
          <a:xfrm>
            <a:off x="6524742" y="478030"/>
            <a:ext cx="5122224" cy="2415236"/>
            <a:chOff x="1437589" y="1220777"/>
            <a:chExt cx="9316822" cy="439307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F36F175-0652-F2E4-4192-2F7E587A7971}"/>
                </a:ext>
              </a:extLst>
            </p:cNvPr>
            <p:cNvCxnSpPr>
              <a:cxnSpLocks/>
            </p:cNvCxnSpPr>
            <p:nvPr/>
          </p:nvCxnSpPr>
          <p:spPr>
            <a:xfrm>
              <a:off x="3931454" y="1523397"/>
              <a:ext cx="2048432" cy="344431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72981E2-3998-55A6-7E8A-3EF001FCF053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V="1">
              <a:off x="6096000" y="1772291"/>
              <a:ext cx="1976977" cy="35418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24FA30B-611D-0509-4818-1D18F6BEEFDB}"/>
                </a:ext>
              </a:extLst>
            </p:cNvPr>
            <p:cNvSpPr/>
            <p:nvPr/>
          </p:nvSpPr>
          <p:spPr bwMode="auto">
            <a:xfrm>
              <a:off x="1437589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s</a:t>
              </a:r>
              <a:endParaRPr lang="en-US" sz="1600">
                <a:latin typeface="+mj-l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2AFD8D6-67FA-2415-D44D-3466467B2531}"/>
                </a:ext>
              </a:extLst>
            </p:cNvPr>
            <p:cNvSpPr/>
            <p:nvPr/>
          </p:nvSpPr>
          <p:spPr bwMode="auto">
            <a:xfrm>
              <a:off x="10108272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t</a:t>
              </a:r>
              <a:endParaRPr lang="en-US" sz="1600">
                <a:latin typeface="+mj-lt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97814-C18A-50BE-105C-A517C687C039}"/>
                </a:ext>
              </a:extLst>
            </p:cNvPr>
            <p:cNvSpPr/>
            <p:nvPr/>
          </p:nvSpPr>
          <p:spPr bwMode="auto">
            <a:xfrm>
              <a:off x="3567510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B</a:t>
              </a:r>
              <a:endParaRPr lang="en-US" sz="1600"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B2DA560-844C-2E8C-1025-7DA4EB217014}"/>
                </a:ext>
              </a:extLst>
            </p:cNvPr>
            <p:cNvSpPr/>
            <p:nvPr/>
          </p:nvSpPr>
          <p:spPr bwMode="auto">
            <a:xfrm>
              <a:off x="5772931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C</a:t>
              </a:r>
              <a:endParaRPr lang="en-US" sz="1600">
                <a:latin typeface="+mj-lt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C4E55C9-E040-73B7-F27C-C44472F4AD9D}"/>
                </a:ext>
              </a:extLst>
            </p:cNvPr>
            <p:cNvSpPr/>
            <p:nvPr/>
          </p:nvSpPr>
          <p:spPr bwMode="auto">
            <a:xfrm>
              <a:off x="5772931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D</a:t>
              </a:r>
              <a:endParaRPr lang="en-US" sz="1600">
                <a:latin typeface="+mj-lt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3D210C-D593-2147-4110-55154D2E91B5}"/>
                </a:ext>
              </a:extLst>
            </p:cNvPr>
            <p:cNvSpPr/>
            <p:nvPr/>
          </p:nvSpPr>
          <p:spPr bwMode="auto">
            <a:xfrm>
              <a:off x="3567510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A</a:t>
              </a:r>
              <a:endParaRPr lang="en-US" sz="1600">
                <a:latin typeface="+mj-lt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85EF26E-1F23-7E83-E620-62C2C063241C}"/>
                </a:ext>
              </a:extLst>
            </p:cNvPr>
            <p:cNvSpPr/>
            <p:nvPr/>
          </p:nvSpPr>
          <p:spPr bwMode="auto">
            <a:xfrm>
              <a:off x="7978352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F</a:t>
              </a:r>
              <a:endParaRPr lang="en-US" sz="1600">
                <a:latin typeface="+mj-l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98B1F41-9A0B-7344-0985-2A78F30FB50C}"/>
                </a:ext>
              </a:extLst>
            </p:cNvPr>
            <p:cNvSpPr/>
            <p:nvPr/>
          </p:nvSpPr>
          <p:spPr bwMode="auto">
            <a:xfrm>
              <a:off x="7978352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E</a:t>
              </a:r>
              <a:endParaRPr lang="en-US" sz="1600">
                <a:latin typeface="+mj-lt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8A406F-EE16-290F-664F-0BA24EDB01DD}"/>
                </a:ext>
              </a:extLst>
            </p:cNvPr>
            <p:cNvCxnSpPr>
              <a:cxnSpLocks/>
              <a:stCxn id="2" idx="7"/>
              <a:endCxn id="8" idx="3"/>
            </p:cNvCxnSpPr>
            <p:nvPr/>
          </p:nvCxnSpPr>
          <p:spPr>
            <a:xfrm flipV="1">
              <a:off x="1989103" y="1772291"/>
              <a:ext cx="1673032" cy="141657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CB8E568-8FC2-CA29-0DDE-4B695D54ACAF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4213649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FBD34CC-EBE7-3ABB-BC9D-73E60EB30013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019775" y="3615087"/>
              <a:ext cx="1642360" cy="1447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006E376-538F-0FE1-699E-1FC6D0F801B3}"/>
                </a:ext>
              </a:extLst>
            </p:cNvPr>
            <p:cNvCxnSpPr>
              <a:cxnSpLocks/>
            </p:cNvCxnSpPr>
            <p:nvPr/>
          </p:nvCxnSpPr>
          <p:spPr>
            <a:xfrm>
              <a:off x="4213648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9AAB6FA-44D3-346C-382D-AECF6AF0AA02}"/>
                </a:ext>
              </a:extLst>
            </p:cNvPr>
            <p:cNvCxnSpPr>
              <a:cxnSpLocks/>
              <a:stCxn id="10" idx="6"/>
              <a:endCxn id="5" idx="2"/>
            </p:cNvCxnSpPr>
            <p:nvPr/>
          </p:nvCxnSpPr>
          <p:spPr>
            <a:xfrm>
              <a:off x="6419070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BA3FA0C-0956-82EE-A216-AE51F346F48A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93" y="1866915"/>
              <a:ext cx="0" cy="31007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714F65C-973B-6B61-9E5D-E4384E6B030C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8499193" y="1802962"/>
              <a:ext cx="1703704" cy="13859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9C919DE-A4EA-BD42-AAF0-6297D69F627F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8499193" y="3645759"/>
              <a:ext cx="1703704" cy="138590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1977A2D-261E-009F-A23A-788F7D0BA4CA}"/>
                </a:ext>
              </a:extLst>
            </p:cNvPr>
            <p:cNvCxnSpPr>
              <a:cxnSpLocks/>
            </p:cNvCxnSpPr>
            <p:nvPr/>
          </p:nvCxnSpPr>
          <p:spPr>
            <a:xfrm>
              <a:off x="6419069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CD8F45C-78C5-D8A1-2BB3-EC10097ED49B}"/>
                </a:ext>
              </a:extLst>
            </p:cNvPr>
            <p:cNvSpPr txBox="1"/>
            <p:nvPr/>
          </p:nvSpPr>
          <p:spPr>
            <a:xfrm>
              <a:off x="2747740" y="2559166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66C90C1-0C3A-E640-D307-837C889853D1}"/>
                </a:ext>
              </a:extLst>
            </p:cNvPr>
            <p:cNvSpPr txBox="1"/>
            <p:nvPr/>
          </p:nvSpPr>
          <p:spPr>
            <a:xfrm>
              <a:off x="2747740" y="3905441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ABCB18-CE89-7E09-D044-941D1DCDFCB1}"/>
                </a:ext>
              </a:extLst>
            </p:cNvPr>
            <p:cNvSpPr txBox="1"/>
            <p:nvPr/>
          </p:nvSpPr>
          <p:spPr>
            <a:xfrm>
              <a:off x="4683601" y="4826614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EC0E2C4-7DED-78BA-B2C7-7BFEAB117DD0}"/>
                </a:ext>
              </a:extLst>
            </p:cNvPr>
            <p:cNvSpPr txBox="1"/>
            <p:nvPr/>
          </p:nvSpPr>
          <p:spPr>
            <a:xfrm>
              <a:off x="6939910" y="4826614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7896A57-ACAC-2E39-C115-1C6839C241A4}"/>
                </a:ext>
              </a:extLst>
            </p:cNvPr>
            <p:cNvSpPr txBox="1"/>
            <p:nvPr/>
          </p:nvSpPr>
          <p:spPr>
            <a:xfrm>
              <a:off x="7772060" y="3998559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ACD94D1-C81D-488F-93CF-14C6C2260B85}"/>
                </a:ext>
              </a:extLst>
            </p:cNvPr>
            <p:cNvSpPr txBox="1"/>
            <p:nvPr/>
          </p:nvSpPr>
          <p:spPr>
            <a:xfrm>
              <a:off x="7084488" y="3243319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0C338A-A627-D466-891F-FD644AC17CBE}"/>
                </a:ext>
              </a:extLst>
            </p:cNvPr>
            <p:cNvSpPr txBox="1"/>
            <p:nvPr/>
          </p:nvSpPr>
          <p:spPr>
            <a:xfrm>
              <a:off x="8835786" y="2511251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0DFE2D7-2A46-3AFF-B017-D8631D02FDEC}"/>
                </a:ext>
              </a:extLst>
            </p:cNvPr>
            <p:cNvSpPr txBox="1"/>
            <p:nvPr/>
          </p:nvSpPr>
          <p:spPr>
            <a:xfrm>
              <a:off x="8835786" y="3969633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BC57288-E721-DBB5-F0D3-52BB1002AA49}"/>
                </a:ext>
              </a:extLst>
            </p:cNvPr>
            <p:cNvSpPr txBox="1"/>
            <p:nvPr/>
          </p:nvSpPr>
          <p:spPr>
            <a:xfrm>
              <a:off x="4683601" y="1606080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4</a:t>
              </a:r>
              <a:endParaRPr lang="en-US" sz="16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31DAE3C-23C8-CC3B-8046-85A645DB7723}"/>
                </a:ext>
              </a:extLst>
            </p:cNvPr>
            <p:cNvSpPr txBox="1"/>
            <p:nvPr/>
          </p:nvSpPr>
          <p:spPr>
            <a:xfrm>
              <a:off x="6939910" y="1606080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4CE68CB-EB1C-3C94-0DED-8D599CED92F0}"/>
                </a:ext>
              </a:extLst>
            </p:cNvPr>
            <p:cNvSpPr txBox="1"/>
            <p:nvPr/>
          </p:nvSpPr>
          <p:spPr>
            <a:xfrm>
              <a:off x="4881414" y="2917812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48542B-3E2E-E092-E840-1FD5A83F419C}"/>
              </a:ext>
            </a:extLst>
          </p:cNvPr>
          <p:cNvSpPr txBox="1"/>
          <p:nvPr/>
        </p:nvSpPr>
        <p:spPr>
          <a:xfrm>
            <a:off x="3446550" y="257860"/>
            <a:ext cx="5078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solidFill>
                  <a:srgbClr val="E6E6E6"/>
                </a:solidFill>
              </a:rPr>
              <a:t>Input: </a:t>
            </a:r>
            <a:r>
              <a:rPr lang="fr-FR" sz="3200"/>
              <a:t>flow network</a:t>
            </a:r>
            <a:endParaRPr lang="en-US" sz="3200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0D12C7A-1509-0F7D-F101-6BE80531DA76}"/>
              </a:ext>
            </a:extLst>
          </p:cNvPr>
          <p:cNvCxnSpPr>
            <a:cxnSpLocks/>
          </p:cNvCxnSpPr>
          <p:nvPr/>
        </p:nvCxnSpPr>
        <p:spPr>
          <a:xfrm>
            <a:off x="2424379" y="3180151"/>
            <a:ext cx="1656458" cy="2679566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83E4D59-49BF-6E7A-BD8F-3E498284961E}"/>
              </a:ext>
            </a:extLst>
          </p:cNvPr>
          <p:cNvCxnSpPr>
            <a:cxnSpLocks/>
          </p:cNvCxnSpPr>
          <p:nvPr/>
        </p:nvCxnSpPr>
        <p:spPr>
          <a:xfrm flipV="1">
            <a:off x="4184835" y="3449503"/>
            <a:ext cx="1566004" cy="265633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235D1BC6-AC35-8B13-75D0-D58560909905}"/>
              </a:ext>
            </a:extLst>
          </p:cNvPr>
          <p:cNvSpPr/>
          <p:nvPr/>
        </p:nvSpPr>
        <p:spPr bwMode="auto">
          <a:xfrm>
            <a:off x="472647" y="4409517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43605CE-B039-DB6D-F99C-7770E4CB0974}"/>
              </a:ext>
            </a:extLst>
          </p:cNvPr>
          <p:cNvSpPr/>
          <p:nvPr/>
        </p:nvSpPr>
        <p:spPr bwMode="auto">
          <a:xfrm>
            <a:off x="7258440" y="4409517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9205ECC-5048-1E66-73BC-473B0F21ECF6}"/>
              </a:ext>
            </a:extLst>
          </p:cNvPr>
          <p:cNvSpPr/>
          <p:nvPr/>
        </p:nvSpPr>
        <p:spPr bwMode="auto">
          <a:xfrm>
            <a:off x="2139552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DA11CCC-15C3-52DF-7234-A21CD29A9469}"/>
              </a:ext>
            </a:extLst>
          </p:cNvPr>
          <p:cNvSpPr/>
          <p:nvPr/>
        </p:nvSpPr>
        <p:spPr bwMode="auto">
          <a:xfrm>
            <a:off x="3865544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2008B92-1CDF-B11A-3190-49A78BE9B9D4}"/>
              </a:ext>
            </a:extLst>
          </p:cNvPr>
          <p:cNvSpPr/>
          <p:nvPr/>
        </p:nvSpPr>
        <p:spPr bwMode="auto">
          <a:xfrm>
            <a:off x="3865544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EB42909-4659-D16A-330C-A34AAB520776}"/>
              </a:ext>
            </a:extLst>
          </p:cNvPr>
          <p:cNvSpPr/>
          <p:nvPr/>
        </p:nvSpPr>
        <p:spPr bwMode="auto">
          <a:xfrm>
            <a:off x="2139552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0D4C2EB-E9E9-96F3-616D-691BC461D9F8}"/>
              </a:ext>
            </a:extLst>
          </p:cNvPr>
          <p:cNvSpPr/>
          <p:nvPr/>
        </p:nvSpPr>
        <p:spPr bwMode="auto">
          <a:xfrm>
            <a:off x="5591536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6B40997-A83C-2FBD-5585-5AA5B7A5149C}"/>
              </a:ext>
            </a:extLst>
          </p:cNvPr>
          <p:cNvSpPr/>
          <p:nvPr/>
        </p:nvSpPr>
        <p:spPr bwMode="auto">
          <a:xfrm>
            <a:off x="5591536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FACB84B-8838-477E-93B8-FEB445E52119}"/>
              </a:ext>
            </a:extLst>
          </p:cNvPr>
          <p:cNvCxnSpPr>
            <a:cxnSpLocks/>
          </p:cNvCxnSpPr>
          <p:nvPr/>
        </p:nvCxnSpPr>
        <p:spPr>
          <a:xfrm flipV="1">
            <a:off x="928274" y="3398942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84566C2-0041-C885-3A5B-73297A78DBC0}"/>
              </a:ext>
            </a:extLst>
          </p:cNvPr>
          <p:cNvCxnSpPr>
            <a:cxnSpLocks/>
          </p:cNvCxnSpPr>
          <p:nvPr/>
        </p:nvCxnSpPr>
        <p:spPr>
          <a:xfrm>
            <a:off x="2645228" y="3211655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6EE0CAC-8B18-CD41-28F0-FF0FA2BD1BC6}"/>
              </a:ext>
            </a:extLst>
          </p:cNvPr>
          <p:cNvCxnSpPr>
            <a:cxnSpLocks/>
          </p:cNvCxnSpPr>
          <p:nvPr/>
        </p:nvCxnSpPr>
        <p:spPr>
          <a:xfrm>
            <a:off x="928274" y="4817135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22CB59A-EE63-CCA0-BFDA-8EFB6978CF17}"/>
              </a:ext>
            </a:extLst>
          </p:cNvPr>
          <p:cNvCxnSpPr>
            <a:cxnSpLocks/>
          </p:cNvCxnSpPr>
          <p:nvPr/>
        </p:nvCxnSpPr>
        <p:spPr>
          <a:xfrm>
            <a:off x="2645228" y="6096553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0509E93-8F49-C70D-9FAC-D9CD1A0F3942}"/>
              </a:ext>
            </a:extLst>
          </p:cNvPr>
          <p:cNvCxnSpPr>
            <a:cxnSpLocks/>
          </p:cNvCxnSpPr>
          <p:nvPr/>
        </p:nvCxnSpPr>
        <p:spPr>
          <a:xfrm>
            <a:off x="4371220" y="3211655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CCBF30A-670E-A8B2-E9E1-99E8F36D1BC0}"/>
              </a:ext>
            </a:extLst>
          </p:cNvPr>
          <p:cNvCxnSpPr>
            <a:cxnSpLocks/>
          </p:cNvCxnSpPr>
          <p:nvPr/>
        </p:nvCxnSpPr>
        <p:spPr>
          <a:xfrm>
            <a:off x="5799430" y="3448992"/>
            <a:ext cx="0" cy="242672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A54ED4B-B26F-C447-A085-ED23D1E34C67}"/>
              </a:ext>
            </a:extLst>
          </p:cNvPr>
          <p:cNvCxnSpPr>
            <a:cxnSpLocks/>
          </p:cNvCxnSpPr>
          <p:nvPr/>
        </p:nvCxnSpPr>
        <p:spPr>
          <a:xfrm>
            <a:off x="5999153" y="3398942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F404C18-A917-29E3-5EF2-0B4B20AFA6F1}"/>
              </a:ext>
            </a:extLst>
          </p:cNvPr>
          <p:cNvCxnSpPr>
            <a:cxnSpLocks/>
          </p:cNvCxnSpPr>
          <p:nvPr/>
        </p:nvCxnSpPr>
        <p:spPr>
          <a:xfrm flipV="1">
            <a:off x="5999153" y="4817135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97721F8-2531-2A02-E8B0-1B3779F9CC1C}"/>
              </a:ext>
            </a:extLst>
          </p:cNvPr>
          <p:cNvCxnSpPr>
            <a:cxnSpLocks/>
          </p:cNvCxnSpPr>
          <p:nvPr/>
        </p:nvCxnSpPr>
        <p:spPr>
          <a:xfrm>
            <a:off x="4371220" y="6096553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25BABA65-68CC-59E3-2DED-8EE6DAECF3BD}"/>
              </a:ext>
            </a:extLst>
          </p:cNvPr>
          <p:cNvSpPr txBox="1"/>
          <p:nvPr/>
        </p:nvSpPr>
        <p:spPr>
          <a:xfrm>
            <a:off x="307962" y="1871212"/>
            <a:ext cx="3426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>
                <a:solidFill>
                  <a:srgbClr val="E6E6E6"/>
                </a:solidFill>
              </a:rPr>
              <a:t>We build a residual graph: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68946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0776-0A66-25C5-43E2-3E96A1921915}"/>
              </a:ext>
            </a:extLst>
          </p:cNvPr>
          <p:cNvGrpSpPr/>
          <p:nvPr/>
        </p:nvGrpSpPr>
        <p:grpSpPr>
          <a:xfrm>
            <a:off x="6524742" y="478030"/>
            <a:ext cx="5122224" cy="2415236"/>
            <a:chOff x="1437589" y="1220777"/>
            <a:chExt cx="9316822" cy="439307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F36F175-0652-F2E4-4192-2F7E587A7971}"/>
                </a:ext>
              </a:extLst>
            </p:cNvPr>
            <p:cNvCxnSpPr>
              <a:cxnSpLocks/>
            </p:cNvCxnSpPr>
            <p:nvPr/>
          </p:nvCxnSpPr>
          <p:spPr>
            <a:xfrm>
              <a:off x="3931454" y="1523397"/>
              <a:ext cx="2048432" cy="344431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72981E2-3998-55A6-7E8A-3EF001FCF053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V="1">
              <a:off x="6096000" y="1772291"/>
              <a:ext cx="1976977" cy="35418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24FA30B-611D-0509-4818-1D18F6BEEFDB}"/>
                </a:ext>
              </a:extLst>
            </p:cNvPr>
            <p:cNvSpPr/>
            <p:nvPr/>
          </p:nvSpPr>
          <p:spPr bwMode="auto">
            <a:xfrm>
              <a:off x="1437589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s</a:t>
              </a:r>
              <a:endParaRPr lang="en-US" sz="1600">
                <a:latin typeface="+mj-l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2AFD8D6-67FA-2415-D44D-3466467B2531}"/>
                </a:ext>
              </a:extLst>
            </p:cNvPr>
            <p:cNvSpPr/>
            <p:nvPr/>
          </p:nvSpPr>
          <p:spPr bwMode="auto">
            <a:xfrm>
              <a:off x="10108272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t</a:t>
              </a:r>
              <a:endParaRPr lang="en-US" sz="1600">
                <a:latin typeface="+mj-lt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97814-C18A-50BE-105C-A517C687C039}"/>
                </a:ext>
              </a:extLst>
            </p:cNvPr>
            <p:cNvSpPr/>
            <p:nvPr/>
          </p:nvSpPr>
          <p:spPr bwMode="auto">
            <a:xfrm>
              <a:off x="3567510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B</a:t>
              </a:r>
              <a:endParaRPr lang="en-US" sz="1600"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B2DA560-844C-2E8C-1025-7DA4EB217014}"/>
                </a:ext>
              </a:extLst>
            </p:cNvPr>
            <p:cNvSpPr/>
            <p:nvPr/>
          </p:nvSpPr>
          <p:spPr bwMode="auto">
            <a:xfrm>
              <a:off x="5772931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C</a:t>
              </a:r>
              <a:endParaRPr lang="en-US" sz="1600">
                <a:latin typeface="+mj-lt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C4E55C9-E040-73B7-F27C-C44472F4AD9D}"/>
                </a:ext>
              </a:extLst>
            </p:cNvPr>
            <p:cNvSpPr/>
            <p:nvPr/>
          </p:nvSpPr>
          <p:spPr bwMode="auto">
            <a:xfrm>
              <a:off x="5772931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D</a:t>
              </a:r>
              <a:endParaRPr lang="en-US" sz="1600">
                <a:latin typeface="+mj-lt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3D210C-D593-2147-4110-55154D2E91B5}"/>
                </a:ext>
              </a:extLst>
            </p:cNvPr>
            <p:cNvSpPr/>
            <p:nvPr/>
          </p:nvSpPr>
          <p:spPr bwMode="auto">
            <a:xfrm>
              <a:off x="3567510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A</a:t>
              </a:r>
              <a:endParaRPr lang="en-US" sz="1600">
                <a:latin typeface="+mj-lt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85EF26E-1F23-7E83-E620-62C2C063241C}"/>
                </a:ext>
              </a:extLst>
            </p:cNvPr>
            <p:cNvSpPr/>
            <p:nvPr/>
          </p:nvSpPr>
          <p:spPr bwMode="auto">
            <a:xfrm>
              <a:off x="7978352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F</a:t>
              </a:r>
              <a:endParaRPr lang="en-US" sz="1600">
                <a:latin typeface="+mj-l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98B1F41-9A0B-7344-0985-2A78F30FB50C}"/>
                </a:ext>
              </a:extLst>
            </p:cNvPr>
            <p:cNvSpPr/>
            <p:nvPr/>
          </p:nvSpPr>
          <p:spPr bwMode="auto">
            <a:xfrm>
              <a:off x="7978352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E</a:t>
              </a:r>
              <a:endParaRPr lang="en-US" sz="1600">
                <a:latin typeface="+mj-lt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8A406F-EE16-290F-664F-0BA24EDB01DD}"/>
                </a:ext>
              </a:extLst>
            </p:cNvPr>
            <p:cNvCxnSpPr>
              <a:cxnSpLocks/>
              <a:stCxn id="2" idx="7"/>
              <a:endCxn id="8" idx="3"/>
            </p:cNvCxnSpPr>
            <p:nvPr/>
          </p:nvCxnSpPr>
          <p:spPr>
            <a:xfrm flipV="1">
              <a:off x="1989103" y="1772291"/>
              <a:ext cx="1673032" cy="141657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CB8E568-8FC2-CA29-0DDE-4B695D54ACAF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4213649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FBD34CC-EBE7-3ABB-BC9D-73E60EB30013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019775" y="3615087"/>
              <a:ext cx="1642360" cy="1447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006E376-538F-0FE1-699E-1FC6D0F801B3}"/>
                </a:ext>
              </a:extLst>
            </p:cNvPr>
            <p:cNvCxnSpPr>
              <a:cxnSpLocks/>
            </p:cNvCxnSpPr>
            <p:nvPr/>
          </p:nvCxnSpPr>
          <p:spPr>
            <a:xfrm>
              <a:off x="4213648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9AAB6FA-44D3-346C-382D-AECF6AF0AA02}"/>
                </a:ext>
              </a:extLst>
            </p:cNvPr>
            <p:cNvCxnSpPr>
              <a:cxnSpLocks/>
              <a:stCxn id="10" idx="6"/>
              <a:endCxn id="5" idx="2"/>
            </p:cNvCxnSpPr>
            <p:nvPr/>
          </p:nvCxnSpPr>
          <p:spPr>
            <a:xfrm>
              <a:off x="6419070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BA3FA0C-0956-82EE-A216-AE51F346F48A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93" y="1866915"/>
              <a:ext cx="0" cy="31007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714F65C-973B-6B61-9E5D-E4384E6B030C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8499193" y="1802962"/>
              <a:ext cx="1703704" cy="13859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9C919DE-A4EA-BD42-AAF0-6297D69F627F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8499193" y="3645759"/>
              <a:ext cx="1703704" cy="138590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1977A2D-261E-009F-A23A-788F7D0BA4CA}"/>
                </a:ext>
              </a:extLst>
            </p:cNvPr>
            <p:cNvCxnSpPr>
              <a:cxnSpLocks/>
            </p:cNvCxnSpPr>
            <p:nvPr/>
          </p:nvCxnSpPr>
          <p:spPr>
            <a:xfrm>
              <a:off x="6419069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CD8F45C-78C5-D8A1-2BB3-EC10097ED49B}"/>
                </a:ext>
              </a:extLst>
            </p:cNvPr>
            <p:cNvSpPr txBox="1"/>
            <p:nvPr/>
          </p:nvSpPr>
          <p:spPr>
            <a:xfrm>
              <a:off x="2747740" y="2559166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66C90C1-0C3A-E640-D307-837C889853D1}"/>
                </a:ext>
              </a:extLst>
            </p:cNvPr>
            <p:cNvSpPr txBox="1"/>
            <p:nvPr/>
          </p:nvSpPr>
          <p:spPr>
            <a:xfrm>
              <a:off x="2747740" y="3905441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ABCB18-CE89-7E09-D044-941D1DCDFCB1}"/>
                </a:ext>
              </a:extLst>
            </p:cNvPr>
            <p:cNvSpPr txBox="1"/>
            <p:nvPr/>
          </p:nvSpPr>
          <p:spPr>
            <a:xfrm>
              <a:off x="4683601" y="4826614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EC0E2C4-7DED-78BA-B2C7-7BFEAB117DD0}"/>
                </a:ext>
              </a:extLst>
            </p:cNvPr>
            <p:cNvSpPr txBox="1"/>
            <p:nvPr/>
          </p:nvSpPr>
          <p:spPr>
            <a:xfrm>
              <a:off x="6939910" y="4826614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7896A57-ACAC-2E39-C115-1C6839C241A4}"/>
                </a:ext>
              </a:extLst>
            </p:cNvPr>
            <p:cNvSpPr txBox="1"/>
            <p:nvPr/>
          </p:nvSpPr>
          <p:spPr>
            <a:xfrm>
              <a:off x="7772060" y="3998559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ACD94D1-C81D-488F-93CF-14C6C2260B85}"/>
                </a:ext>
              </a:extLst>
            </p:cNvPr>
            <p:cNvSpPr txBox="1"/>
            <p:nvPr/>
          </p:nvSpPr>
          <p:spPr>
            <a:xfrm>
              <a:off x="7084488" y="3243319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0C338A-A627-D466-891F-FD644AC17CBE}"/>
                </a:ext>
              </a:extLst>
            </p:cNvPr>
            <p:cNvSpPr txBox="1"/>
            <p:nvPr/>
          </p:nvSpPr>
          <p:spPr>
            <a:xfrm>
              <a:off x="8835786" y="2511251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0DFE2D7-2A46-3AFF-B017-D8631D02FDEC}"/>
                </a:ext>
              </a:extLst>
            </p:cNvPr>
            <p:cNvSpPr txBox="1"/>
            <p:nvPr/>
          </p:nvSpPr>
          <p:spPr>
            <a:xfrm>
              <a:off x="8835786" y="3969633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BC57288-E721-DBB5-F0D3-52BB1002AA49}"/>
                </a:ext>
              </a:extLst>
            </p:cNvPr>
            <p:cNvSpPr txBox="1"/>
            <p:nvPr/>
          </p:nvSpPr>
          <p:spPr>
            <a:xfrm>
              <a:off x="4683601" y="1606080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4</a:t>
              </a:r>
              <a:endParaRPr lang="en-US" sz="16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31DAE3C-23C8-CC3B-8046-85A645DB7723}"/>
                </a:ext>
              </a:extLst>
            </p:cNvPr>
            <p:cNvSpPr txBox="1"/>
            <p:nvPr/>
          </p:nvSpPr>
          <p:spPr>
            <a:xfrm>
              <a:off x="6939910" y="1606080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4CE68CB-EB1C-3C94-0DED-8D599CED92F0}"/>
                </a:ext>
              </a:extLst>
            </p:cNvPr>
            <p:cNvSpPr txBox="1"/>
            <p:nvPr/>
          </p:nvSpPr>
          <p:spPr>
            <a:xfrm>
              <a:off x="4881414" y="2917812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48542B-3E2E-E092-E840-1FD5A83F419C}"/>
              </a:ext>
            </a:extLst>
          </p:cNvPr>
          <p:cNvSpPr txBox="1"/>
          <p:nvPr/>
        </p:nvSpPr>
        <p:spPr>
          <a:xfrm>
            <a:off x="3446550" y="257860"/>
            <a:ext cx="5078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solidFill>
                  <a:srgbClr val="E6E6E6"/>
                </a:solidFill>
              </a:rPr>
              <a:t>Input: </a:t>
            </a:r>
            <a:r>
              <a:rPr lang="fr-FR" sz="3200"/>
              <a:t>flow network</a:t>
            </a:r>
            <a:endParaRPr lang="en-US" sz="3200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CD95282-15D9-386E-2673-D4E2D8EC11E6}"/>
              </a:ext>
            </a:extLst>
          </p:cNvPr>
          <p:cNvCxnSpPr>
            <a:cxnSpLocks/>
          </p:cNvCxnSpPr>
          <p:nvPr/>
        </p:nvCxnSpPr>
        <p:spPr>
          <a:xfrm flipH="1" flipV="1">
            <a:off x="2420523" y="3426276"/>
            <a:ext cx="1656458" cy="2679566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079CB47-9D6C-7F6F-9FAA-45FB28E0615E}"/>
              </a:ext>
            </a:extLst>
          </p:cNvPr>
          <p:cNvCxnSpPr>
            <a:cxnSpLocks/>
          </p:cNvCxnSpPr>
          <p:nvPr/>
        </p:nvCxnSpPr>
        <p:spPr>
          <a:xfrm flipH="1">
            <a:off x="4176842" y="3231125"/>
            <a:ext cx="1566004" cy="265633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0D12C7A-1509-0F7D-F101-6BE80531DA76}"/>
              </a:ext>
            </a:extLst>
          </p:cNvPr>
          <p:cNvCxnSpPr>
            <a:cxnSpLocks/>
          </p:cNvCxnSpPr>
          <p:nvPr/>
        </p:nvCxnSpPr>
        <p:spPr>
          <a:xfrm>
            <a:off x="2424379" y="3180151"/>
            <a:ext cx="1656458" cy="2679566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83E4D59-49BF-6E7A-BD8F-3E498284961E}"/>
              </a:ext>
            </a:extLst>
          </p:cNvPr>
          <p:cNvCxnSpPr>
            <a:cxnSpLocks/>
          </p:cNvCxnSpPr>
          <p:nvPr/>
        </p:nvCxnSpPr>
        <p:spPr>
          <a:xfrm flipV="1">
            <a:off x="4184835" y="3449503"/>
            <a:ext cx="1566004" cy="265633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235D1BC6-AC35-8B13-75D0-D58560909905}"/>
              </a:ext>
            </a:extLst>
          </p:cNvPr>
          <p:cNvSpPr/>
          <p:nvPr/>
        </p:nvSpPr>
        <p:spPr bwMode="auto">
          <a:xfrm>
            <a:off x="472647" y="4409517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43605CE-B039-DB6D-F99C-7770E4CB0974}"/>
              </a:ext>
            </a:extLst>
          </p:cNvPr>
          <p:cNvSpPr/>
          <p:nvPr/>
        </p:nvSpPr>
        <p:spPr bwMode="auto">
          <a:xfrm>
            <a:off x="7258440" y="4409517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9205ECC-5048-1E66-73BC-473B0F21ECF6}"/>
              </a:ext>
            </a:extLst>
          </p:cNvPr>
          <p:cNvSpPr/>
          <p:nvPr/>
        </p:nvSpPr>
        <p:spPr bwMode="auto">
          <a:xfrm>
            <a:off x="2139552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DA11CCC-15C3-52DF-7234-A21CD29A9469}"/>
              </a:ext>
            </a:extLst>
          </p:cNvPr>
          <p:cNvSpPr/>
          <p:nvPr/>
        </p:nvSpPr>
        <p:spPr bwMode="auto">
          <a:xfrm>
            <a:off x="3865544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2008B92-1CDF-B11A-3190-49A78BE9B9D4}"/>
              </a:ext>
            </a:extLst>
          </p:cNvPr>
          <p:cNvSpPr/>
          <p:nvPr/>
        </p:nvSpPr>
        <p:spPr bwMode="auto">
          <a:xfrm>
            <a:off x="3865544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EB42909-4659-D16A-330C-A34AAB520776}"/>
              </a:ext>
            </a:extLst>
          </p:cNvPr>
          <p:cNvSpPr/>
          <p:nvPr/>
        </p:nvSpPr>
        <p:spPr bwMode="auto">
          <a:xfrm>
            <a:off x="2139552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0D4C2EB-E9E9-96F3-616D-691BC461D9F8}"/>
              </a:ext>
            </a:extLst>
          </p:cNvPr>
          <p:cNvSpPr/>
          <p:nvPr/>
        </p:nvSpPr>
        <p:spPr bwMode="auto">
          <a:xfrm>
            <a:off x="5591536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6B40997-A83C-2FBD-5585-5AA5B7A5149C}"/>
              </a:ext>
            </a:extLst>
          </p:cNvPr>
          <p:cNvSpPr/>
          <p:nvPr/>
        </p:nvSpPr>
        <p:spPr bwMode="auto">
          <a:xfrm>
            <a:off x="5591536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FACB84B-8838-477E-93B8-FEB445E52119}"/>
              </a:ext>
            </a:extLst>
          </p:cNvPr>
          <p:cNvCxnSpPr>
            <a:cxnSpLocks/>
          </p:cNvCxnSpPr>
          <p:nvPr/>
        </p:nvCxnSpPr>
        <p:spPr>
          <a:xfrm flipV="1">
            <a:off x="928274" y="3398942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84566C2-0041-C885-3A5B-73297A78DBC0}"/>
              </a:ext>
            </a:extLst>
          </p:cNvPr>
          <p:cNvCxnSpPr>
            <a:cxnSpLocks/>
          </p:cNvCxnSpPr>
          <p:nvPr/>
        </p:nvCxnSpPr>
        <p:spPr>
          <a:xfrm>
            <a:off x="2645228" y="3211655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6EE0CAC-8B18-CD41-28F0-FF0FA2BD1BC6}"/>
              </a:ext>
            </a:extLst>
          </p:cNvPr>
          <p:cNvCxnSpPr>
            <a:cxnSpLocks/>
          </p:cNvCxnSpPr>
          <p:nvPr/>
        </p:nvCxnSpPr>
        <p:spPr>
          <a:xfrm>
            <a:off x="928274" y="4817135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22CB59A-EE63-CCA0-BFDA-8EFB6978CF17}"/>
              </a:ext>
            </a:extLst>
          </p:cNvPr>
          <p:cNvCxnSpPr>
            <a:cxnSpLocks/>
          </p:cNvCxnSpPr>
          <p:nvPr/>
        </p:nvCxnSpPr>
        <p:spPr>
          <a:xfrm>
            <a:off x="2645228" y="6096553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0509E93-8F49-C70D-9FAC-D9CD1A0F3942}"/>
              </a:ext>
            </a:extLst>
          </p:cNvPr>
          <p:cNvCxnSpPr>
            <a:cxnSpLocks/>
          </p:cNvCxnSpPr>
          <p:nvPr/>
        </p:nvCxnSpPr>
        <p:spPr>
          <a:xfrm>
            <a:off x="4371220" y="3211655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CCBF30A-670E-A8B2-E9E1-99E8F36D1BC0}"/>
              </a:ext>
            </a:extLst>
          </p:cNvPr>
          <p:cNvCxnSpPr>
            <a:cxnSpLocks/>
          </p:cNvCxnSpPr>
          <p:nvPr/>
        </p:nvCxnSpPr>
        <p:spPr>
          <a:xfrm>
            <a:off x="5799430" y="3448992"/>
            <a:ext cx="0" cy="242672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A54ED4B-B26F-C447-A085-ED23D1E34C67}"/>
              </a:ext>
            </a:extLst>
          </p:cNvPr>
          <p:cNvCxnSpPr>
            <a:cxnSpLocks/>
          </p:cNvCxnSpPr>
          <p:nvPr/>
        </p:nvCxnSpPr>
        <p:spPr>
          <a:xfrm>
            <a:off x="5999153" y="3398942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F404C18-A917-29E3-5EF2-0B4B20AFA6F1}"/>
              </a:ext>
            </a:extLst>
          </p:cNvPr>
          <p:cNvCxnSpPr>
            <a:cxnSpLocks/>
          </p:cNvCxnSpPr>
          <p:nvPr/>
        </p:nvCxnSpPr>
        <p:spPr>
          <a:xfrm flipV="1">
            <a:off x="5999153" y="4817135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97721F8-2531-2A02-E8B0-1B3779F9CC1C}"/>
              </a:ext>
            </a:extLst>
          </p:cNvPr>
          <p:cNvCxnSpPr>
            <a:cxnSpLocks/>
          </p:cNvCxnSpPr>
          <p:nvPr/>
        </p:nvCxnSpPr>
        <p:spPr>
          <a:xfrm>
            <a:off x="4371220" y="6096553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6E6C429-A108-B4B3-7C38-19DF11403825}"/>
              </a:ext>
            </a:extLst>
          </p:cNvPr>
          <p:cNvCxnSpPr>
            <a:cxnSpLocks/>
          </p:cNvCxnSpPr>
          <p:nvPr/>
        </p:nvCxnSpPr>
        <p:spPr>
          <a:xfrm flipH="1">
            <a:off x="2645228" y="3112753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B8057E1C-79DE-A0D4-A056-1E99D3D6F211}"/>
              </a:ext>
            </a:extLst>
          </p:cNvPr>
          <p:cNvCxnSpPr>
            <a:cxnSpLocks/>
          </p:cNvCxnSpPr>
          <p:nvPr/>
        </p:nvCxnSpPr>
        <p:spPr>
          <a:xfrm flipH="1">
            <a:off x="4371219" y="3112753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544FE8E-CFBC-E8DA-5E8B-1DA321274EEB}"/>
              </a:ext>
            </a:extLst>
          </p:cNvPr>
          <p:cNvCxnSpPr>
            <a:cxnSpLocks/>
          </p:cNvCxnSpPr>
          <p:nvPr/>
        </p:nvCxnSpPr>
        <p:spPr>
          <a:xfrm flipV="1">
            <a:off x="5890508" y="3448992"/>
            <a:ext cx="0" cy="242672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BA8CE10-D8DD-889B-6F06-A5781BE9B234}"/>
              </a:ext>
            </a:extLst>
          </p:cNvPr>
          <p:cNvCxnSpPr>
            <a:cxnSpLocks/>
          </p:cNvCxnSpPr>
          <p:nvPr/>
        </p:nvCxnSpPr>
        <p:spPr>
          <a:xfrm flipH="1">
            <a:off x="2645228" y="6193221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F540C18-07FC-AC02-2669-BB5810511163}"/>
              </a:ext>
            </a:extLst>
          </p:cNvPr>
          <p:cNvCxnSpPr>
            <a:cxnSpLocks/>
          </p:cNvCxnSpPr>
          <p:nvPr/>
        </p:nvCxnSpPr>
        <p:spPr>
          <a:xfrm flipH="1">
            <a:off x="4371219" y="6193221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B1A147BE-4A1C-C85D-9A5E-794C633ADEDE}"/>
              </a:ext>
            </a:extLst>
          </p:cNvPr>
          <p:cNvCxnSpPr>
            <a:cxnSpLocks/>
          </p:cNvCxnSpPr>
          <p:nvPr/>
        </p:nvCxnSpPr>
        <p:spPr>
          <a:xfrm flipH="1">
            <a:off x="6066228" y="4899192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508C23B-BCA4-7B73-4DAD-1FABF2078429}"/>
              </a:ext>
            </a:extLst>
          </p:cNvPr>
          <p:cNvCxnSpPr>
            <a:cxnSpLocks/>
          </p:cNvCxnSpPr>
          <p:nvPr/>
        </p:nvCxnSpPr>
        <p:spPr>
          <a:xfrm flipH="1" flipV="1">
            <a:off x="6063748" y="3300883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8EA68FF-F306-E9E9-0473-BE89E22905E6}"/>
              </a:ext>
            </a:extLst>
          </p:cNvPr>
          <p:cNvCxnSpPr>
            <a:cxnSpLocks/>
          </p:cNvCxnSpPr>
          <p:nvPr/>
        </p:nvCxnSpPr>
        <p:spPr>
          <a:xfrm flipH="1" flipV="1">
            <a:off x="819629" y="4915195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691E337-5D68-2589-2545-5FAE177ED471}"/>
              </a:ext>
            </a:extLst>
          </p:cNvPr>
          <p:cNvCxnSpPr>
            <a:cxnSpLocks/>
          </p:cNvCxnSpPr>
          <p:nvPr/>
        </p:nvCxnSpPr>
        <p:spPr>
          <a:xfrm flipH="1">
            <a:off x="821661" y="3318917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25BABA65-68CC-59E3-2DED-8EE6DAECF3BD}"/>
              </a:ext>
            </a:extLst>
          </p:cNvPr>
          <p:cNvSpPr txBox="1"/>
          <p:nvPr/>
        </p:nvSpPr>
        <p:spPr>
          <a:xfrm>
            <a:off x="307962" y="1871212"/>
            <a:ext cx="3426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>
                <a:solidFill>
                  <a:srgbClr val="E6E6E6"/>
                </a:solidFill>
              </a:rPr>
              <a:t>We build a residual graph: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96119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0776-0A66-25C5-43E2-3E96A1921915}"/>
              </a:ext>
            </a:extLst>
          </p:cNvPr>
          <p:cNvGrpSpPr/>
          <p:nvPr/>
        </p:nvGrpSpPr>
        <p:grpSpPr>
          <a:xfrm>
            <a:off x="6524742" y="478030"/>
            <a:ext cx="5122224" cy="2415236"/>
            <a:chOff x="1437589" y="1220777"/>
            <a:chExt cx="9316822" cy="439307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F36F175-0652-F2E4-4192-2F7E587A7971}"/>
                </a:ext>
              </a:extLst>
            </p:cNvPr>
            <p:cNvCxnSpPr>
              <a:cxnSpLocks/>
            </p:cNvCxnSpPr>
            <p:nvPr/>
          </p:nvCxnSpPr>
          <p:spPr>
            <a:xfrm>
              <a:off x="3931454" y="1523397"/>
              <a:ext cx="2048432" cy="344431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72981E2-3998-55A6-7E8A-3EF001FCF053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V="1">
              <a:off x="6096000" y="1772291"/>
              <a:ext cx="1976977" cy="35418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24FA30B-611D-0509-4818-1D18F6BEEFDB}"/>
                </a:ext>
              </a:extLst>
            </p:cNvPr>
            <p:cNvSpPr/>
            <p:nvPr/>
          </p:nvSpPr>
          <p:spPr bwMode="auto">
            <a:xfrm>
              <a:off x="1437589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s</a:t>
              </a:r>
              <a:endParaRPr lang="en-US" sz="1600">
                <a:latin typeface="+mj-l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2AFD8D6-67FA-2415-D44D-3466467B2531}"/>
                </a:ext>
              </a:extLst>
            </p:cNvPr>
            <p:cNvSpPr/>
            <p:nvPr/>
          </p:nvSpPr>
          <p:spPr bwMode="auto">
            <a:xfrm>
              <a:off x="10108272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t</a:t>
              </a:r>
              <a:endParaRPr lang="en-US" sz="1600">
                <a:latin typeface="+mj-lt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97814-C18A-50BE-105C-A517C687C039}"/>
                </a:ext>
              </a:extLst>
            </p:cNvPr>
            <p:cNvSpPr/>
            <p:nvPr/>
          </p:nvSpPr>
          <p:spPr bwMode="auto">
            <a:xfrm>
              <a:off x="3567510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B</a:t>
              </a:r>
              <a:endParaRPr lang="en-US" sz="1600"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B2DA560-844C-2E8C-1025-7DA4EB217014}"/>
                </a:ext>
              </a:extLst>
            </p:cNvPr>
            <p:cNvSpPr/>
            <p:nvPr/>
          </p:nvSpPr>
          <p:spPr bwMode="auto">
            <a:xfrm>
              <a:off x="5772931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C</a:t>
              </a:r>
              <a:endParaRPr lang="en-US" sz="1600">
                <a:latin typeface="+mj-lt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C4E55C9-E040-73B7-F27C-C44472F4AD9D}"/>
                </a:ext>
              </a:extLst>
            </p:cNvPr>
            <p:cNvSpPr/>
            <p:nvPr/>
          </p:nvSpPr>
          <p:spPr bwMode="auto">
            <a:xfrm>
              <a:off x="5772931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D</a:t>
              </a:r>
              <a:endParaRPr lang="en-US" sz="1600">
                <a:latin typeface="+mj-lt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3D210C-D593-2147-4110-55154D2E91B5}"/>
                </a:ext>
              </a:extLst>
            </p:cNvPr>
            <p:cNvSpPr/>
            <p:nvPr/>
          </p:nvSpPr>
          <p:spPr bwMode="auto">
            <a:xfrm>
              <a:off x="3567510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A</a:t>
              </a:r>
              <a:endParaRPr lang="en-US" sz="1600">
                <a:latin typeface="+mj-lt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85EF26E-1F23-7E83-E620-62C2C063241C}"/>
                </a:ext>
              </a:extLst>
            </p:cNvPr>
            <p:cNvSpPr/>
            <p:nvPr/>
          </p:nvSpPr>
          <p:spPr bwMode="auto">
            <a:xfrm>
              <a:off x="7978352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F</a:t>
              </a:r>
              <a:endParaRPr lang="en-US" sz="1600">
                <a:latin typeface="+mj-l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98B1F41-9A0B-7344-0985-2A78F30FB50C}"/>
                </a:ext>
              </a:extLst>
            </p:cNvPr>
            <p:cNvSpPr/>
            <p:nvPr/>
          </p:nvSpPr>
          <p:spPr bwMode="auto">
            <a:xfrm>
              <a:off x="7978352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E</a:t>
              </a:r>
              <a:endParaRPr lang="en-US" sz="1600">
                <a:latin typeface="+mj-lt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8A406F-EE16-290F-664F-0BA24EDB01DD}"/>
                </a:ext>
              </a:extLst>
            </p:cNvPr>
            <p:cNvCxnSpPr>
              <a:cxnSpLocks/>
              <a:stCxn id="2" idx="7"/>
              <a:endCxn id="8" idx="3"/>
            </p:cNvCxnSpPr>
            <p:nvPr/>
          </p:nvCxnSpPr>
          <p:spPr>
            <a:xfrm flipV="1">
              <a:off x="1989103" y="1772291"/>
              <a:ext cx="1673032" cy="141657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CB8E568-8FC2-CA29-0DDE-4B695D54ACAF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4213649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FBD34CC-EBE7-3ABB-BC9D-73E60EB30013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019775" y="3615087"/>
              <a:ext cx="1642360" cy="1447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006E376-538F-0FE1-699E-1FC6D0F801B3}"/>
                </a:ext>
              </a:extLst>
            </p:cNvPr>
            <p:cNvCxnSpPr>
              <a:cxnSpLocks/>
            </p:cNvCxnSpPr>
            <p:nvPr/>
          </p:nvCxnSpPr>
          <p:spPr>
            <a:xfrm>
              <a:off x="4213648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9AAB6FA-44D3-346C-382D-AECF6AF0AA02}"/>
                </a:ext>
              </a:extLst>
            </p:cNvPr>
            <p:cNvCxnSpPr>
              <a:cxnSpLocks/>
              <a:stCxn id="10" idx="6"/>
              <a:endCxn id="5" idx="2"/>
            </p:cNvCxnSpPr>
            <p:nvPr/>
          </p:nvCxnSpPr>
          <p:spPr>
            <a:xfrm>
              <a:off x="6419070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BA3FA0C-0956-82EE-A216-AE51F346F48A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93" y="1866915"/>
              <a:ext cx="0" cy="31007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714F65C-973B-6B61-9E5D-E4384E6B030C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8499193" y="1802962"/>
              <a:ext cx="1703704" cy="13859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9C919DE-A4EA-BD42-AAF0-6297D69F627F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8499193" y="3645759"/>
              <a:ext cx="1703704" cy="138590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1977A2D-261E-009F-A23A-788F7D0BA4CA}"/>
                </a:ext>
              </a:extLst>
            </p:cNvPr>
            <p:cNvCxnSpPr>
              <a:cxnSpLocks/>
            </p:cNvCxnSpPr>
            <p:nvPr/>
          </p:nvCxnSpPr>
          <p:spPr>
            <a:xfrm>
              <a:off x="6419069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CD8F45C-78C5-D8A1-2BB3-EC10097ED49B}"/>
                </a:ext>
              </a:extLst>
            </p:cNvPr>
            <p:cNvSpPr txBox="1"/>
            <p:nvPr/>
          </p:nvSpPr>
          <p:spPr>
            <a:xfrm>
              <a:off x="2747740" y="2559166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66C90C1-0C3A-E640-D307-837C889853D1}"/>
                </a:ext>
              </a:extLst>
            </p:cNvPr>
            <p:cNvSpPr txBox="1"/>
            <p:nvPr/>
          </p:nvSpPr>
          <p:spPr>
            <a:xfrm>
              <a:off x="2747740" y="3905441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ABCB18-CE89-7E09-D044-941D1DCDFCB1}"/>
                </a:ext>
              </a:extLst>
            </p:cNvPr>
            <p:cNvSpPr txBox="1"/>
            <p:nvPr/>
          </p:nvSpPr>
          <p:spPr>
            <a:xfrm>
              <a:off x="4683601" y="4826614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EC0E2C4-7DED-78BA-B2C7-7BFEAB117DD0}"/>
                </a:ext>
              </a:extLst>
            </p:cNvPr>
            <p:cNvSpPr txBox="1"/>
            <p:nvPr/>
          </p:nvSpPr>
          <p:spPr>
            <a:xfrm>
              <a:off x="6939910" y="4826614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7896A57-ACAC-2E39-C115-1C6839C241A4}"/>
                </a:ext>
              </a:extLst>
            </p:cNvPr>
            <p:cNvSpPr txBox="1"/>
            <p:nvPr/>
          </p:nvSpPr>
          <p:spPr>
            <a:xfrm>
              <a:off x="7772060" y="3998559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ACD94D1-C81D-488F-93CF-14C6C2260B85}"/>
                </a:ext>
              </a:extLst>
            </p:cNvPr>
            <p:cNvSpPr txBox="1"/>
            <p:nvPr/>
          </p:nvSpPr>
          <p:spPr>
            <a:xfrm>
              <a:off x="7084488" y="3243319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0C338A-A627-D466-891F-FD644AC17CBE}"/>
                </a:ext>
              </a:extLst>
            </p:cNvPr>
            <p:cNvSpPr txBox="1"/>
            <p:nvPr/>
          </p:nvSpPr>
          <p:spPr>
            <a:xfrm>
              <a:off x="8835786" y="2511251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0DFE2D7-2A46-3AFF-B017-D8631D02FDEC}"/>
                </a:ext>
              </a:extLst>
            </p:cNvPr>
            <p:cNvSpPr txBox="1"/>
            <p:nvPr/>
          </p:nvSpPr>
          <p:spPr>
            <a:xfrm>
              <a:off x="8835786" y="3969633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BC57288-E721-DBB5-F0D3-52BB1002AA49}"/>
                </a:ext>
              </a:extLst>
            </p:cNvPr>
            <p:cNvSpPr txBox="1"/>
            <p:nvPr/>
          </p:nvSpPr>
          <p:spPr>
            <a:xfrm>
              <a:off x="4683601" y="1606080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4</a:t>
              </a:r>
              <a:endParaRPr lang="en-US" sz="16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31DAE3C-23C8-CC3B-8046-85A645DB7723}"/>
                </a:ext>
              </a:extLst>
            </p:cNvPr>
            <p:cNvSpPr txBox="1"/>
            <p:nvPr/>
          </p:nvSpPr>
          <p:spPr>
            <a:xfrm>
              <a:off x="6939910" y="1606080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4CE68CB-EB1C-3C94-0DED-8D599CED92F0}"/>
                </a:ext>
              </a:extLst>
            </p:cNvPr>
            <p:cNvSpPr txBox="1"/>
            <p:nvPr/>
          </p:nvSpPr>
          <p:spPr>
            <a:xfrm>
              <a:off x="4881414" y="2917812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48542B-3E2E-E092-E840-1FD5A83F419C}"/>
              </a:ext>
            </a:extLst>
          </p:cNvPr>
          <p:cNvSpPr txBox="1"/>
          <p:nvPr/>
        </p:nvSpPr>
        <p:spPr>
          <a:xfrm>
            <a:off x="3446550" y="257860"/>
            <a:ext cx="5078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solidFill>
                  <a:srgbClr val="E6E6E6"/>
                </a:solidFill>
              </a:rPr>
              <a:t>Input: </a:t>
            </a:r>
            <a:r>
              <a:rPr lang="fr-FR" sz="3200"/>
              <a:t>flow network</a:t>
            </a:r>
            <a:endParaRPr lang="en-US" sz="3200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CD95282-15D9-386E-2673-D4E2D8EC11E6}"/>
              </a:ext>
            </a:extLst>
          </p:cNvPr>
          <p:cNvCxnSpPr>
            <a:cxnSpLocks/>
          </p:cNvCxnSpPr>
          <p:nvPr/>
        </p:nvCxnSpPr>
        <p:spPr>
          <a:xfrm flipH="1" flipV="1">
            <a:off x="2420523" y="3426276"/>
            <a:ext cx="1656458" cy="2679566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079CB47-9D6C-7F6F-9FAA-45FB28E0615E}"/>
              </a:ext>
            </a:extLst>
          </p:cNvPr>
          <p:cNvCxnSpPr>
            <a:cxnSpLocks/>
          </p:cNvCxnSpPr>
          <p:nvPr/>
        </p:nvCxnSpPr>
        <p:spPr>
          <a:xfrm flipH="1">
            <a:off x="4176842" y="3231125"/>
            <a:ext cx="1566004" cy="265633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0D12C7A-1509-0F7D-F101-6BE80531DA76}"/>
              </a:ext>
            </a:extLst>
          </p:cNvPr>
          <p:cNvCxnSpPr>
            <a:cxnSpLocks/>
          </p:cNvCxnSpPr>
          <p:nvPr/>
        </p:nvCxnSpPr>
        <p:spPr>
          <a:xfrm>
            <a:off x="2424379" y="3180151"/>
            <a:ext cx="1656458" cy="2679566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83E4D59-49BF-6E7A-BD8F-3E498284961E}"/>
              </a:ext>
            </a:extLst>
          </p:cNvPr>
          <p:cNvCxnSpPr>
            <a:cxnSpLocks/>
          </p:cNvCxnSpPr>
          <p:nvPr/>
        </p:nvCxnSpPr>
        <p:spPr>
          <a:xfrm flipV="1">
            <a:off x="4184835" y="3449503"/>
            <a:ext cx="1566004" cy="265633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235D1BC6-AC35-8B13-75D0-D58560909905}"/>
              </a:ext>
            </a:extLst>
          </p:cNvPr>
          <p:cNvSpPr/>
          <p:nvPr/>
        </p:nvSpPr>
        <p:spPr bwMode="auto">
          <a:xfrm>
            <a:off x="472647" y="4409517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43605CE-B039-DB6D-F99C-7770E4CB0974}"/>
              </a:ext>
            </a:extLst>
          </p:cNvPr>
          <p:cNvSpPr/>
          <p:nvPr/>
        </p:nvSpPr>
        <p:spPr bwMode="auto">
          <a:xfrm>
            <a:off x="7258440" y="4409517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9205ECC-5048-1E66-73BC-473B0F21ECF6}"/>
              </a:ext>
            </a:extLst>
          </p:cNvPr>
          <p:cNvSpPr/>
          <p:nvPr/>
        </p:nvSpPr>
        <p:spPr bwMode="auto">
          <a:xfrm>
            <a:off x="2139552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DA11CCC-15C3-52DF-7234-A21CD29A9469}"/>
              </a:ext>
            </a:extLst>
          </p:cNvPr>
          <p:cNvSpPr/>
          <p:nvPr/>
        </p:nvSpPr>
        <p:spPr bwMode="auto">
          <a:xfrm>
            <a:off x="3865544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2008B92-1CDF-B11A-3190-49A78BE9B9D4}"/>
              </a:ext>
            </a:extLst>
          </p:cNvPr>
          <p:cNvSpPr/>
          <p:nvPr/>
        </p:nvSpPr>
        <p:spPr bwMode="auto">
          <a:xfrm>
            <a:off x="3865544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EB42909-4659-D16A-330C-A34AAB520776}"/>
              </a:ext>
            </a:extLst>
          </p:cNvPr>
          <p:cNvSpPr/>
          <p:nvPr/>
        </p:nvSpPr>
        <p:spPr bwMode="auto">
          <a:xfrm>
            <a:off x="2139552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0D4C2EB-E9E9-96F3-616D-691BC461D9F8}"/>
              </a:ext>
            </a:extLst>
          </p:cNvPr>
          <p:cNvSpPr/>
          <p:nvPr/>
        </p:nvSpPr>
        <p:spPr bwMode="auto">
          <a:xfrm>
            <a:off x="5591536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6B40997-A83C-2FBD-5585-5AA5B7A5149C}"/>
              </a:ext>
            </a:extLst>
          </p:cNvPr>
          <p:cNvSpPr/>
          <p:nvPr/>
        </p:nvSpPr>
        <p:spPr bwMode="auto">
          <a:xfrm>
            <a:off x="5591536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FACB84B-8838-477E-93B8-FEB445E52119}"/>
              </a:ext>
            </a:extLst>
          </p:cNvPr>
          <p:cNvCxnSpPr>
            <a:cxnSpLocks/>
          </p:cNvCxnSpPr>
          <p:nvPr/>
        </p:nvCxnSpPr>
        <p:spPr>
          <a:xfrm flipV="1">
            <a:off x="928274" y="3398942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84566C2-0041-C885-3A5B-73297A78DBC0}"/>
              </a:ext>
            </a:extLst>
          </p:cNvPr>
          <p:cNvCxnSpPr>
            <a:cxnSpLocks/>
          </p:cNvCxnSpPr>
          <p:nvPr/>
        </p:nvCxnSpPr>
        <p:spPr>
          <a:xfrm>
            <a:off x="2645228" y="3211655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6EE0CAC-8B18-CD41-28F0-FF0FA2BD1BC6}"/>
              </a:ext>
            </a:extLst>
          </p:cNvPr>
          <p:cNvCxnSpPr>
            <a:cxnSpLocks/>
          </p:cNvCxnSpPr>
          <p:nvPr/>
        </p:nvCxnSpPr>
        <p:spPr>
          <a:xfrm>
            <a:off x="928274" y="4817135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22CB59A-EE63-CCA0-BFDA-8EFB6978CF17}"/>
              </a:ext>
            </a:extLst>
          </p:cNvPr>
          <p:cNvCxnSpPr>
            <a:cxnSpLocks/>
          </p:cNvCxnSpPr>
          <p:nvPr/>
        </p:nvCxnSpPr>
        <p:spPr>
          <a:xfrm>
            <a:off x="2645228" y="6096553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0509E93-8F49-C70D-9FAC-D9CD1A0F3942}"/>
              </a:ext>
            </a:extLst>
          </p:cNvPr>
          <p:cNvCxnSpPr>
            <a:cxnSpLocks/>
          </p:cNvCxnSpPr>
          <p:nvPr/>
        </p:nvCxnSpPr>
        <p:spPr>
          <a:xfrm>
            <a:off x="4371220" y="3211655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CCBF30A-670E-A8B2-E9E1-99E8F36D1BC0}"/>
              </a:ext>
            </a:extLst>
          </p:cNvPr>
          <p:cNvCxnSpPr>
            <a:cxnSpLocks/>
          </p:cNvCxnSpPr>
          <p:nvPr/>
        </p:nvCxnSpPr>
        <p:spPr>
          <a:xfrm>
            <a:off x="5799430" y="3448992"/>
            <a:ext cx="0" cy="242672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A54ED4B-B26F-C447-A085-ED23D1E34C67}"/>
              </a:ext>
            </a:extLst>
          </p:cNvPr>
          <p:cNvCxnSpPr>
            <a:cxnSpLocks/>
          </p:cNvCxnSpPr>
          <p:nvPr/>
        </p:nvCxnSpPr>
        <p:spPr>
          <a:xfrm>
            <a:off x="5999153" y="3398942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F404C18-A917-29E3-5EF2-0B4B20AFA6F1}"/>
              </a:ext>
            </a:extLst>
          </p:cNvPr>
          <p:cNvCxnSpPr>
            <a:cxnSpLocks/>
          </p:cNvCxnSpPr>
          <p:nvPr/>
        </p:nvCxnSpPr>
        <p:spPr>
          <a:xfrm flipV="1">
            <a:off x="5999153" y="4817135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97721F8-2531-2A02-E8B0-1B3779F9CC1C}"/>
              </a:ext>
            </a:extLst>
          </p:cNvPr>
          <p:cNvCxnSpPr>
            <a:cxnSpLocks/>
          </p:cNvCxnSpPr>
          <p:nvPr/>
        </p:nvCxnSpPr>
        <p:spPr>
          <a:xfrm>
            <a:off x="4371220" y="6096553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6E6C429-A108-B4B3-7C38-19DF11403825}"/>
              </a:ext>
            </a:extLst>
          </p:cNvPr>
          <p:cNvCxnSpPr>
            <a:cxnSpLocks/>
          </p:cNvCxnSpPr>
          <p:nvPr/>
        </p:nvCxnSpPr>
        <p:spPr>
          <a:xfrm flipH="1">
            <a:off x="2645228" y="3112753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B8057E1C-79DE-A0D4-A056-1E99D3D6F211}"/>
              </a:ext>
            </a:extLst>
          </p:cNvPr>
          <p:cNvCxnSpPr>
            <a:cxnSpLocks/>
          </p:cNvCxnSpPr>
          <p:nvPr/>
        </p:nvCxnSpPr>
        <p:spPr>
          <a:xfrm flipH="1">
            <a:off x="4371219" y="3112753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544FE8E-CFBC-E8DA-5E8B-1DA321274EEB}"/>
              </a:ext>
            </a:extLst>
          </p:cNvPr>
          <p:cNvCxnSpPr>
            <a:cxnSpLocks/>
          </p:cNvCxnSpPr>
          <p:nvPr/>
        </p:nvCxnSpPr>
        <p:spPr>
          <a:xfrm flipV="1">
            <a:off x="5890508" y="3448992"/>
            <a:ext cx="0" cy="242672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BA8CE10-D8DD-889B-6F06-A5781BE9B234}"/>
              </a:ext>
            </a:extLst>
          </p:cNvPr>
          <p:cNvCxnSpPr>
            <a:cxnSpLocks/>
          </p:cNvCxnSpPr>
          <p:nvPr/>
        </p:nvCxnSpPr>
        <p:spPr>
          <a:xfrm flipH="1">
            <a:off x="2645228" y="6193221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F540C18-07FC-AC02-2669-BB5810511163}"/>
              </a:ext>
            </a:extLst>
          </p:cNvPr>
          <p:cNvCxnSpPr>
            <a:cxnSpLocks/>
          </p:cNvCxnSpPr>
          <p:nvPr/>
        </p:nvCxnSpPr>
        <p:spPr>
          <a:xfrm flipH="1">
            <a:off x="4371219" y="6193221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B1A147BE-4A1C-C85D-9A5E-794C633ADEDE}"/>
              </a:ext>
            </a:extLst>
          </p:cNvPr>
          <p:cNvCxnSpPr>
            <a:cxnSpLocks/>
          </p:cNvCxnSpPr>
          <p:nvPr/>
        </p:nvCxnSpPr>
        <p:spPr>
          <a:xfrm flipH="1">
            <a:off x="6066228" y="4899192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508C23B-BCA4-7B73-4DAD-1FABF2078429}"/>
              </a:ext>
            </a:extLst>
          </p:cNvPr>
          <p:cNvCxnSpPr>
            <a:cxnSpLocks/>
          </p:cNvCxnSpPr>
          <p:nvPr/>
        </p:nvCxnSpPr>
        <p:spPr>
          <a:xfrm flipH="1" flipV="1">
            <a:off x="6063748" y="3300883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8EA68FF-F306-E9E9-0473-BE89E22905E6}"/>
              </a:ext>
            </a:extLst>
          </p:cNvPr>
          <p:cNvCxnSpPr>
            <a:cxnSpLocks/>
          </p:cNvCxnSpPr>
          <p:nvPr/>
        </p:nvCxnSpPr>
        <p:spPr>
          <a:xfrm flipH="1" flipV="1">
            <a:off x="819629" y="4915195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691E337-5D68-2589-2545-5FAE177ED471}"/>
              </a:ext>
            </a:extLst>
          </p:cNvPr>
          <p:cNvCxnSpPr>
            <a:cxnSpLocks/>
          </p:cNvCxnSpPr>
          <p:nvPr/>
        </p:nvCxnSpPr>
        <p:spPr>
          <a:xfrm flipH="1">
            <a:off x="821661" y="3318917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25BABA65-68CC-59E3-2DED-8EE6DAECF3BD}"/>
              </a:ext>
            </a:extLst>
          </p:cNvPr>
          <p:cNvSpPr txBox="1"/>
          <p:nvPr/>
        </p:nvSpPr>
        <p:spPr>
          <a:xfrm>
            <a:off x="307962" y="1871212"/>
            <a:ext cx="3426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>
                <a:solidFill>
                  <a:srgbClr val="E6E6E6"/>
                </a:solidFill>
              </a:rPr>
              <a:t>We build a residual graph: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B8A39-CE1F-5CF5-D4C2-2DFE7B5F1448}"/>
              </a:ext>
            </a:extLst>
          </p:cNvPr>
          <p:cNvSpPr txBox="1"/>
          <p:nvPr/>
        </p:nvSpPr>
        <p:spPr>
          <a:xfrm>
            <a:off x="7936387" y="3517648"/>
            <a:ext cx="38519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/>
              <a:t>The residual graph stores the remaining capacity of each edge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343D46"/>
                </a:solidFill>
              </a:rPr>
              <a:t>Initially, the remaining capacity of a </a:t>
            </a:r>
            <a:r>
              <a:rPr lang="fr-FR" sz="2000" b="1">
                <a:solidFill>
                  <a:srgbClr val="343D46"/>
                </a:solidFill>
              </a:rPr>
              <a:t>forward</a:t>
            </a:r>
            <a:r>
              <a:rPr lang="fr-FR" sz="2000">
                <a:solidFill>
                  <a:srgbClr val="343D46"/>
                </a:solidFill>
              </a:rPr>
              <a:t> edge is its maximum capacity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343D46"/>
                </a:solidFill>
              </a:rPr>
              <a:t>Initially, the remaining capacity of a </a:t>
            </a:r>
            <a:r>
              <a:rPr lang="fr-FR" sz="2000" b="1">
                <a:solidFill>
                  <a:srgbClr val="343D46"/>
                </a:solidFill>
              </a:rPr>
              <a:t>backward</a:t>
            </a:r>
            <a:r>
              <a:rPr lang="fr-FR" sz="2000">
                <a:solidFill>
                  <a:srgbClr val="343D46"/>
                </a:solidFill>
              </a:rPr>
              <a:t> edge is 0</a:t>
            </a:r>
          </a:p>
        </p:txBody>
      </p:sp>
    </p:spTree>
    <p:extLst>
      <p:ext uri="{BB962C8B-B14F-4D97-AF65-F5344CB8AC3E}">
        <p14:creationId xmlns:p14="http://schemas.microsoft.com/office/powerpoint/2010/main" val="3121655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0776-0A66-25C5-43E2-3E96A1921915}"/>
              </a:ext>
            </a:extLst>
          </p:cNvPr>
          <p:cNvGrpSpPr/>
          <p:nvPr/>
        </p:nvGrpSpPr>
        <p:grpSpPr>
          <a:xfrm>
            <a:off x="6524742" y="478030"/>
            <a:ext cx="5122224" cy="2415236"/>
            <a:chOff x="1437589" y="1220777"/>
            <a:chExt cx="9316822" cy="439307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F36F175-0652-F2E4-4192-2F7E587A7971}"/>
                </a:ext>
              </a:extLst>
            </p:cNvPr>
            <p:cNvCxnSpPr>
              <a:cxnSpLocks/>
            </p:cNvCxnSpPr>
            <p:nvPr/>
          </p:nvCxnSpPr>
          <p:spPr>
            <a:xfrm>
              <a:off x="3931454" y="1523397"/>
              <a:ext cx="2048432" cy="344431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72981E2-3998-55A6-7E8A-3EF001FCF053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V="1">
              <a:off x="6096000" y="1772291"/>
              <a:ext cx="1976977" cy="35418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24FA30B-611D-0509-4818-1D18F6BEEFDB}"/>
                </a:ext>
              </a:extLst>
            </p:cNvPr>
            <p:cNvSpPr/>
            <p:nvPr/>
          </p:nvSpPr>
          <p:spPr bwMode="auto">
            <a:xfrm>
              <a:off x="1437589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s</a:t>
              </a:r>
              <a:endParaRPr lang="en-US" sz="1600">
                <a:latin typeface="+mj-l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2AFD8D6-67FA-2415-D44D-3466467B2531}"/>
                </a:ext>
              </a:extLst>
            </p:cNvPr>
            <p:cNvSpPr/>
            <p:nvPr/>
          </p:nvSpPr>
          <p:spPr bwMode="auto">
            <a:xfrm>
              <a:off x="10108272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t</a:t>
              </a:r>
              <a:endParaRPr lang="en-US" sz="1600">
                <a:latin typeface="+mj-lt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97814-C18A-50BE-105C-A517C687C039}"/>
                </a:ext>
              </a:extLst>
            </p:cNvPr>
            <p:cNvSpPr/>
            <p:nvPr/>
          </p:nvSpPr>
          <p:spPr bwMode="auto">
            <a:xfrm>
              <a:off x="3567510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B</a:t>
              </a:r>
              <a:endParaRPr lang="en-US" sz="1600"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B2DA560-844C-2E8C-1025-7DA4EB217014}"/>
                </a:ext>
              </a:extLst>
            </p:cNvPr>
            <p:cNvSpPr/>
            <p:nvPr/>
          </p:nvSpPr>
          <p:spPr bwMode="auto">
            <a:xfrm>
              <a:off x="5772931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C</a:t>
              </a:r>
              <a:endParaRPr lang="en-US" sz="1600">
                <a:latin typeface="+mj-lt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C4E55C9-E040-73B7-F27C-C44472F4AD9D}"/>
                </a:ext>
              </a:extLst>
            </p:cNvPr>
            <p:cNvSpPr/>
            <p:nvPr/>
          </p:nvSpPr>
          <p:spPr bwMode="auto">
            <a:xfrm>
              <a:off x="5772931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D</a:t>
              </a:r>
              <a:endParaRPr lang="en-US" sz="1600">
                <a:latin typeface="+mj-lt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3D210C-D593-2147-4110-55154D2E91B5}"/>
                </a:ext>
              </a:extLst>
            </p:cNvPr>
            <p:cNvSpPr/>
            <p:nvPr/>
          </p:nvSpPr>
          <p:spPr bwMode="auto">
            <a:xfrm>
              <a:off x="3567510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A</a:t>
              </a:r>
              <a:endParaRPr lang="en-US" sz="1600">
                <a:latin typeface="+mj-lt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85EF26E-1F23-7E83-E620-62C2C063241C}"/>
                </a:ext>
              </a:extLst>
            </p:cNvPr>
            <p:cNvSpPr/>
            <p:nvPr/>
          </p:nvSpPr>
          <p:spPr bwMode="auto">
            <a:xfrm>
              <a:off x="7978352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F</a:t>
              </a:r>
              <a:endParaRPr lang="en-US" sz="1600">
                <a:latin typeface="+mj-l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98B1F41-9A0B-7344-0985-2A78F30FB50C}"/>
                </a:ext>
              </a:extLst>
            </p:cNvPr>
            <p:cNvSpPr/>
            <p:nvPr/>
          </p:nvSpPr>
          <p:spPr bwMode="auto">
            <a:xfrm>
              <a:off x="7978352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E</a:t>
              </a:r>
              <a:endParaRPr lang="en-US" sz="1600">
                <a:latin typeface="+mj-lt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8A406F-EE16-290F-664F-0BA24EDB01DD}"/>
                </a:ext>
              </a:extLst>
            </p:cNvPr>
            <p:cNvCxnSpPr>
              <a:cxnSpLocks/>
              <a:stCxn id="2" idx="7"/>
              <a:endCxn id="8" idx="3"/>
            </p:cNvCxnSpPr>
            <p:nvPr/>
          </p:nvCxnSpPr>
          <p:spPr>
            <a:xfrm flipV="1">
              <a:off x="1989103" y="1772291"/>
              <a:ext cx="1673032" cy="141657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CB8E568-8FC2-CA29-0DDE-4B695D54ACAF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4213649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FBD34CC-EBE7-3ABB-BC9D-73E60EB30013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019775" y="3615087"/>
              <a:ext cx="1642360" cy="1447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006E376-538F-0FE1-699E-1FC6D0F801B3}"/>
                </a:ext>
              </a:extLst>
            </p:cNvPr>
            <p:cNvCxnSpPr>
              <a:cxnSpLocks/>
            </p:cNvCxnSpPr>
            <p:nvPr/>
          </p:nvCxnSpPr>
          <p:spPr>
            <a:xfrm>
              <a:off x="4213648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9AAB6FA-44D3-346C-382D-AECF6AF0AA02}"/>
                </a:ext>
              </a:extLst>
            </p:cNvPr>
            <p:cNvCxnSpPr>
              <a:cxnSpLocks/>
              <a:stCxn id="10" idx="6"/>
              <a:endCxn id="5" idx="2"/>
            </p:cNvCxnSpPr>
            <p:nvPr/>
          </p:nvCxnSpPr>
          <p:spPr>
            <a:xfrm>
              <a:off x="6419070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BA3FA0C-0956-82EE-A216-AE51F346F48A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93" y="1866915"/>
              <a:ext cx="0" cy="31007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714F65C-973B-6B61-9E5D-E4384E6B030C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8499193" y="1802962"/>
              <a:ext cx="1703704" cy="13859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9C919DE-A4EA-BD42-AAF0-6297D69F627F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8499193" y="3645759"/>
              <a:ext cx="1703704" cy="138590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1977A2D-261E-009F-A23A-788F7D0BA4CA}"/>
                </a:ext>
              </a:extLst>
            </p:cNvPr>
            <p:cNvCxnSpPr>
              <a:cxnSpLocks/>
            </p:cNvCxnSpPr>
            <p:nvPr/>
          </p:nvCxnSpPr>
          <p:spPr>
            <a:xfrm>
              <a:off x="6419069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CD8F45C-78C5-D8A1-2BB3-EC10097ED49B}"/>
                </a:ext>
              </a:extLst>
            </p:cNvPr>
            <p:cNvSpPr txBox="1"/>
            <p:nvPr/>
          </p:nvSpPr>
          <p:spPr>
            <a:xfrm>
              <a:off x="2747740" y="2559166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66C90C1-0C3A-E640-D307-837C889853D1}"/>
                </a:ext>
              </a:extLst>
            </p:cNvPr>
            <p:cNvSpPr txBox="1"/>
            <p:nvPr/>
          </p:nvSpPr>
          <p:spPr>
            <a:xfrm>
              <a:off x="2747740" y="3905441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ABCB18-CE89-7E09-D044-941D1DCDFCB1}"/>
                </a:ext>
              </a:extLst>
            </p:cNvPr>
            <p:cNvSpPr txBox="1"/>
            <p:nvPr/>
          </p:nvSpPr>
          <p:spPr>
            <a:xfrm>
              <a:off x="4683601" y="4826614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EC0E2C4-7DED-78BA-B2C7-7BFEAB117DD0}"/>
                </a:ext>
              </a:extLst>
            </p:cNvPr>
            <p:cNvSpPr txBox="1"/>
            <p:nvPr/>
          </p:nvSpPr>
          <p:spPr>
            <a:xfrm>
              <a:off x="6939910" y="4826614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7896A57-ACAC-2E39-C115-1C6839C241A4}"/>
                </a:ext>
              </a:extLst>
            </p:cNvPr>
            <p:cNvSpPr txBox="1"/>
            <p:nvPr/>
          </p:nvSpPr>
          <p:spPr>
            <a:xfrm>
              <a:off x="7772060" y="3998559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ACD94D1-C81D-488F-93CF-14C6C2260B85}"/>
                </a:ext>
              </a:extLst>
            </p:cNvPr>
            <p:cNvSpPr txBox="1"/>
            <p:nvPr/>
          </p:nvSpPr>
          <p:spPr>
            <a:xfrm>
              <a:off x="7084488" y="3243319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0C338A-A627-D466-891F-FD644AC17CBE}"/>
                </a:ext>
              </a:extLst>
            </p:cNvPr>
            <p:cNvSpPr txBox="1"/>
            <p:nvPr/>
          </p:nvSpPr>
          <p:spPr>
            <a:xfrm>
              <a:off x="8835786" y="2511251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0DFE2D7-2A46-3AFF-B017-D8631D02FDEC}"/>
                </a:ext>
              </a:extLst>
            </p:cNvPr>
            <p:cNvSpPr txBox="1"/>
            <p:nvPr/>
          </p:nvSpPr>
          <p:spPr>
            <a:xfrm>
              <a:off x="8835786" y="3969633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BC57288-E721-DBB5-F0D3-52BB1002AA49}"/>
                </a:ext>
              </a:extLst>
            </p:cNvPr>
            <p:cNvSpPr txBox="1"/>
            <p:nvPr/>
          </p:nvSpPr>
          <p:spPr>
            <a:xfrm>
              <a:off x="4683601" y="1606080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4</a:t>
              </a:r>
              <a:endParaRPr lang="en-US" sz="16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31DAE3C-23C8-CC3B-8046-85A645DB7723}"/>
                </a:ext>
              </a:extLst>
            </p:cNvPr>
            <p:cNvSpPr txBox="1"/>
            <p:nvPr/>
          </p:nvSpPr>
          <p:spPr>
            <a:xfrm>
              <a:off x="6939910" y="1606080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4CE68CB-EB1C-3C94-0DED-8D599CED92F0}"/>
                </a:ext>
              </a:extLst>
            </p:cNvPr>
            <p:cNvSpPr txBox="1"/>
            <p:nvPr/>
          </p:nvSpPr>
          <p:spPr>
            <a:xfrm>
              <a:off x="4881414" y="2917812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48542B-3E2E-E092-E840-1FD5A83F419C}"/>
              </a:ext>
            </a:extLst>
          </p:cNvPr>
          <p:cNvSpPr txBox="1"/>
          <p:nvPr/>
        </p:nvSpPr>
        <p:spPr>
          <a:xfrm>
            <a:off x="3446550" y="257860"/>
            <a:ext cx="5078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solidFill>
                  <a:srgbClr val="E6E6E6"/>
                </a:solidFill>
              </a:rPr>
              <a:t>Input: </a:t>
            </a:r>
            <a:r>
              <a:rPr lang="fr-FR" sz="3200"/>
              <a:t>flow network</a:t>
            </a:r>
            <a:endParaRPr lang="en-US" sz="3200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CD95282-15D9-386E-2673-D4E2D8EC11E6}"/>
              </a:ext>
            </a:extLst>
          </p:cNvPr>
          <p:cNvCxnSpPr>
            <a:cxnSpLocks/>
          </p:cNvCxnSpPr>
          <p:nvPr/>
        </p:nvCxnSpPr>
        <p:spPr>
          <a:xfrm flipH="1" flipV="1">
            <a:off x="2420523" y="3426276"/>
            <a:ext cx="1656458" cy="2679566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079CB47-9D6C-7F6F-9FAA-45FB28E0615E}"/>
              </a:ext>
            </a:extLst>
          </p:cNvPr>
          <p:cNvCxnSpPr>
            <a:cxnSpLocks/>
          </p:cNvCxnSpPr>
          <p:nvPr/>
        </p:nvCxnSpPr>
        <p:spPr>
          <a:xfrm flipH="1">
            <a:off x="4176842" y="3231125"/>
            <a:ext cx="1566004" cy="265633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0D12C7A-1509-0F7D-F101-6BE80531DA76}"/>
              </a:ext>
            </a:extLst>
          </p:cNvPr>
          <p:cNvCxnSpPr>
            <a:cxnSpLocks/>
          </p:cNvCxnSpPr>
          <p:nvPr/>
        </p:nvCxnSpPr>
        <p:spPr>
          <a:xfrm>
            <a:off x="2424379" y="3180151"/>
            <a:ext cx="1656458" cy="2679566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83E4D59-49BF-6E7A-BD8F-3E498284961E}"/>
              </a:ext>
            </a:extLst>
          </p:cNvPr>
          <p:cNvCxnSpPr>
            <a:cxnSpLocks/>
          </p:cNvCxnSpPr>
          <p:nvPr/>
        </p:nvCxnSpPr>
        <p:spPr>
          <a:xfrm flipV="1">
            <a:off x="4184835" y="3449503"/>
            <a:ext cx="1566004" cy="265633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235D1BC6-AC35-8B13-75D0-D58560909905}"/>
              </a:ext>
            </a:extLst>
          </p:cNvPr>
          <p:cNvSpPr/>
          <p:nvPr/>
        </p:nvSpPr>
        <p:spPr bwMode="auto">
          <a:xfrm>
            <a:off x="472647" y="4409517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43605CE-B039-DB6D-F99C-7770E4CB0974}"/>
              </a:ext>
            </a:extLst>
          </p:cNvPr>
          <p:cNvSpPr/>
          <p:nvPr/>
        </p:nvSpPr>
        <p:spPr bwMode="auto">
          <a:xfrm>
            <a:off x="7258440" y="4409517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9205ECC-5048-1E66-73BC-473B0F21ECF6}"/>
              </a:ext>
            </a:extLst>
          </p:cNvPr>
          <p:cNvSpPr/>
          <p:nvPr/>
        </p:nvSpPr>
        <p:spPr bwMode="auto">
          <a:xfrm>
            <a:off x="2139552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DA11CCC-15C3-52DF-7234-A21CD29A9469}"/>
              </a:ext>
            </a:extLst>
          </p:cNvPr>
          <p:cNvSpPr/>
          <p:nvPr/>
        </p:nvSpPr>
        <p:spPr bwMode="auto">
          <a:xfrm>
            <a:off x="3865544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2008B92-1CDF-B11A-3190-49A78BE9B9D4}"/>
              </a:ext>
            </a:extLst>
          </p:cNvPr>
          <p:cNvSpPr/>
          <p:nvPr/>
        </p:nvSpPr>
        <p:spPr bwMode="auto">
          <a:xfrm>
            <a:off x="3865544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EB42909-4659-D16A-330C-A34AAB520776}"/>
              </a:ext>
            </a:extLst>
          </p:cNvPr>
          <p:cNvSpPr/>
          <p:nvPr/>
        </p:nvSpPr>
        <p:spPr bwMode="auto">
          <a:xfrm>
            <a:off x="2139552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0D4C2EB-E9E9-96F3-616D-691BC461D9F8}"/>
              </a:ext>
            </a:extLst>
          </p:cNvPr>
          <p:cNvSpPr/>
          <p:nvPr/>
        </p:nvSpPr>
        <p:spPr bwMode="auto">
          <a:xfrm>
            <a:off x="5591536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6B40997-A83C-2FBD-5585-5AA5B7A5149C}"/>
              </a:ext>
            </a:extLst>
          </p:cNvPr>
          <p:cNvSpPr/>
          <p:nvPr/>
        </p:nvSpPr>
        <p:spPr bwMode="auto">
          <a:xfrm>
            <a:off x="5591536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FACB84B-8838-477E-93B8-FEB445E52119}"/>
              </a:ext>
            </a:extLst>
          </p:cNvPr>
          <p:cNvCxnSpPr>
            <a:cxnSpLocks/>
          </p:cNvCxnSpPr>
          <p:nvPr/>
        </p:nvCxnSpPr>
        <p:spPr>
          <a:xfrm flipV="1">
            <a:off x="928274" y="3398942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84566C2-0041-C885-3A5B-73297A78DBC0}"/>
              </a:ext>
            </a:extLst>
          </p:cNvPr>
          <p:cNvCxnSpPr>
            <a:cxnSpLocks/>
          </p:cNvCxnSpPr>
          <p:nvPr/>
        </p:nvCxnSpPr>
        <p:spPr>
          <a:xfrm>
            <a:off x="2645228" y="3211655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6EE0CAC-8B18-CD41-28F0-FF0FA2BD1BC6}"/>
              </a:ext>
            </a:extLst>
          </p:cNvPr>
          <p:cNvCxnSpPr>
            <a:cxnSpLocks/>
          </p:cNvCxnSpPr>
          <p:nvPr/>
        </p:nvCxnSpPr>
        <p:spPr>
          <a:xfrm>
            <a:off x="928274" y="4817135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22CB59A-EE63-CCA0-BFDA-8EFB6978CF17}"/>
              </a:ext>
            </a:extLst>
          </p:cNvPr>
          <p:cNvCxnSpPr>
            <a:cxnSpLocks/>
          </p:cNvCxnSpPr>
          <p:nvPr/>
        </p:nvCxnSpPr>
        <p:spPr>
          <a:xfrm>
            <a:off x="2645228" y="6096553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0509E93-8F49-C70D-9FAC-D9CD1A0F3942}"/>
              </a:ext>
            </a:extLst>
          </p:cNvPr>
          <p:cNvCxnSpPr>
            <a:cxnSpLocks/>
          </p:cNvCxnSpPr>
          <p:nvPr/>
        </p:nvCxnSpPr>
        <p:spPr>
          <a:xfrm>
            <a:off x="4371220" y="3211655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CCBF30A-670E-A8B2-E9E1-99E8F36D1BC0}"/>
              </a:ext>
            </a:extLst>
          </p:cNvPr>
          <p:cNvCxnSpPr>
            <a:cxnSpLocks/>
          </p:cNvCxnSpPr>
          <p:nvPr/>
        </p:nvCxnSpPr>
        <p:spPr>
          <a:xfrm>
            <a:off x="5799430" y="3448992"/>
            <a:ext cx="0" cy="242672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A54ED4B-B26F-C447-A085-ED23D1E34C67}"/>
              </a:ext>
            </a:extLst>
          </p:cNvPr>
          <p:cNvCxnSpPr>
            <a:cxnSpLocks/>
          </p:cNvCxnSpPr>
          <p:nvPr/>
        </p:nvCxnSpPr>
        <p:spPr>
          <a:xfrm>
            <a:off x="5999153" y="3398942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F404C18-A917-29E3-5EF2-0B4B20AFA6F1}"/>
              </a:ext>
            </a:extLst>
          </p:cNvPr>
          <p:cNvCxnSpPr>
            <a:cxnSpLocks/>
          </p:cNvCxnSpPr>
          <p:nvPr/>
        </p:nvCxnSpPr>
        <p:spPr>
          <a:xfrm flipV="1">
            <a:off x="5999153" y="4817135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97721F8-2531-2A02-E8B0-1B3779F9CC1C}"/>
              </a:ext>
            </a:extLst>
          </p:cNvPr>
          <p:cNvCxnSpPr>
            <a:cxnSpLocks/>
          </p:cNvCxnSpPr>
          <p:nvPr/>
        </p:nvCxnSpPr>
        <p:spPr>
          <a:xfrm>
            <a:off x="4371220" y="6096553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6E6C429-A108-B4B3-7C38-19DF11403825}"/>
              </a:ext>
            </a:extLst>
          </p:cNvPr>
          <p:cNvCxnSpPr>
            <a:cxnSpLocks/>
          </p:cNvCxnSpPr>
          <p:nvPr/>
        </p:nvCxnSpPr>
        <p:spPr>
          <a:xfrm flipH="1">
            <a:off x="2645228" y="3112753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B8057E1C-79DE-A0D4-A056-1E99D3D6F211}"/>
              </a:ext>
            </a:extLst>
          </p:cNvPr>
          <p:cNvCxnSpPr>
            <a:cxnSpLocks/>
          </p:cNvCxnSpPr>
          <p:nvPr/>
        </p:nvCxnSpPr>
        <p:spPr>
          <a:xfrm flipH="1">
            <a:off x="4371219" y="3112753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544FE8E-CFBC-E8DA-5E8B-1DA321274EEB}"/>
              </a:ext>
            </a:extLst>
          </p:cNvPr>
          <p:cNvCxnSpPr>
            <a:cxnSpLocks/>
          </p:cNvCxnSpPr>
          <p:nvPr/>
        </p:nvCxnSpPr>
        <p:spPr>
          <a:xfrm flipV="1">
            <a:off x="5890508" y="3448992"/>
            <a:ext cx="0" cy="242672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BA8CE10-D8DD-889B-6F06-A5781BE9B234}"/>
              </a:ext>
            </a:extLst>
          </p:cNvPr>
          <p:cNvCxnSpPr>
            <a:cxnSpLocks/>
          </p:cNvCxnSpPr>
          <p:nvPr/>
        </p:nvCxnSpPr>
        <p:spPr>
          <a:xfrm flipH="1">
            <a:off x="2645228" y="6193221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F540C18-07FC-AC02-2669-BB5810511163}"/>
              </a:ext>
            </a:extLst>
          </p:cNvPr>
          <p:cNvCxnSpPr>
            <a:cxnSpLocks/>
          </p:cNvCxnSpPr>
          <p:nvPr/>
        </p:nvCxnSpPr>
        <p:spPr>
          <a:xfrm flipH="1">
            <a:off x="4371219" y="6193221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B1A147BE-4A1C-C85D-9A5E-794C633ADEDE}"/>
              </a:ext>
            </a:extLst>
          </p:cNvPr>
          <p:cNvCxnSpPr>
            <a:cxnSpLocks/>
          </p:cNvCxnSpPr>
          <p:nvPr/>
        </p:nvCxnSpPr>
        <p:spPr>
          <a:xfrm flipH="1">
            <a:off x="6066228" y="4899192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508C23B-BCA4-7B73-4DAD-1FABF2078429}"/>
              </a:ext>
            </a:extLst>
          </p:cNvPr>
          <p:cNvCxnSpPr>
            <a:cxnSpLocks/>
          </p:cNvCxnSpPr>
          <p:nvPr/>
        </p:nvCxnSpPr>
        <p:spPr>
          <a:xfrm flipH="1" flipV="1">
            <a:off x="6063748" y="3300883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8EA68FF-F306-E9E9-0473-BE89E22905E6}"/>
              </a:ext>
            </a:extLst>
          </p:cNvPr>
          <p:cNvCxnSpPr>
            <a:cxnSpLocks/>
          </p:cNvCxnSpPr>
          <p:nvPr/>
        </p:nvCxnSpPr>
        <p:spPr>
          <a:xfrm flipH="1" flipV="1">
            <a:off x="819629" y="4915195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691E337-5D68-2589-2545-5FAE177ED471}"/>
              </a:ext>
            </a:extLst>
          </p:cNvPr>
          <p:cNvCxnSpPr>
            <a:cxnSpLocks/>
          </p:cNvCxnSpPr>
          <p:nvPr/>
        </p:nvCxnSpPr>
        <p:spPr>
          <a:xfrm flipH="1">
            <a:off x="821661" y="3318917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7191C27-1C47-9D87-22E5-56101AD29873}"/>
              </a:ext>
            </a:extLst>
          </p:cNvPr>
          <p:cNvSpPr txBox="1"/>
          <p:nvPr/>
        </p:nvSpPr>
        <p:spPr>
          <a:xfrm>
            <a:off x="1497989" y="3990758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70471F4-0763-8B36-9D8A-AD90286AA8E9}"/>
              </a:ext>
            </a:extLst>
          </p:cNvPr>
          <p:cNvSpPr txBox="1"/>
          <p:nvPr/>
        </p:nvSpPr>
        <p:spPr>
          <a:xfrm>
            <a:off x="1497989" y="5044370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B742FBB-6FC5-CAFF-FED4-7591D5FA5E05}"/>
              </a:ext>
            </a:extLst>
          </p:cNvPr>
          <p:cNvSpPr txBox="1"/>
          <p:nvPr/>
        </p:nvSpPr>
        <p:spPr>
          <a:xfrm>
            <a:off x="3013020" y="5765293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F3FD5C6-CE1E-2816-1564-5875A2CD30CD}"/>
              </a:ext>
            </a:extLst>
          </p:cNvPr>
          <p:cNvSpPr txBox="1"/>
          <p:nvPr/>
        </p:nvSpPr>
        <p:spPr>
          <a:xfrm>
            <a:off x="4778838" y="5765293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DADAE50-7E6F-2610-CF80-B5BBC8C9313E}"/>
              </a:ext>
            </a:extLst>
          </p:cNvPr>
          <p:cNvSpPr txBox="1"/>
          <p:nvPr/>
        </p:nvSpPr>
        <p:spPr>
          <a:xfrm>
            <a:off x="5430089" y="5117246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745870F-0BDE-B923-440A-CB4A767AB21E}"/>
              </a:ext>
            </a:extLst>
          </p:cNvPr>
          <p:cNvSpPr txBox="1"/>
          <p:nvPr/>
        </p:nvSpPr>
        <p:spPr>
          <a:xfrm>
            <a:off x="5001291" y="4512834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64FF7E8-1312-D074-C1B2-025B98FC0EA6}"/>
              </a:ext>
            </a:extLst>
          </p:cNvPr>
          <p:cNvSpPr txBox="1"/>
          <p:nvPr/>
        </p:nvSpPr>
        <p:spPr>
          <a:xfrm>
            <a:off x="6262576" y="3953259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2E80427-12E2-7298-3AE2-5E01EE687966}"/>
              </a:ext>
            </a:extLst>
          </p:cNvPr>
          <p:cNvSpPr txBox="1"/>
          <p:nvPr/>
        </p:nvSpPr>
        <p:spPr>
          <a:xfrm>
            <a:off x="6262576" y="5094610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59C0904-0328-9D5A-CCE8-F31DBFFDE163}"/>
              </a:ext>
            </a:extLst>
          </p:cNvPr>
          <p:cNvSpPr txBox="1"/>
          <p:nvPr/>
        </p:nvSpPr>
        <p:spPr>
          <a:xfrm>
            <a:off x="3013020" y="3244859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1693CDA-A4CA-E665-9D83-689F09BC8709}"/>
              </a:ext>
            </a:extLst>
          </p:cNvPr>
          <p:cNvSpPr txBox="1"/>
          <p:nvPr/>
        </p:nvSpPr>
        <p:spPr>
          <a:xfrm>
            <a:off x="4778838" y="3244859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F1D382E-61A4-88ED-4B2A-95E071F8B61B}"/>
              </a:ext>
            </a:extLst>
          </p:cNvPr>
          <p:cNvSpPr txBox="1"/>
          <p:nvPr/>
        </p:nvSpPr>
        <p:spPr>
          <a:xfrm>
            <a:off x="3167831" y="4271438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5BABA65-68CC-59E3-2DED-8EE6DAECF3BD}"/>
              </a:ext>
            </a:extLst>
          </p:cNvPr>
          <p:cNvSpPr txBox="1"/>
          <p:nvPr/>
        </p:nvSpPr>
        <p:spPr>
          <a:xfrm>
            <a:off x="307962" y="1871212"/>
            <a:ext cx="3426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>
                <a:solidFill>
                  <a:srgbClr val="E6E6E6"/>
                </a:solidFill>
              </a:rPr>
              <a:t>We build a residual graph: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811826-CD8C-7BE3-3164-47BFD062C4DB}"/>
              </a:ext>
            </a:extLst>
          </p:cNvPr>
          <p:cNvSpPr txBox="1"/>
          <p:nvPr/>
        </p:nvSpPr>
        <p:spPr>
          <a:xfrm>
            <a:off x="7936387" y="3517648"/>
            <a:ext cx="38519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/>
              <a:t>The residual graph stores the remaining capacity of each edge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/>
              <a:t>Initially, the remaining capacity of a </a:t>
            </a:r>
            <a:r>
              <a:rPr lang="fr-FR" sz="2000" b="1">
                <a:solidFill>
                  <a:srgbClr val="33CCFF"/>
                </a:solidFill>
              </a:rPr>
              <a:t>forward</a:t>
            </a:r>
            <a:r>
              <a:rPr lang="fr-FR" sz="2000"/>
              <a:t> edge is its maximum capacity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343D46"/>
                </a:solidFill>
              </a:rPr>
              <a:t>Initially, the remaining capacity of a </a:t>
            </a:r>
            <a:r>
              <a:rPr lang="fr-FR" sz="2000" b="1">
                <a:solidFill>
                  <a:srgbClr val="343D46"/>
                </a:solidFill>
              </a:rPr>
              <a:t>backward</a:t>
            </a:r>
            <a:r>
              <a:rPr lang="fr-FR" sz="2000">
                <a:solidFill>
                  <a:srgbClr val="343D46"/>
                </a:solidFill>
              </a:rPr>
              <a:t> edge is 0</a:t>
            </a:r>
          </a:p>
        </p:txBody>
      </p:sp>
    </p:spTree>
    <p:extLst>
      <p:ext uri="{BB962C8B-B14F-4D97-AF65-F5344CB8AC3E}">
        <p14:creationId xmlns:p14="http://schemas.microsoft.com/office/powerpoint/2010/main" val="4065356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D20776-0A66-25C5-43E2-3E96A1921915}"/>
              </a:ext>
            </a:extLst>
          </p:cNvPr>
          <p:cNvGrpSpPr/>
          <p:nvPr/>
        </p:nvGrpSpPr>
        <p:grpSpPr>
          <a:xfrm>
            <a:off x="6524742" y="478030"/>
            <a:ext cx="5122224" cy="2415236"/>
            <a:chOff x="1437589" y="1220777"/>
            <a:chExt cx="9316822" cy="439307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F36F175-0652-F2E4-4192-2F7E587A7971}"/>
                </a:ext>
              </a:extLst>
            </p:cNvPr>
            <p:cNvCxnSpPr>
              <a:cxnSpLocks/>
            </p:cNvCxnSpPr>
            <p:nvPr/>
          </p:nvCxnSpPr>
          <p:spPr>
            <a:xfrm>
              <a:off x="3931454" y="1523397"/>
              <a:ext cx="2048432" cy="344431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72981E2-3998-55A6-7E8A-3EF001FCF053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V="1">
              <a:off x="6096000" y="1772291"/>
              <a:ext cx="1976977" cy="35418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24FA30B-611D-0509-4818-1D18F6BEEFDB}"/>
                </a:ext>
              </a:extLst>
            </p:cNvPr>
            <p:cNvSpPr/>
            <p:nvPr/>
          </p:nvSpPr>
          <p:spPr bwMode="auto">
            <a:xfrm>
              <a:off x="1437589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s</a:t>
              </a:r>
              <a:endParaRPr lang="en-US" sz="1600">
                <a:latin typeface="+mj-l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2AFD8D6-67FA-2415-D44D-3466467B2531}"/>
                </a:ext>
              </a:extLst>
            </p:cNvPr>
            <p:cNvSpPr/>
            <p:nvPr/>
          </p:nvSpPr>
          <p:spPr bwMode="auto">
            <a:xfrm>
              <a:off x="10108272" y="3094245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t</a:t>
              </a:r>
              <a:endParaRPr lang="en-US" sz="1600">
                <a:latin typeface="+mj-lt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97814-C18A-50BE-105C-A517C687C039}"/>
                </a:ext>
              </a:extLst>
            </p:cNvPr>
            <p:cNvSpPr/>
            <p:nvPr/>
          </p:nvSpPr>
          <p:spPr bwMode="auto">
            <a:xfrm>
              <a:off x="3567510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B</a:t>
              </a:r>
              <a:endParaRPr lang="en-US" sz="1600"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B2DA560-844C-2E8C-1025-7DA4EB217014}"/>
                </a:ext>
              </a:extLst>
            </p:cNvPr>
            <p:cNvSpPr/>
            <p:nvPr/>
          </p:nvSpPr>
          <p:spPr bwMode="auto">
            <a:xfrm>
              <a:off x="5772931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C</a:t>
              </a:r>
              <a:endParaRPr lang="en-US" sz="1600">
                <a:latin typeface="+mj-lt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C4E55C9-E040-73B7-F27C-C44472F4AD9D}"/>
                </a:ext>
              </a:extLst>
            </p:cNvPr>
            <p:cNvSpPr/>
            <p:nvPr/>
          </p:nvSpPr>
          <p:spPr bwMode="auto">
            <a:xfrm>
              <a:off x="5772931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D</a:t>
              </a:r>
              <a:endParaRPr lang="en-US" sz="1600">
                <a:latin typeface="+mj-lt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3D210C-D593-2147-4110-55154D2E91B5}"/>
                </a:ext>
              </a:extLst>
            </p:cNvPr>
            <p:cNvSpPr/>
            <p:nvPr/>
          </p:nvSpPr>
          <p:spPr bwMode="auto">
            <a:xfrm>
              <a:off x="3567510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A</a:t>
              </a:r>
              <a:endParaRPr lang="en-US" sz="1600">
                <a:latin typeface="+mj-lt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85EF26E-1F23-7E83-E620-62C2C063241C}"/>
                </a:ext>
              </a:extLst>
            </p:cNvPr>
            <p:cNvSpPr/>
            <p:nvPr/>
          </p:nvSpPr>
          <p:spPr bwMode="auto">
            <a:xfrm>
              <a:off x="7978352" y="496771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F</a:t>
              </a:r>
              <a:endParaRPr lang="en-US" sz="1600">
                <a:latin typeface="+mj-l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98B1F41-9A0B-7344-0985-2A78F30FB50C}"/>
                </a:ext>
              </a:extLst>
            </p:cNvPr>
            <p:cNvSpPr/>
            <p:nvPr/>
          </p:nvSpPr>
          <p:spPr bwMode="auto">
            <a:xfrm>
              <a:off x="7978352" y="1220777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E</a:t>
              </a:r>
              <a:endParaRPr lang="en-US" sz="1600">
                <a:latin typeface="+mj-lt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8A406F-EE16-290F-664F-0BA24EDB01DD}"/>
                </a:ext>
              </a:extLst>
            </p:cNvPr>
            <p:cNvCxnSpPr>
              <a:cxnSpLocks/>
              <a:stCxn id="2" idx="7"/>
              <a:endCxn id="8" idx="3"/>
            </p:cNvCxnSpPr>
            <p:nvPr/>
          </p:nvCxnSpPr>
          <p:spPr>
            <a:xfrm flipV="1">
              <a:off x="1989103" y="1772291"/>
              <a:ext cx="1673032" cy="141657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CB8E568-8FC2-CA29-0DDE-4B695D54ACAF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4213649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FBD34CC-EBE7-3ABB-BC9D-73E60EB30013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019775" y="3615087"/>
              <a:ext cx="1642360" cy="14472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006E376-538F-0FE1-699E-1FC6D0F801B3}"/>
                </a:ext>
              </a:extLst>
            </p:cNvPr>
            <p:cNvCxnSpPr>
              <a:cxnSpLocks/>
            </p:cNvCxnSpPr>
            <p:nvPr/>
          </p:nvCxnSpPr>
          <p:spPr>
            <a:xfrm>
              <a:off x="4213648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9AAB6FA-44D3-346C-382D-AECF6AF0AA02}"/>
                </a:ext>
              </a:extLst>
            </p:cNvPr>
            <p:cNvCxnSpPr>
              <a:cxnSpLocks/>
              <a:stCxn id="10" idx="6"/>
              <a:endCxn id="5" idx="2"/>
            </p:cNvCxnSpPr>
            <p:nvPr/>
          </p:nvCxnSpPr>
          <p:spPr>
            <a:xfrm>
              <a:off x="6419070" y="1543847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BA3FA0C-0956-82EE-A216-AE51F346F48A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93" y="1866915"/>
              <a:ext cx="0" cy="31007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714F65C-973B-6B61-9E5D-E4384E6B030C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8499193" y="1802962"/>
              <a:ext cx="1703704" cy="13859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9C919DE-A4EA-BD42-AAF0-6297D69F627F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8499193" y="3645759"/>
              <a:ext cx="1703704" cy="138590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1977A2D-261E-009F-A23A-788F7D0BA4CA}"/>
                </a:ext>
              </a:extLst>
            </p:cNvPr>
            <p:cNvCxnSpPr>
              <a:cxnSpLocks/>
            </p:cNvCxnSpPr>
            <p:nvPr/>
          </p:nvCxnSpPr>
          <p:spPr>
            <a:xfrm>
              <a:off x="6419069" y="5249888"/>
              <a:ext cx="155928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CD8F45C-78C5-D8A1-2BB3-EC10097ED49B}"/>
                </a:ext>
              </a:extLst>
            </p:cNvPr>
            <p:cNvSpPr txBox="1"/>
            <p:nvPr/>
          </p:nvSpPr>
          <p:spPr>
            <a:xfrm>
              <a:off x="2747740" y="2559166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66C90C1-0C3A-E640-D307-837C889853D1}"/>
                </a:ext>
              </a:extLst>
            </p:cNvPr>
            <p:cNvSpPr txBox="1"/>
            <p:nvPr/>
          </p:nvSpPr>
          <p:spPr>
            <a:xfrm>
              <a:off x="2747740" y="3905441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ABCB18-CE89-7E09-D044-941D1DCDFCB1}"/>
                </a:ext>
              </a:extLst>
            </p:cNvPr>
            <p:cNvSpPr txBox="1"/>
            <p:nvPr/>
          </p:nvSpPr>
          <p:spPr>
            <a:xfrm>
              <a:off x="4683601" y="4826614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EC0E2C4-7DED-78BA-B2C7-7BFEAB117DD0}"/>
                </a:ext>
              </a:extLst>
            </p:cNvPr>
            <p:cNvSpPr txBox="1"/>
            <p:nvPr/>
          </p:nvSpPr>
          <p:spPr>
            <a:xfrm>
              <a:off x="6939910" y="4826614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7896A57-ACAC-2E39-C115-1C6839C241A4}"/>
                </a:ext>
              </a:extLst>
            </p:cNvPr>
            <p:cNvSpPr txBox="1"/>
            <p:nvPr/>
          </p:nvSpPr>
          <p:spPr>
            <a:xfrm>
              <a:off x="7772060" y="3998559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ACD94D1-C81D-488F-93CF-14C6C2260B85}"/>
                </a:ext>
              </a:extLst>
            </p:cNvPr>
            <p:cNvSpPr txBox="1"/>
            <p:nvPr/>
          </p:nvSpPr>
          <p:spPr>
            <a:xfrm>
              <a:off x="7084488" y="3243319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0C338A-A627-D466-891F-FD644AC17CBE}"/>
                </a:ext>
              </a:extLst>
            </p:cNvPr>
            <p:cNvSpPr txBox="1"/>
            <p:nvPr/>
          </p:nvSpPr>
          <p:spPr>
            <a:xfrm>
              <a:off x="8835786" y="2511251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0DFE2D7-2A46-3AFF-B017-D8631D02FDEC}"/>
                </a:ext>
              </a:extLst>
            </p:cNvPr>
            <p:cNvSpPr txBox="1"/>
            <p:nvPr/>
          </p:nvSpPr>
          <p:spPr>
            <a:xfrm>
              <a:off x="8835786" y="3969633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10</a:t>
              </a:r>
              <a:endParaRPr lang="en-US" sz="16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BC57288-E721-DBB5-F0D3-52BB1002AA49}"/>
                </a:ext>
              </a:extLst>
            </p:cNvPr>
            <p:cNvSpPr txBox="1"/>
            <p:nvPr/>
          </p:nvSpPr>
          <p:spPr>
            <a:xfrm>
              <a:off x="4683601" y="1606080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4</a:t>
              </a:r>
              <a:endParaRPr lang="en-US" sz="16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31DAE3C-23C8-CC3B-8046-85A645DB7723}"/>
                </a:ext>
              </a:extLst>
            </p:cNvPr>
            <p:cNvSpPr txBox="1"/>
            <p:nvPr/>
          </p:nvSpPr>
          <p:spPr>
            <a:xfrm>
              <a:off x="6939910" y="1606080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6</a:t>
              </a:r>
              <a:endParaRPr lang="en-US" sz="16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4CE68CB-EB1C-3C94-0DED-8D599CED92F0}"/>
                </a:ext>
              </a:extLst>
            </p:cNvPr>
            <p:cNvSpPr txBox="1"/>
            <p:nvPr/>
          </p:nvSpPr>
          <p:spPr>
            <a:xfrm>
              <a:off x="4881414" y="2917812"/>
              <a:ext cx="568489" cy="4478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/>
                <a:t>8</a:t>
              </a:r>
              <a:endParaRPr lang="en-US" sz="16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48542B-3E2E-E092-E840-1FD5A83F419C}"/>
              </a:ext>
            </a:extLst>
          </p:cNvPr>
          <p:cNvSpPr txBox="1"/>
          <p:nvPr/>
        </p:nvSpPr>
        <p:spPr>
          <a:xfrm>
            <a:off x="3446550" y="257860"/>
            <a:ext cx="5078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>
                <a:solidFill>
                  <a:srgbClr val="E6E6E6"/>
                </a:solidFill>
              </a:rPr>
              <a:t>Input: </a:t>
            </a:r>
            <a:r>
              <a:rPr lang="fr-FR" sz="3200"/>
              <a:t>flow network</a:t>
            </a:r>
            <a:endParaRPr lang="en-US" sz="3200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CD95282-15D9-386E-2673-D4E2D8EC11E6}"/>
              </a:ext>
            </a:extLst>
          </p:cNvPr>
          <p:cNvCxnSpPr>
            <a:cxnSpLocks/>
          </p:cNvCxnSpPr>
          <p:nvPr/>
        </p:nvCxnSpPr>
        <p:spPr>
          <a:xfrm flipH="1" flipV="1">
            <a:off x="2420523" y="3426276"/>
            <a:ext cx="1656458" cy="2679566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079CB47-9D6C-7F6F-9FAA-45FB28E0615E}"/>
              </a:ext>
            </a:extLst>
          </p:cNvPr>
          <p:cNvCxnSpPr>
            <a:cxnSpLocks/>
          </p:cNvCxnSpPr>
          <p:nvPr/>
        </p:nvCxnSpPr>
        <p:spPr>
          <a:xfrm flipH="1">
            <a:off x="4176842" y="3231125"/>
            <a:ext cx="1566004" cy="265633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0D12C7A-1509-0F7D-F101-6BE80531DA76}"/>
              </a:ext>
            </a:extLst>
          </p:cNvPr>
          <p:cNvCxnSpPr>
            <a:cxnSpLocks/>
          </p:cNvCxnSpPr>
          <p:nvPr/>
        </p:nvCxnSpPr>
        <p:spPr>
          <a:xfrm>
            <a:off x="2424379" y="3180151"/>
            <a:ext cx="1656458" cy="2679566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83E4D59-49BF-6E7A-BD8F-3E498284961E}"/>
              </a:ext>
            </a:extLst>
          </p:cNvPr>
          <p:cNvCxnSpPr>
            <a:cxnSpLocks/>
          </p:cNvCxnSpPr>
          <p:nvPr/>
        </p:nvCxnSpPr>
        <p:spPr>
          <a:xfrm flipV="1">
            <a:off x="4184835" y="3449503"/>
            <a:ext cx="1566004" cy="265633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235D1BC6-AC35-8B13-75D0-D58560909905}"/>
              </a:ext>
            </a:extLst>
          </p:cNvPr>
          <p:cNvSpPr/>
          <p:nvPr/>
        </p:nvSpPr>
        <p:spPr bwMode="auto">
          <a:xfrm>
            <a:off x="472647" y="4409517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43605CE-B039-DB6D-F99C-7770E4CB0974}"/>
              </a:ext>
            </a:extLst>
          </p:cNvPr>
          <p:cNvSpPr/>
          <p:nvPr/>
        </p:nvSpPr>
        <p:spPr bwMode="auto">
          <a:xfrm>
            <a:off x="7258440" y="4409517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9205ECC-5048-1E66-73BC-473B0F21ECF6}"/>
              </a:ext>
            </a:extLst>
          </p:cNvPr>
          <p:cNvSpPr/>
          <p:nvPr/>
        </p:nvSpPr>
        <p:spPr bwMode="auto">
          <a:xfrm>
            <a:off x="2139552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DA11CCC-15C3-52DF-7234-A21CD29A9469}"/>
              </a:ext>
            </a:extLst>
          </p:cNvPr>
          <p:cNvSpPr/>
          <p:nvPr/>
        </p:nvSpPr>
        <p:spPr bwMode="auto">
          <a:xfrm>
            <a:off x="3865544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2008B92-1CDF-B11A-3190-49A78BE9B9D4}"/>
              </a:ext>
            </a:extLst>
          </p:cNvPr>
          <p:cNvSpPr/>
          <p:nvPr/>
        </p:nvSpPr>
        <p:spPr bwMode="auto">
          <a:xfrm>
            <a:off x="3865544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EB42909-4659-D16A-330C-A34AAB520776}"/>
              </a:ext>
            </a:extLst>
          </p:cNvPr>
          <p:cNvSpPr/>
          <p:nvPr/>
        </p:nvSpPr>
        <p:spPr bwMode="auto">
          <a:xfrm>
            <a:off x="2139552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0D4C2EB-E9E9-96F3-616D-691BC461D9F8}"/>
              </a:ext>
            </a:extLst>
          </p:cNvPr>
          <p:cNvSpPr/>
          <p:nvPr/>
        </p:nvSpPr>
        <p:spPr bwMode="auto">
          <a:xfrm>
            <a:off x="5591536" y="5875720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6B40997-A83C-2FBD-5585-5AA5B7A5149C}"/>
              </a:ext>
            </a:extLst>
          </p:cNvPr>
          <p:cNvSpPr/>
          <p:nvPr/>
        </p:nvSpPr>
        <p:spPr bwMode="auto">
          <a:xfrm>
            <a:off x="5591536" y="2943316"/>
            <a:ext cx="505677" cy="5056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FACB84B-8838-477E-93B8-FEB445E52119}"/>
              </a:ext>
            </a:extLst>
          </p:cNvPr>
          <p:cNvCxnSpPr>
            <a:cxnSpLocks/>
          </p:cNvCxnSpPr>
          <p:nvPr/>
        </p:nvCxnSpPr>
        <p:spPr>
          <a:xfrm flipV="1">
            <a:off x="928274" y="3398942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84566C2-0041-C885-3A5B-73297A78DBC0}"/>
              </a:ext>
            </a:extLst>
          </p:cNvPr>
          <p:cNvCxnSpPr>
            <a:cxnSpLocks/>
          </p:cNvCxnSpPr>
          <p:nvPr/>
        </p:nvCxnSpPr>
        <p:spPr>
          <a:xfrm>
            <a:off x="2645228" y="3211655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6EE0CAC-8B18-CD41-28F0-FF0FA2BD1BC6}"/>
              </a:ext>
            </a:extLst>
          </p:cNvPr>
          <p:cNvCxnSpPr>
            <a:cxnSpLocks/>
          </p:cNvCxnSpPr>
          <p:nvPr/>
        </p:nvCxnSpPr>
        <p:spPr>
          <a:xfrm>
            <a:off x="928274" y="4817135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22CB59A-EE63-CCA0-BFDA-8EFB6978CF17}"/>
              </a:ext>
            </a:extLst>
          </p:cNvPr>
          <p:cNvCxnSpPr>
            <a:cxnSpLocks/>
          </p:cNvCxnSpPr>
          <p:nvPr/>
        </p:nvCxnSpPr>
        <p:spPr>
          <a:xfrm>
            <a:off x="2645228" y="6096553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0509E93-8F49-C70D-9FAC-D9CD1A0F3942}"/>
              </a:ext>
            </a:extLst>
          </p:cNvPr>
          <p:cNvCxnSpPr>
            <a:cxnSpLocks/>
          </p:cNvCxnSpPr>
          <p:nvPr/>
        </p:nvCxnSpPr>
        <p:spPr>
          <a:xfrm>
            <a:off x="4371220" y="3211655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CCBF30A-670E-A8B2-E9E1-99E8F36D1BC0}"/>
              </a:ext>
            </a:extLst>
          </p:cNvPr>
          <p:cNvCxnSpPr>
            <a:cxnSpLocks/>
          </p:cNvCxnSpPr>
          <p:nvPr/>
        </p:nvCxnSpPr>
        <p:spPr>
          <a:xfrm>
            <a:off x="5799430" y="3448992"/>
            <a:ext cx="0" cy="242672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A54ED4B-B26F-C447-A085-ED23D1E34C67}"/>
              </a:ext>
            </a:extLst>
          </p:cNvPr>
          <p:cNvCxnSpPr>
            <a:cxnSpLocks/>
          </p:cNvCxnSpPr>
          <p:nvPr/>
        </p:nvCxnSpPr>
        <p:spPr>
          <a:xfrm>
            <a:off x="5999153" y="3398942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F404C18-A917-29E3-5EF2-0B4B20AFA6F1}"/>
              </a:ext>
            </a:extLst>
          </p:cNvPr>
          <p:cNvCxnSpPr>
            <a:cxnSpLocks/>
          </p:cNvCxnSpPr>
          <p:nvPr/>
        </p:nvCxnSpPr>
        <p:spPr>
          <a:xfrm flipV="1">
            <a:off x="5999153" y="4817135"/>
            <a:ext cx="1309337" cy="110863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97721F8-2531-2A02-E8B0-1B3779F9CC1C}"/>
              </a:ext>
            </a:extLst>
          </p:cNvPr>
          <p:cNvCxnSpPr>
            <a:cxnSpLocks/>
          </p:cNvCxnSpPr>
          <p:nvPr/>
        </p:nvCxnSpPr>
        <p:spPr>
          <a:xfrm>
            <a:off x="4371220" y="6096553"/>
            <a:ext cx="1220315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6E6C429-A108-B4B3-7C38-19DF11403825}"/>
              </a:ext>
            </a:extLst>
          </p:cNvPr>
          <p:cNvCxnSpPr>
            <a:cxnSpLocks/>
          </p:cNvCxnSpPr>
          <p:nvPr/>
        </p:nvCxnSpPr>
        <p:spPr>
          <a:xfrm flipH="1">
            <a:off x="2645228" y="3112753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B8057E1C-79DE-A0D4-A056-1E99D3D6F211}"/>
              </a:ext>
            </a:extLst>
          </p:cNvPr>
          <p:cNvCxnSpPr>
            <a:cxnSpLocks/>
          </p:cNvCxnSpPr>
          <p:nvPr/>
        </p:nvCxnSpPr>
        <p:spPr>
          <a:xfrm flipH="1">
            <a:off x="4371219" y="3112753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544FE8E-CFBC-E8DA-5E8B-1DA321274EEB}"/>
              </a:ext>
            </a:extLst>
          </p:cNvPr>
          <p:cNvCxnSpPr>
            <a:cxnSpLocks/>
          </p:cNvCxnSpPr>
          <p:nvPr/>
        </p:nvCxnSpPr>
        <p:spPr>
          <a:xfrm flipV="1">
            <a:off x="5890508" y="3448992"/>
            <a:ext cx="0" cy="242672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BA8CE10-D8DD-889B-6F06-A5781BE9B234}"/>
              </a:ext>
            </a:extLst>
          </p:cNvPr>
          <p:cNvCxnSpPr>
            <a:cxnSpLocks/>
          </p:cNvCxnSpPr>
          <p:nvPr/>
        </p:nvCxnSpPr>
        <p:spPr>
          <a:xfrm flipH="1">
            <a:off x="2645228" y="6193221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F540C18-07FC-AC02-2669-BB5810511163}"/>
              </a:ext>
            </a:extLst>
          </p:cNvPr>
          <p:cNvCxnSpPr>
            <a:cxnSpLocks/>
          </p:cNvCxnSpPr>
          <p:nvPr/>
        </p:nvCxnSpPr>
        <p:spPr>
          <a:xfrm flipH="1">
            <a:off x="4371219" y="6193221"/>
            <a:ext cx="1220315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B1A147BE-4A1C-C85D-9A5E-794C633ADEDE}"/>
              </a:ext>
            </a:extLst>
          </p:cNvPr>
          <p:cNvCxnSpPr>
            <a:cxnSpLocks/>
          </p:cNvCxnSpPr>
          <p:nvPr/>
        </p:nvCxnSpPr>
        <p:spPr>
          <a:xfrm flipH="1">
            <a:off x="6066228" y="4899192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508C23B-BCA4-7B73-4DAD-1FABF2078429}"/>
              </a:ext>
            </a:extLst>
          </p:cNvPr>
          <p:cNvCxnSpPr>
            <a:cxnSpLocks/>
          </p:cNvCxnSpPr>
          <p:nvPr/>
        </p:nvCxnSpPr>
        <p:spPr>
          <a:xfrm flipH="1" flipV="1">
            <a:off x="6063748" y="3300883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8EA68FF-F306-E9E9-0473-BE89E22905E6}"/>
              </a:ext>
            </a:extLst>
          </p:cNvPr>
          <p:cNvCxnSpPr>
            <a:cxnSpLocks/>
          </p:cNvCxnSpPr>
          <p:nvPr/>
        </p:nvCxnSpPr>
        <p:spPr>
          <a:xfrm flipH="1" flipV="1">
            <a:off x="819629" y="4915195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691E337-5D68-2589-2545-5FAE177ED471}"/>
              </a:ext>
            </a:extLst>
          </p:cNvPr>
          <p:cNvCxnSpPr>
            <a:cxnSpLocks/>
          </p:cNvCxnSpPr>
          <p:nvPr/>
        </p:nvCxnSpPr>
        <p:spPr>
          <a:xfrm flipH="1">
            <a:off x="821661" y="3318917"/>
            <a:ext cx="1309337" cy="11086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7191C27-1C47-9D87-22E5-56101AD29873}"/>
              </a:ext>
            </a:extLst>
          </p:cNvPr>
          <p:cNvSpPr txBox="1"/>
          <p:nvPr/>
        </p:nvSpPr>
        <p:spPr>
          <a:xfrm>
            <a:off x="1497989" y="3990758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70471F4-0763-8B36-9D8A-AD90286AA8E9}"/>
              </a:ext>
            </a:extLst>
          </p:cNvPr>
          <p:cNvSpPr txBox="1"/>
          <p:nvPr/>
        </p:nvSpPr>
        <p:spPr>
          <a:xfrm>
            <a:off x="1497989" y="5044370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B742FBB-6FC5-CAFF-FED4-7591D5FA5E05}"/>
              </a:ext>
            </a:extLst>
          </p:cNvPr>
          <p:cNvSpPr txBox="1"/>
          <p:nvPr/>
        </p:nvSpPr>
        <p:spPr>
          <a:xfrm>
            <a:off x="3013020" y="5765293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F3FD5C6-CE1E-2816-1564-5875A2CD30CD}"/>
              </a:ext>
            </a:extLst>
          </p:cNvPr>
          <p:cNvSpPr txBox="1"/>
          <p:nvPr/>
        </p:nvSpPr>
        <p:spPr>
          <a:xfrm>
            <a:off x="4778838" y="5765293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DADAE50-7E6F-2610-CF80-B5BBC8C9313E}"/>
              </a:ext>
            </a:extLst>
          </p:cNvPr>
          <p:cNvSpPr txBox="1"/>
          <p:nvPr/>
        </p:nvSpPr>
        <p:spPr>
          <a:xfrm>
            <a:off x="5430089" y="5117246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745870F-0BDE-B923-440A-CB4A767AB21E}"/>
              </a:ext>
            </a:extLst>
          </p:cNvPr>
          <p:cNvSpPr txBox="1"/>
          <p:nvPr/>
        </p:nvSpPr>
        <p:spPr>
          <a:xfrm>
            <a:off x="5001291" y="4512834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64FF7E8-1312-D074-C1B2-025B98FC0EA6}"/>
              </a:ext>
            </a:extLst>
          </p:cNvPr>
          <p:cNvSpPr txBox="1"/>
          <p:nvPr/>
        </p:nvSpPr>
        <p:spPr>
          <a:xfrm>
            <a:off x="6262576" y="3953259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2E80427-12E2-7298-3AE2-5E01EE687966}"/>
              </a:ext>
            </a:extLst>
          </p:cNvPr>
          <p:cNvSpPr txBox="1"/>
          <p:nvPr/>
        </p:nvSpPr>
        <p:spPr>
          <a:xfrm>
            <a:off x="6262576" y="5094610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59C0904-0328-9D5A-CCE8-F31DBFFDE163}"/>
              </a:ext>
            </a:extLst>
          </p:cNvPr>
          <p:cNvSpPr txBox="1"/>
          <p:nvPr/>
        </p:nvSpPr>
        <p:spPr>
          <a:xfrm>
            <a:off x="3013020" y="3244859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1693CDA-A4CA-E665-9D83-689F09BC8709}"/>
              </a:ext>
            </a:extLst>
          </p:cNvPr>
          <p:cNvSpPr txBox="1"/>
          <p:nvPr/>
        </p:nvSpPr>
        <p:spPr>
          <a:xfrm>
            <a:off x="4778838" y="3244859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F1D382E-61A4-88ED-4B2A-95E071F8B61B}"/>
              </a:ext>
            </a:extLst>
          </p:cNvPr>
          <p:cNvSpPr txBox="1"/>
          <p:nvPr/>
        </p:nvSpPr>
        <p:spPr>
          <a:xfrm>
            <a:off x="3167831" y="4271438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58E7408-089F-0245-02DB-FB0CCFC6589B}"/>
              </a:ext>
            </a:extLst>
          </p:cNvPr>
          <p:cNvSpPr txBox="1"/>
          <p:nvPr/>
        </p:nvSpPr>
        <p:spPr>
          <a:xfrm>
            <a:off x="1127716" y="3606694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40A00D5-CBF5-C9B1-68AD-5E4BF9969E16}"/>
              </a:ext>
            </a:extLst>
          </p:cNvPr>
          <p:cNvSpPr txBox="1"/>
          <p:nvPr/>
        </p:nvSpPr>
        <p:spPr>
          <a:xfrm>
            <a:off x="3032932" y="2783191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8DF48C9-85A0-3401-89F1-FD662EBABA05}"/>
              </a:ext>
            </a:extLst>
          </p:cNvPr>
          <p:cNvSpPr txBox="1"/>
          <p:nvPr/>
        </p:nvSpPr>
        <p:spPr>
          <a:xfrm>
            <a:off x="4778837" y="2783191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02DF50D-5159-0532-14B6-A0CE56DFA095}"/>
              </a:ext>
            </a:extLst>
          </p:cNvPr>
          <p:cNvSpPr txBox="1"/>
          <p:nvPr/>
        </p:nvSpPr>
        <p:spPr>
          <a:xfrm>
            <a:off x="6707483" y="3606694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79DB07E-CBEF-BBAC-F31D-5F0AEB6D10F6}"/>
              </a:ext>
            </a:extLst>
          </p:cNvPr>
          <p:cNvSpPr txBox="1"/>
          <p:nvPr/>
        </p:nvSpPr>
        <p:spPr>
          <a:xfrm>
            <a:off x="6653822" y="5453509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66DE1D1-42A5-6E90-28EE-E9D040EE5964}"/>
              </a:ext>
            </a:extLst>
          </p:cNvPr>
          <p:cNvSpPr txBox="1"/>
          <p:nvPr/>
        </p:nvSpPr>
        <p:spPr>
          <a:xfrm>
            <a:off x="4778837" y="6270768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4A9B9F9-EDAB-EC69-0405-3E80BBF62CD0}"/>
              </a:ext>
            </a:extLst>
          </p:cNvPr>
          <p:cNvSpPr txBox="1"/>
          <p:nvPr/>
        </p:nvSpPr>
        <p:spPr>
          <a:xfrm>
            <a:off x="3013019" y="6270768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E57D37F-DF9B-AA60-AF73-E0EDB7ED3FA1}"/>
              </a:ext>
            </a:extLst>
          </p:cNvPr>
          <p:cNvSpPr txBox="1"/>
          <p:nvPr/>
        </p:nvSpPr>
        <p:spPr>
          <a:xfrm>
            <a:off x="2790565" y="4619504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85C260B-E51A-341C-484E-59D17A860805}"/>
              </a:ext>
            </a:extLst>
          </p:cNvPr>
          <p:cNvSpPr txBox="1"/>
          <p:nvPr/>
        </p:nvSpPr>
        <p:spPr>
          <a:xfrm>
            <a:off x="4534724" y="4348389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71B036E-525F-740B-69A8-C4806449BFC9}"/>
              </a:ext>
            </a:extLst>
          </p:cNvPr>
          <p:cNvSpPr txBox="1"/>
          <p:nvPr/>
        </p:nvSpPr>
        <p:spPr>
          <a:xfrm>
            <a:off x="1126578" y="5528093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C3DC574-E471-95BB-60CB-B30F017046E0}"/>
              </a:ext>
            </a:extLst>
          </p:cNvPr>
          <p:cNvSpPr txBox="1"/>
          <p:nvPr/>
        </p:nvSpPr>
        <p:spPr>
          <a:xfrm>
            <a:off x="5856015" y="4691967"/>
            <a:ext cx="44490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5BABA65-68CC-59E3-2DED-8EE6DAECF3BD}"/>
              </a:ext>
            </a:extLst>
          </p:cNvPr>
          <p:cNvSpPr txBox="1"/>
          <p:nvPr/>
        </p:nvSpPr>
        <p:spPr>
          <a:xfrm>
            <a:off x="307962" y="1871212"/>
            <a:ext cx="3426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>
                <a:solidFill>
                  <a:srgbClr val="E6E6E6"/>
                </a:solidFill>
              </a:rPr>
              <a:t>We build a residual graph: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9C9F87-5976-B7D9-4D6C-6ACEE3ED7112}"/>
              </a:ext>
            </a:extLst>
          </p:cNvPr>
          <p:cNvSpPr txBox="1"/>
          <p:nvPr/>
        </p:nvSpPr>
        <p:spPr>
          <a:xfrm>
            <a:off x="7936387" y="3517648"/>
            <a:ext cx="38519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/>
              <a:t>The residual graph stores the remaining capacity of each edge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/>
              <a:t>Initially, the remaining capacity of a </a:t>
            </a:r>
            <a:r>
              <a:rPr lang="fr-FR" sz="2000" b="1">
                <a:solidFill>
                  <a:srgbClr val="33CCFF"/>
                </a:solidFill>
              </a:rPr>
              <a:t>forward</a:t>
            </a:r>
            <a:r>
              <a:rPr lang="fr-FR" sz="2000"/>
              <a:t> edge is its maximum capacity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/>
              <a:t>Initially, the remaining capacity of a </a:t>
            </a:r>
            <a:r>
              <a:rPr lang="fr-FR" sz="2000" b="1">
                <a:solidFill>
                  <a:srgbClr val="F9AE57"/>
                </a:solidFill>
              </a:rPr>
              <a:t>backward</a:t>
            </a:r>
            <a:r>
              <a:rPr lang="fr-FR" sz="2000"/>
              <a:t> edge is 0</a:t>
            </a:r>
          </a:p>
        </p:txBody>
      </p:sp>
    </p:spTree>
    <p:extLst>
      <p:ext uri="{BB962C8B-B14F-4D97-AF65-F5344CB8AC3E}">
        <p14:creationId xmlns:p14="http://schemas.microsoft.com/office/powerpoint/2010/main" val="1810260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8542B-3E2E-E092-E840-1FD5A83F419C}"/>
              </a:ext>
            </a:extLst>
          </p:cNvPr>
          <p:cNvSpPr txBox="1"/>
          <p:nvPr/>
        </p:nvSpPr>
        <p:spPr>
          <a:xfrm>
            <a:off x="335216" y="281611"/>
            <a:ext cx="742710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/>
              <a:t>In general, the remaining capacity of a </a:t>
            </a:r>
            <a:r>
              <a:rPr lang="fr-FR" sz="3200" b="1">
                <a:solidFill>
                  <a:srgbClr val="33CCFF"/>
                </a:solidFill>
              </a:rPr>
              <a:t>forward</a:t>
            </a:r>
            <a:r>
              <a:rPr lang="fr-FR" sz="3200"/>
              <a:t> edge is its maximum capacityy minus how much flow is pushed through it, and the capacity of a </a:t>
            </a:r>
            <a:r>
              <a:rPr lang="fr-FR" sz="3200" b="1">
                <a:solidFill>
                  <a:srgbClr val="F9AE57"/>
                </a:solidFill>
              </a:rPr>
              <a:t>backward</a:t>
            </a:r>
            <a:r>
              <a:rPr lang="fr-FR" sz="3200"/>
              <a:t> edge is how much flow is pushed through its forward edge</a:t>
            </a:r>
          </a:p>
          <a:p>
            <a:endParaRPr lang="fr-FR" sz="3200"/>
          </a:p>
          <a:p>
            <a:r>
              <a:rPr lang="fr-FR" sz="3200" b="1">
                <a:solidFill>
                  <a:srgbClr val="8690FA"/>
                </a:solidFill>
              </a:rPr>
              <a:t>Example:</a:t>
            </a:r>
          </a:p>
          <a:p>
            <a:r>
              <a:rPr lang="fr-FR" sz="3200"/>
              <a:t>If the maximum capacity of AD is 8 and we pushed an amount of 3, then remaining capacity of AD is 5 (8-3), and remaining capacity of DA is 3</a:t>
            </a:r>
            <a:endParaRPr lang="en-US" sz="3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EFC324-6B0B-AFCD-2B1A-5E33777D43CA}"/>
              </a:ext>
            </a:extLst>
          </p:cNvPr>
          <p:cNvCxnSpPr>
            <a:cxnSpLocks/>
          </p:cNvCxnSpPr>
          <p:nvPr/>
        </p:nvCxnSpPr>
        <p:spPr>
          <a:xfrm flipH="1" flipV="1">
            <a:off x="8514986" y="4409347"/>
            <a:ext cx="2427789" cy="1471336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C77153D-C0D4-ABD3-337A-F4D008E9A88E}"/>
              </a:ext>
            </a:extLst>
          </p:cNvPr>
          <p:cNvCxnSpPr>
            <a:cxnSpLocks/>
          </p:cNvCxnSpPr>
          <p:nvPr/>
        </p:nvCxnSpPr>
        <p:spPr>
          <a:xfrm>
            <a:off x="8609611" y="4180903"/>
            <a:ext cx="2513635" cy="158470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75F83C3-FA4C-1D8A-1708-5E78C4912B48}"/>
              </a:ext>
            </a:extLst>
          </p:cNvPr>
          <p:cNvSpPr/>
          <p:nvPr/>
        </p:nvSpPr>
        <p:spPr bwMode="auto">
          <a:xfrm>
            <a:off x="10931278" y="5765610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B66177A-BAE0-AC88-3431-B7BDF07B83FE}"/>
              </a:ext>
            </a:extLst>
          </p:cNvPr>
          <p:cNvSpPr/>
          <p:nvPr/>
        </p:nvSpPr>
        <p:spPr bwMode="auto">
          <a:xfrm>
            <a:off x="8046600" y="3837385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05A8C0-11C9-5225-947A-B01A509427F1}"/>
              </a:ext>
            </a:extLst>
          </p:cNvPr>
          <p:cNvSpPr txBox="1"/>
          <p:nvPr/>
        </p:nvSpPr>
        <p:spPr>
          <a:xfrm>
            <a:off x="9728880" y="4548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5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F9600E-57AC-0EC6-EC68-B7B9E2A4E665}"/>
              </a:ext>
            </a:extLst>
          </p:cNvPr>
          <p:cNvSpPr txBox="1"/>
          <p:nvPr/>
        </p:nvSpPr>
        <p:spPr>
          <a:xfrm>
            <a:off x="9297940" y="522347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3</a:t>
            </a:r>
            <a:endParaRPr lang="en-US" dirty="0">
              <a:solidFill>
                <a:srgbClr val="F9AE57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70529E-0E87-717E-2728-B418CE956939}"/>
              </a:ext>
            </a:extLst>
          </p:cNvPr>
          <p:cNvCxnSpPr>
            <a:cxnSpLocks/>
            <a:stCxn id="31" idx="5"/>
            <a:endCxn id="30" idx="1"/>
          </p:cNvCxnSpPr>
          <p:nvPr/>
        </p:nvCxnSpPr>
        <p:spPr>
          <a:xfrm>
            <a:off x="10252019" y="3005984"/>
            <a:ext cx="1253170" cy="75947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4322AAE3-E11F-6C24-0390-D7D6578496FD}"/>
              </a:ext>
            </a:extLst>
          </p:cNvPr>
          <p:cNvSpPr/>
          <p:nvPr/>
        </p:nvSpPr>
        <p:spPr bwMode="auto">
          <a:xfrm>
            <a:off x="11456346" y="3716611"/>
            <a:ext cx="333522" cy="333522"/>
          </a:xfrm>
          <a:prstGeom prst="ellipse">
            <a:avLst/>
          </a:prstGeom>
          <a:solidFill>
            <a:srgbClr val="343D46"/>
          </a:solidFill>
          <a:ln w="19050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600">
                <a:latin typeface="+mj-lt"/>
              </a:rPr>
              <a:t>D</a:t>
            </a:r>
            <a:endParaRPr lang="en-US" sz="1600">
              <a:latin typeface="+mj-lt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6568DF6-F7BD-2512-F887-0F3D9717AC4C}"/>
              </a:ext>
            </a:extLst>
          </p:cNvPr>
          <p:cNvSpPr/>
          <p:nvPr/>
        </p:nvSpPr>
        <p:spPr bwMode="auto">
          <a:xfrm>
            <a:off x="9967340" y="2721305"/>
            <a:ext cx="333522" cy="333522"/>
          </a:xfrm>
          <a:prstGeom prst="ellipse">
            <a:avLst/>
          </a:prstGeom>
          <a:solidFill>
            <a:srgbClr val="343D46"/>
          </a:solidFill>
          <a:ln w="19050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600">
                <a:latin typeface="+mj-lt"/>
              </a:rPr>
              <a:t>A</a:t>
            </a:r>
            <a:endParaRPr lang="en-US" sz="1600"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5E42F1-858B-B663-B0DF-3E487C67BA9D}"/>
              </a:ext>
            </a:extLst>
          </p:cNvPr>
          <p:cNvSpPr txBox="1"/>
          <p:nvPr/>
        </p:nvSpPr>
        <p:spPr>
          <a:xfrm>
            <a:off x="10878604" y="3054827"/>
            <a:ext cx="22525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 sz="1600">
                <a:solidFill>
                  <a:schemeClr val="tx1"/>
                </a:solidFill>
              </a:rPr>
              <a:t>8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1C3C8D-B10A-3E16-8C3C-98334BAE2D36}"/>
              </a:ext>
            </a:extLst>
          </p:cNvPr>
          <p:cNvSpPr txBox="1"/>
          <p:nvPr/>
        </p:nvSpPr>
        <p:spPr>
          <a:xfrm>
            <a:off x="9921624" y="2181312"/>
            <a:ext cx="1176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In input:</a:t>
            </a:r>
            <a:endParaRPr lang="en-US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F14872-C5D0-EF6C-A5B3-F1D92F62F715}"/>
              </a:ext>
            </a:extLst>
          </p:cNvPr>
          <p:cNvSpPr txBox="1"/>
          <p:nvPr/>
        </p:nvSpPr>
        <p:spPr>
          <a:xfrm>
            <a:off x="7956757" y="3057568"/>
            <a:ext cx="17704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/>
              <a:t>In residual graph: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4255169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8542B-3E2E-E092-E840-1FD5A83F419C}"/>
              </a:ext>
            </a:extLst>
          </p:cNvPr>
          <p:cNvSpPr txBox="1"/>
          <p:nvPr/>
        </p:nvSpPr>
        <p:spPr>
          <a:xfrm>
            <a:off x="411416" y="376861"/>
            <a:ext cx="88659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/>
              <a:t>There exists multiple algorithms to solve the maximum flow problem, such as </a:t>
            </a:r>
            <a:r>
              <a:rPr lang="en-US" sz="4800" b="1">
                <a:solidFill>
                  <a:srgbClr val="00EFD1"/>
                </a:solidFill>
              </a:rPr>
              <a:t>Ford-Fulkerson algorithm</a:t>
            </a:r>
            <a:r>
              <a:rPr lang="en-US" sz="4800"/>
              <a:t>, </a:t>
            </a:r>
            <a:r>
              <a:rPr lang="en-US" sz="4800" b="1">
                <a:solidFill>
                  <a:srgbClr val="00EFD1"/>
                </a:solidFill>
              </a:rPr>
              <a:t>Edmonds-Karp algorithm</a:t>
            </a:r>
            <a:r>
              <a:rPr lang="en-US" sz="4800"/>
              <a:t>, and </a:t>
            </a:r>
            <a:r>
              <a:rPr lang="en-US" sz="4800" b="1">
                <a:solidFill>
                  <a:srgbClr val="00EFD1"/>
                </a:solidFill>
              </a:rPr>
              <a:t>Dinic's algorithm</a:t>
            </a:r>
          </a:p>
        </p:txBody>
      </p:sp>
    </p:spTree>
    <p:extLst>
      <p:ext uri="{BB962C8B-B14F-4D97-AF65-F5344CB8AC3E}">
        <p14:creationId xmlns:p14="http://schemas.microsoft.com/office/powerpoint/2010/main" val="4267479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8542B-3E2E-E092-E840-1FD5A83F419C}"/>
              </a:ext>
            </a:extLst>
          </p:cNvPr>
          <p:cNvSpPr txBox="1"/>
          <p:nvPr/>
        </p:nvSpPr>
        <p:spPr>
          <a:xfrm>
            <a:off x="1962150" y="2367171"/>
            <a:ext cx="82677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>
                <a:solidFill>
                  <a:srgbClr val="8690FA"/>
                </a:solidFill>
              </a:rPr>
              <a:t>min-cut max-flow theorem</a:t>
            </a:r>
            <a:endParaRPr lang="en-US" sz="6600" b="1">
              <a:solidFill>
                <a:srgbClr val="8690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341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4113231" y="1694132"/>
            <a:ext cx="1876406" cy="3155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6096000" y="1922124"/>
            <a:ext cx="1810951" cy="324441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828800" y="3133061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9771323" y="3133061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779851" y="4849197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800062" y="1416926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800062" y="4849197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779851" y="1416926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820273" y="4849197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820273" y="1416926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2333998" y="1922124"/>
            <a:ext cx="1532532" cy="129761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4371728" y="1712865"/>
            <a:ext cx="14283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362094" y="3610163"/>
            <a:ext cx="1504435" cy="132571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371727" y="5107675"/>
            <a:ext cx="14283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>
            <a:off x="6391939" y="1712865"/>
            <a:ext cx="14283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063606" y="2008802"/>
            <a:ext cx="0" cy="2840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297374" y="1950219"/>
            <a:ext cx="1560628" cy="1269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8297374" y="3638259"/>
            <a:ext cx="1560628" cy="1269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391938" y="5107675"/>
            <a:ext cx="14283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3028925" y="2642919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3028925" y="3876133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802214" y="4719948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869040" y="4719948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631305" y="3961432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001475" y="3269615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605701" y="2599028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605701" y="3934936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802214" y="1769871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4</a:t>
            </a:r>
            <a:endParaRPr lang="en-US" sz="2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869040" y="1769871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983414" y="2971445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BDE70A-6E98-6A2A-DD00-C3BB8286DC73}"/>
              </a:ext>
            </a:extLst>
          </p:cNvPr>
          <p:cNvSpPr txBox="1"/>
          <p:nvPr/>
        </p:nvSpPr>
        <p:spPr>
          <a:xfrm>
            <a:off x="1962150" y="175241"/>
            <a:ext cx="826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8690FA"/>
                </a:solidFill>
              </a:rPr>
              <a:t>min-cut max-flow theorem</a:t>
            </a:r>
            <a:endParaRPr lang="en-US" sz="3600" b="1">
              <a:solidFill>
                <a:srgbClr val="8690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541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4113231" y="1377647"/>
            <a:ext cx="1876406" cy="3155065"/>
          </a:xfrm>
          <a:prstGeom prst="straightConnector1">
            <a:avLst/>
          </a:prstGeom>
          <a:ln w="38100">
            <a:solidFill>
              <a:schemeClr val="tx1">
                <a:alpha val="1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6096000" y="1605639"/>
            <a:ext cx="1810951" cy="324441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828800" y="2816576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9771323" y="2816576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779851" y="4532712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800062" y="1100441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800062" y="4532712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779851" y="1100441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820273" y="4532712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820273" y="1100441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2333998" y="1605639"/>
            <a:ext cx="1532532" cy="129761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4371728" y="1396380"/>
            <a:ext cx="1428334" cy="0"/>
          </a:xfrm>
          <a:prstGeom prst="straightConnector1">
            <a:avLst/>
          </a:prstGeom>
          <a:ln w="38100">
            <a:solidFill>
              <a:schemeClr val="tx1">
                <a:alpha val="1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362094" y="3293678"/>
            <a:ext cx="1504435" cy="132571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371727" y="4791190"/>
            <a:ext cx="1428334" cy="0"/>
          </a:xfrm>
          <a:prstGeom prst="straightConnector1">
            <a:avLst/>
          </a:prstGeom>
          <a:ln w="38100">
            <a:solidFill>
              <a:schemeClr val="tx1">
                <a:alpha val="1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>
            <a:off x="6391939" y="1396380"/>
            <a:ext cx="14283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063606" y="1692317"/>
            <a:ext cx="0" cy="2840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297374" y="1633734"/>
            <a:ext cx="1560628" cy="1269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8297374" y="3321774"/>
            <a:ext cx="1560628" cy="1269521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391938" y="4791190"/>
            <a:ext cx="14283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3028925" y="2326434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3028925" y="3559648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802214" y="4403463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chemeClr val="tx1">
                    <a:alpha val="10000"/>
                  </a:schemeClr>
                </a:solidFill>
              </a:rPr>
              <a:t>8</a:t>
            </a:r>
            <a:endParaRPr lang="en-US" sz="2400" dirty="0">
              <a:solidFill>
                <a:schemeClr val="tx1">
                  <a:alpha val="1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869040" y="4403463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631305" y="3644947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001475" y="2953130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605701" y="2282543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605701" y="3618451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802214" y="1453386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chemeClr val="tx1">
                    <a:alpha val="10000"/>
                  </a:schemeClr>
                </a:solidFill>
              </a:rPr>
              <a:t>4</a:t>
            </a:r>
            <a:endParaRPr lang="en-US" sz="2400" dirty="0">
              <a:solidFill>
                <a:schemeClr val="tx1">
                  <a:alpha val="10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869040" y="1453386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983414" y="2654960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chemeClr val="tx1">
                    <a:alpha val="10000"/>
                  </a:schemeClr>
                </a:solidFill>
              </a:rPr>
              <a:t>8</a:t>
            </a:r>
            <a:endParaRPr lang="en-US" sz="2400" dirty="0">
              <a:solidFill>
                <a:schemeClr val="tx1">
                  <a:alpha val="1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BDE70A-6E98-6A2A-DD00-C3BB8286DC73}"/>
              </a:ext>
            </a:extLst>
          </p:cNvPr>
          <p:cNvSpPr txBox="1"/>
          <p:nvPr/>
        </p:nvSpPr>
        <p:spPr>
          <a:xfrm>
            <a:off x="1962150" y="175241"/>
            <a:ext cx="826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8690FA"/>
                </a:solidFill>
              </a:rPr>
              <a:t>min-cut max-flow theorem</a:t>
            </a:r>
            <a:endParaRPr lang="en-US" sz="3600" b="1">
              <a:solidFill>
                <a:srgbClr val="8690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F02964-7198-831C-0B0A-6D963DD5DC5C}"/>
                  </a:ext>
                </a:extLst>
              </p:cNvPr>
              <p:cNvSpPr txBox="1"/>
              <p:nvPr/>
            </p:nvSpPr>
            <p:spPr>
              <a:xfrm>
                <a:off x="476250" y="5430107"/>
                <a:ext cx="112395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200"/>
                  <a:t>We can disconnect the graph by removing some edges, for example </a:t>
                </a:r>
                <a14:m>
                  <m:oMath xmlns:m="http://schemas.openxmlformats.org/officeDocument/2006/math">
                    <m:r>
                      <a:rPr lang="fr-FR" sz="320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fr-FR" sz="3200" i="1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fr-FR" sz="320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3200" i="1" smtClean="0">
                        <a:latin typeface="Cambria Math" panose="02040503050406030204" pitchFamily="18" charset="0"/>
                      </a:rPr>
                      <m:t>𝐴𝐷</m:t>
                    </m:r>
                    <m:r>
                      <a:rPr lang="fr-FR" sz="320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3200" i="1" smtClean="0">
                        <a:latin typeface="Cambria Math" panose="02040503050406030204" pitchFamily="18" charset="0"/>
                      </a:rPr>
                      <m:t>𝐵𝐷</m:t>
                    </m:r>
                    <m:r>
                      <a:rPr lang="fr-FR" sz="320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fr-FR" sz="3200"/>
                  <a:t>. Such a set is named a cut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F02964-7198-831C-0B0A-6D963DD5D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5430107"/>
                <a:ext cx="11239500" cy="1077218"/>
              </a:xfrm>
              <a:prstGeom prst="rect">
                <a:avLst/>
              </a:prstGeom>
              <a:blipFill>
                <a:blip r:embed="rId2"/>
                <a:stretch>
                  <a:fillRect t="-7386" r="-217" b="-17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610CFD15-5F9F-88A3-5F83-3700BCD0F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147" y="2369797"/>
            <a:ext cx="1288486" cy="128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7394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4113231" y="1377647"/>
            <a:ext cx="1876406" cy="3155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6096000" y="1605639"/>
            <a:ext cx="1810951" cy="324441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828800" y="2816576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9771323" y="2816576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779851" y="4532712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800062" y="1100441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800062" y="4532712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779851" y="1100441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820273" y="4532712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820273" y="1100441"/>
            <a:ext cx="591877" cy="5918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2333998" y="1605639"/>
            <a:ext cx="1532532" cy="129761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4371728" y="1396380"/>
            <a:ext cx="14283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362094" y="3293678"/>
            <a:ext cx="1504435" cy="132571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371727" y="4791190"/>
            <a:ext cx="14283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  <a:stCxn id="10" idx="6"/>
            <a:endCxn id="5" idx="2"/>
          </p:cNvCxnSpPr>
          <p:nvPr/>
        </p:nvCxnSpPr>
        <p:spPr>
          <a:xfrm>
            <a:off x="6391939" y="1396380"/>
            <a:ext cx="14283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063606" y="1692317"/>
            <a:ext cx="0" cy="2840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297374" y="1633734"/>
            <a:ext cx="1560628" cy="1269520"/>
          </a:xfrm>
          <a:prstGeom prst="straightConnector1">
            <a:avLst/>
          </a:prstGeom>
          <a:ln w="38100">
            <a:solidFill>
              <a:schemeClr val="tx1">
                <a:alpha val="1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8297374" y="3321774"/>
            <a:ext cx="1560628" cy="1269521"/>
          </a:xfrm>
          <a:prstGeom prst="straightConnector1">
            <a:avLst/>
          </a:prstGeom>
          <a:ln w="38100">
            <a:solidFill>
              <a:schemeClr val="tx1">
                <a:alpha val="1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391938" y="4791190"/>
            <a:ext cx="14283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3028925" y="2326434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3028925" y="3559648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10</a:t>
            </a:r>
            <a:endParaRPr lang="en-US" sz="2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802214" y="4403463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869040" y="4403463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631305" y="3644947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001475" y="2953130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605701" y="2282543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tx1">
                    <a:alpha val="10000"/>
                  </a:scheme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605701" y="3618451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chemeClr val="tx1">
                    <a:alpha val="10000"/>
                  </a:scheme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802214" y="1453386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4</a:t>
            </a:r>
            <a:endParaRPr lang="en-US" sz="2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869040" y="1453386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6</a:t>
            </a:r>
            <a:endParaRPr lang="en-US" sz="24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983414" y="2654960"/>
            <a:ext cx="5207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/>
              <a:t>8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BDE70A-6E98-6A2A-DD00-C3BB8286DC73}"/>
              </a:ext>
            </a:extLst>
          </p:cNvPr>
          <p:cNvSpPr txBox="1"/>
          <p:nvPr/>
        </p:nvSpPr>
        <p:spPr>
          <a:xfrm>
            <a:off x="1962150" y="175241"/>
            <a:ext cx="826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rgbClr val="8690FA"/>
                </a:solidFill>
              </a:rPr>
              <a:t>min-cut max-flow theorem</a:t>
            </a:r>
            <a:endParaRPr lang="en-US" sz="3600" b="1">
              <a:solidFill>
                <a:srgbClr val="8690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F02964-7198-831C-0B0A-6D963DD5DC5C}"/>
                  </a:ext>
                </a:extLst>
              </p:cNvPr>
              <p:cNvSpPr txBox="1"/>
              <p:nvPr/>
            </p:nvSpPr>
            <p:spPr>
              <a:xfrm>
                <a:off x="684810" y="5430107"/>
                <a:ext cx="1082238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/>
                  <a:t>Cuts have different total weights, for example </a:t>
                </a:r>
                <a14:m>
                  <m:oMath xmlns:m="http://schemas.openxmlformats.org/officeDocument/2006/math">
                    <m:r>
                      <a:rPr lang="fr-FR" sz="240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fr-FR" sz="2400" i="1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fr-FR" sz="240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2400" i="1" smtClean="0">
                        <a:latin typeface="Cambria Math" panose="02040503050406030204" pitchFamily="18" charset="0"/>
                      </a:rPr>
                      <m:t>𝐴𝐷</m:t>
                    </m:r>
                    <m:r>
                      <a:rPr lang="fr-FR" sz="240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2400" i="1" smtClean="0">
                        <a:latin typeface="Cambria Math" panose="02040503050406030204" pitchFamily="18" charset="0"/>
                      </a:rPr>
                      <m:t>𝐵𝐷</m:t>
                    </m:r>
                    <m:r>
                      <a:rPr lang="fr-FR" sz="240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fr-FR" sz="2400"/>
                  <a:t> had a total weight of </a:t>
                </a:r>
                <a14:m>
                  <m:oMath xmlns:m="http://schemas.openxmlformats.org/officeDocument/2006/math">
                    <m:r>
                      <a:rPr lang="fr-FR" sz="2400" i="1" smtClean="0">
                        <a:latin typeface="Cambria Math" panose="02040503050406030204" pitchFamily="18" charset="0"/>
                      </a:rPr>
                      <m:t>20 (4+8+8)</m:t>
                    </m:r>
                  </m:oMath>
                </a14:m>
                <a:r>
                  <a:rPr lang="fr-FR" sz="2400"/>
                  <a:t>. The cut with the smallest total weight is the minimum cut. In this example it's </a:t>
                </a:r>
                <a14:m>
                  <m:oMath xmlns:m="http://schemas.openxmlformats.org/officeDocument/2006/math">
                    <m:r>
                      <a:rPr lang="fr-FR" sz="240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fr-FR" sz="2400" i="1" smtClean="0">
                        <a:latin typeface="Cambria Math" panose="02040503050406030204" pitchFamily="18" charset="0"/>
                      </a:rPr>
                      <m:t>𝐸𝑡</m:t>
                    </m:r>
                    <m:r>
                      <a:rPr lang="fr-FR" sz="240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2400" i="1" smtClean="0">
                        <a:latin typeface="Cambria Math" panose="02040503050406030204" pitchFamily="18" charset="0"/>
                      </a:rPr>
                      <m:t>𝐹𝑡</m:t>
                    </m:r>
                    <m:r>
                      <a:rPr lang="fr-FR" sz="240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fr-FR" sz="2400"/>
                  <a:t>, with a total weight of </a:t>
                </a:r>
                <a14:m>
                  <m:oMath xmlns:m="http://schemas.openxmlformats.org/officeDocument/2006/math">
                    <m:r>
                      <a:rPr lang="fr-FR" sz="2400" i="1" smtClean="0">
                        <a:latin typeface="Cambria Math" panose="02040503050406030204" pitchFamily="18" charset="0"/>
                      </a:rPr>
                      <m:t>18 (8+10)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F02964-7198-831C-0B0A-6D963DD5D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10" y="5430107"/>
                <a:ext cx="10822380" cy="1200329"/>
              </a:xfrm>
              <a:prstGeom prst="rect">
                <a:avLst/>
              </a:prstGeom>
              <a:blipFill>
                <a:blip r:embed="rId2"/>
                <a:stretch>
                  <a:fillRect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610CFD15-5F9F-88A3-5F83-3700BCD0F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15" y="2369797"/>
            <a:ext cx="1288486" cy="128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541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BDE70A-6E98-6A2A-DD00-C3BB8286DC73}"/>
              </a:ext>
            </a:extLst>
          </p:cNvPr>
          <p:cNvSpPr txBox="1"/>
          <p:nvPr/>
        </p:nvSpPr>
        <p:spPr>
          <a:xfrm>
            <a:off x="316675" y="151490"/>
            <a:ext cx="9244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>
                <a:solidFill>
                  <a:srgbClr val="8690FA"/>
                </a:solidFill>
              </a:rPr>
              <a:t>min-cut max-flow theorem</a:t>
            </a:r>
            <a:endParaRPr lang="en-US" sz="4800" b="1">
              <a:solidFill>
                <a:srgbClr val="8690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F02964-7198-831C-0B0A-6D963DD5DC5C}"/>
                  </a:ext>
                </a:extLst>
              </p:cNvPr>
              <p:cNvSpPr txBox="1"/>
              <p:nvPr/>
            </p:nvSpPr>
            <p:spPr>
              <a:xfrm>
                <a:off x="316675" y="982487"/>
                <a:ext cx="1033549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/>
                  <a:t>In a flow network, the maximum amount of flow passing from </a:t>
                </a:r>
                <a14:m>
                  <m:oMath xmlns:m="http://schemas.openxmlformats.org/officeDocument/2006/math">
                    <m:r>
                      <a:rPr lang="en-US" sz="40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4000"/>
                  <a:t> to </a:t>
                </a:r>
                <a14:m>
                  <m:oMath xmlns:m="http://schemas.openxmlformats.org/officeDocument/2006/math">
                    <m:r>
                      <a:rPr lang="en-US" sz="40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4000"/>
                  <a:t>, is equal to total weight of edges of the minimum cut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F02964-7198-831C-0B0A-6D963DD5D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75" y="982487"/>
                <a:ext cx="10335491" cy="1938992"/>
              </a:xfrm>
              <a:prstGeom prst="rect">
                <a:avLst/>
              </a:prstGeom>
              <a:blipFill>
                <a:blip r:embed="rId2"/>
                <a:stretch>
                  <a:fillRect l="-2124" t="-5975" r="-1593" b="-12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DB6CD21-9F95-D3A0-6779-A341F1CDE90D}"/>
              </a:ext>
            </a:extLst>
          </p:cNvPr>
          <p:cNvSpPr txBox="1"/>
          <p:nvPr/>
        </p:nvSpPr>
        <p:spPr>
          <a:xfrm>
            <a:off x="8526482" y="151490"/>
            <a:ext cx="416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4800" b="1">
                <a:solidFill>
                  <a:srgbClr val="8690FA"/>
                </a:solidFill>
              </a:rPr>
              <a:t>:</a:t>
            </a:r>
            <a:endParaRPr lang="en-US" sz="4800" b="1">
              <a:solidFill>
                <a:srgbClr val="8690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183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BDE70A-6E98-6A2A-DD00-C3BB8286DC73}"/>
              </a:ext>
            </a:extLst>
          </p:cNvPr>
          <p:cNvSpPr txBox="1"/>
          <p:nvPr/>
        </p:nvSpPr>
        <p:spPr>
          <a:xfrm>
            <a:off x="316675" y="151490"/>
            <a:ext cx="9244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>
                <a:solidFill>
                  <a:srgbClr val="8690FA"/>
                </a:solidFill>
              </a:rPr>
              <a:t>min-cut max-flow theorem</a:t>
            </a:r>
            <a:endParaRPr lang="en-US" sz="4800" b="1">
              <a:solidFill>
                <a:srgbClr val="8690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F02964-7198-831C-0B0A-6D963DD5DC5C}"/>
                  </a:ext>
                </a:extLst>
              </p:cNvPr>
              <p:cNvSpPr txBox="1"/>
              <p:nvPr/>
            </p:nvSpPr>
            <p:spPr>
              <a:xfrm>
                <a:off x="316675" y="982487"/>
                <a:ext cx="1033549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In a flow network, the maximum amount of flow passing from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/>
                  <a:t> to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800"/>
                  <a:t>, is equal to total weight of edges of the minimum cut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F02964-7198-831C-0B0A-6D963DD5D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75" y="982487"/>
                <a:ext cx="10335491" cy="954107"/>
              </a:xfrm>
              <a:prstGeom prst="rect">
                <a:avLst/>
              </a:prstGeom>
              <a:blipFill>
                <a:blip r:embed="rId2"/>
                <a:stretch>
                  <a:fillRect l="-1239" t="-6369" r="-944" b="-15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DB6CD21-9F95-D3A0-6779-A341F1CDE90D}"/>
              </a:ext>
            </a:extLst>
          </p:cNvPr>
          <p:cNvSpPr txBox="1"/>
          <p:nvPr/>
        </p:nvSpPr>
        <p:spPr>
          <a:xfrm>
            <a:off x="8526482" y="151490"/>
            <a:ext cx="416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4800" b="1">
                <a:solidFill>
                  <a:srgbClr val="8690FA"/>
                </a:solidFill>
              </a:rPr>
              <a:t>:</a:t>
            </a:r>
            <a:endParaRPr lang="en-US" sz="4800" b="1">
              <a:solidFill>
                <a:srgbClr val="8690F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5CD39C-EF03-EB92-F831-1886BFB09E83}"/>
              </a:ext>
            </a:extLst>
          </p:cNvPr>
          <p:cNvSpPr txBox="1"/>
          <p:nvPr/>
        </p:nvSpPr>
        <p:spPr>
          <a:xfrm>
            <a:off x="316675" y="1953189"/>
            <a:ext cx="10929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In our example, the maximum amount of flow is </a:t>
            </a:r>
            <a:r>
              <a:rPr lang="en-US" sz="3600" b="1">
                <a:solidFill>
                  <a:srgbClr val="00EFD1"/>
                </a:solidFill>
              </a:rPr>
              <a:t>18</a:t>
            </a:r>
            <a:r>
              <a:rPr lang="en-US" sz="3600"/>
              <a:t>, and the total weight of the minimum cut is also </a:t>
            </a:r>
            <a:r>
              <a:rPr lang="en-US" sz="3600" b="1">
                <a:solidFill>
                  <a:srgbClr val="00EFD1"/>
                </a:solidFill>
              </a:rPr>
              <a:t>18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D8681-D998-C018-A6C6-38AEBF939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86" y="3638213"/>
            <a:ext cx="4670738" cy="2237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AC06A-4963-AC85-6FF6-45D2CE1FFB82}"/>
              </a:ext>
            </a:extLst>
          </p:cNvPr>
          <p:cNvSpPr txBox="1"/>
          <p:nvPr/>
        </p:nvSpPr>
        <p:spPr>
          <a:xfrm>
            <a:off x="10343623" y="4266976"/>
            <a:ext cx="171977" cy="276999"/>
          </a:xfrm>
          <a:prstGeom prst="rect">
            <a:avLst/>
          </a:prstGeom>
          <a:solidFill>
            <a:srgbClr val="343D46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>
                <a:solidFill>
                  <a:srgbClr val="00EFD1"/>
                </a:solidFill>
              </a:rPr>
              <a:t>8</a:t>
            </a:r>
            <a:endParaRPr lang="en-US" dirty="0">
              <a:solidFill>
                <a:srgbClr val="00EFD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8B0178-449F-ACC5-6A8F-F6848A4D8833}"/>
              </a:ext>
            </a:extLst>
          </p:cNvPr>
          <p:cNvSpPr txBox="1"/>
          <p:nvPr/>
        </p:nvSpPr>
        <p:spPr>
          <a:xfrm>
            <a:off x="10279330" y="4932744"/>
            <a:ext cx="257701" cy="276999"/>
          </a:xfrm>
          <a:prstGeom prst="rect">
            <a:avLst/>
          </a:prstGeom>
          <a:solidFill>
            <a:srgbClr val="343D46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>
                <a:solidFill>
                  <a:srgbClr val="00EFD1"/>
                </a:solidFill>
              </a:rPr>
              <a:t>10</a:t>
            </a:r>
            <a:endParaRPr lang="en-US" dirty="0">
              <a:solidFill>
                <a:srgbClr val="00EFD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015C44-A123-38E8-1E62-90DE71572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36" y="3533091"/>
            <a:ext cx="4672584" cy="24475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9E01775-7FEA-E30B-831A-BB42C1C92152}"/>
              </a:ext>
            </a:extLst>
          </p:cNvPr>
          <p:cNvSpPr/>
          <p:nvPr/>
        </p:nvSpPr>
        <p:spPr bwMode="auto">
          <a:xfrm>
            <a:off x="1619003" y="3336966"/>
            <a:ext cx="3965012" cy="2643669"/>
          </a:xfrm>
          <a:custGeom>
            <a:avLst/>
            <a:gdLst>
              <a:gd name="connsiteX0" fmla="*/ 0 w 3660212"/>
              <a:gd name="connsiteY0" fmla="*/ 0 h 2643669"/>
              <a:gd name="connsiteX1" fmla="*/ 3660212 w 3660212"/>
              <a:gd name="connsiteY1" fmla="*/ 0 h 2643669"/>
              <a:gd name="connsiteX2" fmla="*/ 3660212 w 3660212"/>
              <a:gd name="connsiteY2" fmla="*/ 2643669 h 2643669"/>
              <a:gd name="connsiteX3" fmla="*/ 0 w 3660212"/>
              <a:gd name="connsiteY3" fmla="*/ 2643669 h 2643669"/>
              <a:gd name="connsiteX4" fmla="*/ 0 w 3660212"/>
              <a:gd name="connsiteY4" fmla="*/ 0 h 2643669"/>
              <a:gd name="connsiteX0" fmla="*/ 11876 w 3672088"/>
              <a:gd name="connsiteY0" fmla="*/ 0 h 2643669"/>
              <a:gd name="connsiteX1" fmla="*/ 3672088 w 3672088"/>
              <a:gd name="connsiteY1" fmla="*/ 0 h 2643669"/>
              <a:gd name="connsiteX2" fmla="*/ 3672088 w 3672088"/>
              <a:gd name="connsiteY2" fmla="*/ 2643669 h 2643669"/>
              <a:gd name="connsiteX3" fmla="*/ 11876 w 3672088"/>
              <a:gd name="connsiteY3" fmla="*/ 2643669 h 2643669"/>
              <a:gd name="connsiteX4" fmla="*/ 0 w 3672088"/>
              <a:gd name="connsiteY4" fmla="*/ 1318161 h 2643669"/>
              <a:gd name="connsiteX5" fmla="*/ 11876 w 3672088"/>
              <a:gd name="connsiteY5" fmla="*/ 0 h 2643669"/>
              <a:gd name="connsiteX0" fmla="*/ 11876 w 3672088"/>
              <a:gd name="connsiteY0" fmla="*/ 0 h 2643669"/>
              <a:gd name="connsiteX1" fmla="*/ 3672088 w 3672088"/>
              <a:gd name="connsiteY1" fmla="*/ 0 h 2643669"/>
              <a:gd name="connsiteX2" fmla="*/ 3672088 w 3672088"/>
              <a:gd name="connsiteY2" fmla="*/ 2643669 h 2643669"/>
              <a:gd name="connsiteX3" fmla="*/ 11876 w 3672088"/>
              <a:gd name="connsiteY3" fmla="*/ 2643669 h 2643669"/>
              <a:gd name="connsiteX4" fmla="*/ 0 w 3672088"/>
              <a:gd name="connsiteY4" fmla="*/ 1318161 h 2643669"/>
              <a:gd name="connsiteX5" fmla="*/ 11876 w 3672088"/>
              <a:gd name="connsiteY5" fmla="*/ 605642 h 2643669"/>
              <a:gd name="connsiteX6" fmla="*/ 11876 w 3672088"/>
              <a:gd name="connsiteY6" fmla="*/ 0 h 2643669"/>
              <a:gd name="connsiteX0" fmla="*/ 0 w 3965012"/>
              <a:gd name="connsiteY0" fmla="*/ 15240 h 2643669"/>
              <a:gd name="connsiteX1" fmla="*/ 3965012 w 3965012"/>
              <a:gd name="connsiteY1" fmla="*/ 0 h 2643669"/>
              <a:gd name="connsiteX2" fmla="*/ 3965012 w 3965012"/>
              <a:gd name="connsiteY2" fmla="*/ 2643669 h 2643669"/>
              <a:gd name="connsiteX3" fmla="*/ 304800 w 3965012"/>
              <a:gd name="connsiteY3" fmla="*/ 2643669 h 2643669"/>
              <a:gd name="connsiteX4" fmla="*/ 292924 w 3965012"/>
              <a:gd name="connsiteY4" fmla="*/ 1318161 h 2643669"/>
              <a:gd name="connsiteX5" fmla="*/ 304800 w 3965012"/>
              <a:gd name="connsiteY5" fmla="*/ 605642 h 2643669"/>
              <a:gd name="connsiteX6" fmla="*/ 0 w 3965012"/>
              <a:gd name="connsiteY6" fmla="*/ 15240 h 2643669"/>
              <a:gd name="connsiteX0" fmla="*/ 0 w 3965012"/>
              <a:gd name="connsiteY0" fmla="*/ 15240 h 2643669"/>
              <a:gd name="connsiteX1" fmla="*/ 3965012 w 3965012"/>
              <a:gd name="connsiteY1" fmla="*/ 0 h 2643669"/>
              <a:gd name="connsiteX2" fmla="*/ 3965012 w 3965012"/>
              <a:gd name="connsiteY2" fmla="*/ 2643669 h 2643669"/>
              <a:gd name="connsiteX3" fmla="*/ 304800 w 3965012"/>
              <a:gd name="connsiteY3" fmla="*/ 2643669 h 2643669"/>
              <a:gd name="connsiteX4" fmla="*/ 293617 w 3965012"/>
              <a:gd name="connsiteY4" fmla="*/ 2256114 h 2643669"/>
              <a:gd name="connsiteX5" fmla="*/ 292924 w 3965012"/>
              <a:gd name="connsiteY5" fmla="*/ 1318161 h 2643669"/>
              <a:gd name="connsiteX6" fmla="*/ 304800 w 3965012"/>
              <a:gd name="connsiteY6" fmla="*/ 605642 h 2643669"/>
              <a:gd name="connsiteX7" fmla="*/ 0 w 3965012"/>
              <a:gd name="connsiteY7" fmla="*/ 15240 h 2643669"/>
              <a:gd name="connsiteX0" fmla="*/ 0 w 3965012"/>
              <a:gd name="connsiteY0" fmla="*/ 15240 h 2643669"/>
              <a:gd name="connsiteX1" fmla="*/ 3965012 w 3965012"/>
              <a:gd name="connsiteY1" fmla="*/ 0 h 2643669"/>
              <a:gd name="connsiteX2" fmla="*/ 3965012 w 3965012"/>
              <a:gd name="connsiteY2" fmla="*/ 2643669 h 2643669"/>
              <a:gd name="connsiteX3" fmla="*/ 129540 w 3965012"/>
              <a:gd name="connsiteY3" fmla="*/ 2643669 h 2643669"/>
              <a:gd name="connsiteX4" fmla="*/ 293617 w 3965012"/>
              <a:gd name="connsiteY4" fmla="*/ 2256114 h 2643669"/>
              <a:gd name="connsiteX5" fmla="*/ 292924 w 3965012"/>
              <a:gd name="connsiteY5" fmla="*/ 1318161 h 2643669"/>
              <a:gd name="connsiteX6" fmla="*/ 304800 w 3965012"/>
              <a:gd name="connsiteY6" fmla="*/ 605642 h 2643669"/>
              <a:gd name="connsiteX7" fmla="*/ 0 w 3965012"/>
              <a:gd name="connsiteY7" fmla="*/ 15240 h 2643669"/>
              <a:gd name="connsiteX0" fmla="*/ 0 w 3965012"/>
              <a:gd name="connsiteY0" fmla="*/ 15240 h 2643669"/>
              <a:gd name="connsiteX1" fmla="*/ 3965012 w 3965012"/>
              <a:gd name="connsiteY1" fmla="*/ 0 h 2643669"/>
              <a:gd name="connsiteX2" fmla="*/ 3965012 w 3965012"/>
              <a:gd name="connsiteY2" fmla="*/ 2643669 h 2643669"/>
              <a:gd name="connsiteX3" fmla="*/ 129540 w 3965012"/>
              <a:gd name="connsiteY3" fmla="*/ 2643669 h 2643669"/>
              <a:gd name="connsiteX4" fmla="*/ 285997 w 3965012"/>
              <a:gd name="connsiteY4" fmla="*/ 2233254 h 2643669"/>
              <a:gd name="connsiteX5" fmla="*/ 292924 w 3965012"/>
              <a:gd name="connsiteY5" fmla="*/ 1318161 h 2643669"/>
              <a:gd name="connsiteX6" fmla="*/ 304800 w 3965012"/>
              <a:gd name="connsiteY6" fmla="*/ 605642 h 2643669"/>
              <a:gd name="connsiteX7" fmla="*/ 0 w 3965012"/>
              <a:gd name="connsiteY7" fmla="*/ 15240 h 264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5012" h="2643669">
                <a:moveTo>
                  <a:pt x="0" y="15240"/>
                </a:moveTo>
                <a:lnTo>
                  <a:pt x="3965012" y="0"/>
                </a:lnTo>
                <a:lnTo>
                  <a:pt x="3965012" y="2643669"/>
                </a:lnTo>
                <a:lnTo>
                  <a:pt x="129540" y="2643669"/>
                </a:lnTo>
                <a:lnTo>
                  <a:pt x="285997" y="2233254"/>
                </a:lnTo>
                <a:lnTo>
                  <a:pt x="292924" y="1318161"/>
                </a:lnTo>
                <a:lnTo>
                  <a:pt x="304800" y="605642"/>
                </a:lnTo>
                <a:lnTo>
                  <a:pt x="0" y="15240"/>
                </a:lnTo>
                <a:close/>
              </a:path>
            </a:pathLst>
          </a:custGeom>
          <a:solidFill>
            <a:srgbClr val="343D46">
              <a:alpha val="90000"/>
            </a:srgb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1EB40-A60F-9357-E998-E085FBD64D5B}"/>
              </a:ext>
            </a:extLst>
          </p:cNvPr>
          <p:cNvSpPr txBox="1"/>
          <p:nvPr/>
        </p:nvSpPr>
        <p:spPr>
          <a:xfrm>
            <a:off x="756299" y="6129375"/>
            <a:ext cx="4827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/>
              <a:t>Maximum amount flow is </a:t>
            </a:r>
            <a:r>
              <a:rPr lang="fr-FR" sz="2400" b="1">
                <a:solidFill>
                  <a:srgbClr val="00EFD1"/>
                </a:solidFill>
              </a:rPr>
              <a:t>18</a:t>
            </a:r>
            <a:endParaRPr lang="en-US" sz="2400" b="1" dirty="0">
              <a:solidFill>
                <a:srgbClr val="00EFD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8DD98F-0AD7-B39F-9D6F-36EEC6EF71E9}"/>
              </a:ext>
            </a:extLst>
          </p:cNvPr>
          <p:cNvSpPr txBox="1"/>
          <p:nvPr/>
        </p:nvSpPr>
        <p:spPr>
          <a:xfrm>
            <a:off x="6075710" y="6129375"/>
            <a:ext cx="5735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/>
              <a:t>Total weight of the minimum cut is </a:t>
            </a:r>
            <a:r>
              <a:rPr lang="fr-FR" sz="2400" b="1">
                <a:solidFill>
                  <a:srgbClr val="00EFD1"/>
                </a:solidFill>
              </a:rPr>
              <a:t>18</a:t>
            </a:r>
            <a:endParaRPr lang="en-US" sz="2400" b="1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764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456716" y="309226"/>
            <a:ext cx="912543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800" b="1">
                <a:solidFill>
                  <a:srgbClr val="8690FA"/>
                </a:solidFill>
              </a:rPr>
              <a:t>Ford-Fulkerson</a:t>
            </a:r>
          </a:p>
          <a:p>
            <a:r>
              <a:rPr lang="fr-FR" sz="8800" b="1">
                <a:solidFill>
                  <a:srgbClr val="8690FA"/>
                </a:solidFill>
              </a:rPr>
              <a:t>algorithm</a:t>
            </a:r>
            <a:endParaRPr lang="en-US" sz="8800" b="1" dirty="0">
              <a:solidFill>
                <a:srgbClr val="8690FA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B70910-7FF7-17D1-E047-493858931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841" y="2816722"/>
            <a:ext cx="6525443" cy="35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97887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2212787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40C29-44F1-1688-71E8-21940ECCEF52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2837178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22AC27-EFF7-A6FC-48BC-6BE88B773F29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5416641" y="1307969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EA7A46-B073-4EB0-0855-3648B1F7D49F}"/>
              </a:ext>
            </a:extLst>
          </p:cNvPr>
          <p:cNvCxnSpPr>
            <a:cxnSpLocks/>
            <a:stCxn id="10" idx="5"/>
            <a:endCxn id="6" idx="1"/>
          </p:cNvCxnSpPr>
          <p:nvPr/>
        </p:nvCxnSpPr>
        <p:spPr>
          <a:xfrm>
            <a:off x="7781846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E6C49B-0B0D-9DC6-C158-7E9BE5AD4AEF}"/>
              </a:ext>
            </a:extLst>
          </p:cNvPr>
          <p:cNvCxnSpPr>
            <a:cxnSpLocks/>
            <a:stCxn id="11" idx="7"/>
            <a:endCxn id="6" idx="3"/>
          </p:cNvCxnSpPr>
          <p:nvPr/>
        </p:nvCxnSpPr>
        <p:spPr>
          <a:xfrm flipV="1">
            <a:off x="7781846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DE5DAA-E0E7-6F1F-A3E0-3DC8DA13400D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5416641" y="5550031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DE3F14D-1AC8-7855-A2ED-F65DA0134529}"/>
              </a:ext>
            </a:extLst>
          </p:cNvPr>
          <p:cNvCxnSpPr>
            <a:cxnSpLocks/>
            <a:stCxn id="2" idx="5"/>
            <a:endCxn id="9" idx="1"/>
          </p:cNvCxnSpPr>
          <p:nvPr/>
        </p:nvCxnSpPr>
        <p:spPr>
          <a:xfrm>
            <a:off x="2837178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5C37154C-CE64-147D-3997-D1B459D18CC0}"/>
              </a:ext>
            </a:extLst>
          </p:cNvPr>
          <p:cNvSpPr/>
          <p:nvPr/>
        </p:nvSpPr>
        <p:spPr bwMode="auto">
          <a:xfrm rot="18900000" flipV="1">
            <a:off x="4560045" y="5147877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D0FC36E4-787F-4276-F9D7-88BC91A3DA62}"/>
              </a:ext>
            </a:extLst>
          </p:cNvPr>
          <p:cNvSpPr/>
          <p:nvPr/>
        </p:nvSpPr>
        <p:spPr bwMode="auto">
          <a:xfrm rot="18900000" flipV="1">
            <a:off x="9521046" y="3047394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4631AC7D-42E8-430E-ABB4-196378631A6C}"/>
              </a:ext>
            </a:extLst>
          </p:cNvPr>
          <p:cNvSpPr/>
          <p:nvPr/>
        </p:nvSpPr>
        <p:spPr bwMode="auto">
          <a:xfrm rot="2700000">
            <a:off x="9521046" y="3519833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E393EE-18ED-729A-8D9D-85CAB4B55B11}"/>
              </a:ext>
            </a:extLst>
          </p:cNvPr>
          <p:cNvSpPr/>
          <p:nvPr/>
        </p:nvSpPr>
        <p:spPr bwMode="auto">
          <a:xfrm rot="16200000" flipV="1">
            <a:off x="6976604" y="116258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E801886-832D-1137-AA35-7D424DD434FF}"/>
              </a:ext>
            </a:extLst>
          </p:cNvPr>
          <p:cNvSpPr/>
          <p:nvPr/>
        </p:nvSpPr>
        <p:spPr bwMode="auto">
          <a:xfrm rot="16200000" flipV="1">
            <a:off x="6976604" y="540464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2BAFEED-63A7-511E-8099-FC67003B3217}"/>
              </a:ext>
            </a:extLst>
          </p:cNvPr>
          <p:cNvSpPr/>
          <p:nvPr/>
        </p:nvSpPr>
        <p:spPr bwMode="auto">
          <a:xfrm rot="2700000">
            <a:off x="4576378" y="140071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9629789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4685121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157455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D</a:t>
            </a:r>
            <a:endParaRPr lang="en-US" sz="2800">
              <a:latin typeface="+mj-l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9F377E-4D33-9DF3-F4C0-AEBE0ECF74F4}"/>
              </a:ext>
            </a:extLst>
          </p:cNvPr>
          <p:cNvCxnSpPr>
            <a:cxnSpLocks/>
          </p:cNvCxnSpPr>
          <p:nvPr/>
        </p:nvCxnSpPr>
        <p:spPr>
          <a:xfrm>
            <a:off x="5034546" y="1289335"/>
            <a:ext cx="2363486" cy="3957294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63CF97CA-AF60-2BF9-5CD2-A9DC0A96B217}"/>
              </a:ext>
            </a:extLst>
          </p:cNvPr>
          <p:cNvSpPr/>
          <p:nvPr/>
        </p:nvSpPr>
        <p:spPr bwMode="auto">
          <a:xfrm rot="19803210" flipV="1">
            <a:off x="7189223" y="510124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157455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C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4685121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83DF6-9819-DC24-CF40-E2FAD4E9DC8A}"/>
              </a:ext>
            </a:extLst>
          </p:cNvPr>
          <p:cNvSpPr txBox="1"/>
          <p:nvPr/>
        </p:nvSpPr>
        <p:spPr>
          <a:xfrm>
            <a:off x="2453364" y="185743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03568-E7C2-F627-7072-A94C19E22B00}"/>
              </a:ext>
            </a:extLst>
          </p:cNvPr>
          <p:cNvSpPr txBox="1"/>
          <p:nvPr/>
        </p:nvSpPr>
        <p:spPr>
          <a:xfrm>
            <a:off x="2453364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F3AB6-1FB6-EA2B-0B72-36A1600D4CC7}"/>
              </a:ext>
            </a:extLst>
          </p:cNvPr>
          <p:cNvSpPr txBox="1"/>
          <p:nvPr/>
        </p:nvSpPr>
        <p:spPr>
          <a:xfrm>
            <a:off x="6140359" y="294063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F6022-46BB-A711-5033-0F04C449730B}"/>
              </a:ext>
            </a:extLst>
          </p:cNvPr>
          <p:cNvSpPr txBox="1"/>
          <p:nvPr/>
        </p:nvSpPr>
        <p:spPr>
          <a:xfrm>
            <a:off x="5523620" y="65724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F672F-2489-76DB-F540-3B3E54D24260}"/>
              </a:ext>
            </a:extLst>
          </p:cNvPr>
          <p:cNvSpPr txBox="1"/>
          <p:nvPr/>
        </p:nvSpPr>
        <p:spPr>
          <a:xfrm>
            <a:off x="5523620" y="565624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EF9BA-7397-4DA0-D08C-2391E487BAB7}"/>
              </a:ext>
            </a:extLst>
          </p:cNvPr>
          <p:cNvSpPr txBox="1"/>
          <p:nvPr/>
        </p:nvSpPr>
        <p:spPr>
          <a:xfrm>
            <a:off x="8475221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18637-72EC-DE6F-0313-73F8FFE12491}"/>
              </a:ext>
            </a:extLst>
          </p:cNvPr>
          <p:cNvSpPr txBox="1"/>
          <p:nvPr/>
        </p:nvSpPr>
        <p:spPr>
          <a:xfrm>
            <a:off x="8475221" y="169905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379824-4D62-6F7C-4DF8-FAE7E2AB26FC}"/>
              </a:ext>
            </a:extLst>
          </p:cNvPr>
          <p:cNvSpPr txBox="1"/>
          <p:nvPr/>
        </p:nvSpPr>
        <p:spPr>
          <a:xfrm>
            <a:off x="1083218" y="91885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33CCFF"/>
                </a:solidFill>
              </a:rPr>
              <a:t>capacity used (flow)</a:t>
            </a:r>
            <a:endParaRPr lang="en-US" b="1" dirty="0">
              <a:solidFill>
                <a:srgbClr val="33CC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36ABA7-D393-D35A-DB44-2896A1B9B83F}"/>
              </a:ext>
            </a:extLst>
          </p:cNvPr>
          <p:cNvSpPr txBox="1"/>
          <p:nvPr/>
        </p:nvSpPr>
        <p:spPr>
          <a:xfrm>
            <a:off x="2837178" y="65724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8690FA"/>
                </a:solidFill>
              </a:rPr>
              <a:t>maximum capacity</a:t>
            </a:r>
            <a:endParaRPr lang="en-US" b="1" dirty="0">
              <a:solidFill>
                <a:srgbClr val="8690FA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130D33E-9203-8A55-7316-49C75C3BF33E}"/>
              </a:ext>
            </a:extLst>
          </p:cNvPr>
          <p:cNvSpPr/>
          <p:nvPr/>
        </p:nvSpPr>
        <p:spPr bwMode="auto">
          <a:xfrm>
            <a:off x="1778000" y="1587500"/>
            <a:ext cx="952500" cy="542380"/>
          </a:xfrm>
          <a:custGeom>
            <a:avLst/>
            <a:gdLst>
              <a:gd name="connsiteX0" fmla="*/ 0 w 952500"/>
              <a:gd name="connsiteY0" fmla="*/ 0 h 542380"/>
              <a:gd name="connsiteX1" fmla="*/ 419100 w 952500"/>
              <a:gd name="connsiteY1" fmla="*/ 469900 h 542380"/>
              <a:gd name="connsiteX2" fmla="*/ 952500 w 952500"/>
              <a:gd name="connsiteY2" fmla="*/ 533400 h 54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0" h="542380">
                <a:moveTo>
                  <a:pt x="0" y="0"/>
                </a:moveTo>
                <a:cubicBezTo>
                  <a:pt x="130175" y="190500"/>
                  <a:pt x="260350" y="381000"/>
                  <a:pt x="419100" y="469900"/>
                </a:cubicBezTo>
                <a:cubicBezTo>
                  <a:pt x="577850" y="558800"/>
                  <a:pt x="765175" y="546100"/>
                  <a:pt x="952500" y="533400"/>
                </a:cubicBezTo>
              </a:path>
            </a:pathLst>
          </a:custGeom>
          <a:noFill/>
          <a:ln w="28575">
            <a:solidFill>
              <a:srgbClr val="33CCFF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8BDB3F6-3714-FBF5-50BF-BA0AF1B783DA}"/>
              </a:ext>
            </a:extLst>
          </p:cNvPr>
          <p:cNvSpPr/>
          <p:nvPr/>
        </p:nvSpPr>
        <p:spPr bwMode="auto">
          <a:xfrm>
            <a:off x="3365707" y="1266825"/>
            <a:ext cx="149018" cy="638175"/>
          </a:xfrm>
          <a:custGeom>
            <a:avLst/>
            <a:gdLst>
              <a:gd name="connsiteX0" fmla="*/ 149018 w 149018"/>
              <a:gd name="connsiteY0" fmla="*/ 0 h 638175"/>
              <a:gd name="connsiteX1" fmla="*/ 6143 w 149018"/>
              <a:gd name="connsiteY1" fmla="*/ 309563 h 638175"/>
              <a:gd name="connsiteX2" fmla="*/ 39481 w 149018"/>
              <a:gd name="connsiteY2" fmla="*/ 638175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018" h="638175">
                <a:moveTo>
                  <a:pt x="149018" y="0"/>
                </a:moveTo>
                <a:cubicBezTo>
                  <a:pt x="86708" y="101600"/>
                  <a:pt x="24399" y="203201"/>
                  <a:pt x="6143" y="309563"/>
                </a:cubicBezTo>
                <a:cubicBezTo>
                  <a:pt x="-12113" y="415926"/>
                  <a:pt x="13684" y="527050"/>
                  <a:pt x="39481" y="638175"/>
                </a:cubicBezTo>
              </a:path>
            </a:pathLst>
          </a:custGeom>
          <a:noFill/>
          <a:ln w="28575">
            <a:solidFill>
              <a:srgbClr val="8690FA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65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2212787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40C29-44F1-1688-71E8-21940ECCEF52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2837178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22AC27-EFF7-A6FC-48BC-6BE88B773F29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5416641" y="1307969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EA7A46-B073-4EB0-0855-3648B1F7D49F}"/>
              </a:ext>
            </a:extLst>
          </p:cNvPr>
          <p:cNvCxnSpPr>
            <a:cxnSpLocks/>
            <a:stCxn id="10" idx="5"/>
            <a:endCxn id="6" idx="1"/>
          </p:cNvCxnSpPr>
          <p:nvPr/>
        </p:nvCxnSpPr>
        <p:spPr>
          <a:xfrm>
            <a:off x="7781846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E6C49B-0B0D-9DC6-C158-7E9BE5AD4AEF}"/>
              </a:ext>
            </a:extLst>
          </p:cNvPr>
          <p:cNvCxnSpPr>
            <a:cxnSpLocks/>
            <a:stCxn id="11" idx="7"/>
            <a:endCxn id="6" idx="3"/>
          </p:cNvCxnSpPr>
          <p:nvPr/>
        </p:nvCxnSpPr>
        <p:spPr>
          <a:xfrm flipV="1">
            <a:off x="7781846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DE5DAA-E0E7-6F1F-A3E0-3DC8DA13400D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5416641" y="5550031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DE3F14D-1AC8-7855-A2ED-F65DA0134529}"/>
              </a:ext>
            </a:extLst>
          </p:cNvPr>
          <p:cNvCxnSpPr>
            <a:cxnSpLocks/>
            <a:stCxn id="2" idx="5"/>
            <a:endCxn id="9" idx="1"/>
          </p:cNvCxnSpPr>
          <p:nvPr/>
        </p:nvCxnSpPr>
        <p:spPr>
          <a:xfrm>
            <a:off x="2837178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5C37154C-CE64-147D-3997-D1B459D18CC0}"/>
              </a:ext>
            </a:extLst>
          </p:cNvPr>
          <p:cNvSpPr/>
          <p:nvPr/>
        </p:nvSpPr>
        <p:spPr bwMode="auto">
          <a:xfrm rot="18900000" flipV="1">
            <a:off x="4560045" y="5147877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D0FC36E4-787F-4276-F9D7-88BC91A3DA62}"/>
              </a:ext>
            </a:extLst>
          </p:cNvPr>
          <p:cNvSpPr/>
          <p:nvPr/>
        </p:nvSpPr>
        <p:spPr bwMode="auto">
          <a:xfrm rot="18900000" flipV="1">
            <a:off x="9521046" y="3047394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4631AC7D-42E8-430E-ABB4-196378631A6C}"/>
              </a:ext>
            </a:extLst>
          </p:cNvPr>
          <p:cNvSpPr/>
          <p:nvPr/>
        </p:nvSpPr>
        <p:spPr bwMode="auto">
          <a:xfrm rot="2700000">
            <a:off x="9521046" y="3519833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E393EE-18ED-729A-8D9D-85CAB4B55B11}"/>
              </a:ext>
            </a:extLst>
          </p:cNvPr>
          <p:cNvSpPr/>
          <p:nvPr/>
        </p:nvSpPr>
        <p:spPr bwMode="auto">
          <a:xfrm rot="16200000" flipV="1">
            <a:off x="6976604" y="116258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E801886-832D-1137-AA35-7D424DD434FF}"/>
              </a:ext>
            </a:extLst>
          </p:cNvPr>
          <p:cNvSpPr/>
          <p:nvPr/>
        </p:nvSpPr>
        <p:spPr bwMode="auto">
          <a:xfrm rot="16200000" flipV="1">
            <a:off x="6976604" y="540464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2BAFEED-63A7-511E-8099-FC67003B3217}"/>
              </a:ext>
            </a:extLst>
          </p:cNvPr>
          <p:cNvSpPr/>
          <p:nvPr/>
        </p:nvSpPr>
        <p:spPr bwMode="auto">
          <a:xfrm rot="2700000">
            <a:off x="4576378" y="140071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9629789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4685121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157455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D</a:t>
            </a:r>
            <a:endParaRPr lang="en-US" sz="2800">
              <a:latin typeface="+mj-l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9F377E-4D33-9DF3-F4C0-AEBE0ECF74F4}"/>
              </a:ext>
            </a:extLst>
          </p:cNvPr>
          <p:cNvCxnSpPr>
            <a:cxnSpLocks/>
          </p:cNvCxnSpPr>
          <p:nvPr/>
        </p:nvCxnSpPr>
        <p:spPr>
          <a:xfrm>
            <a:off x="5034546" y="1289335"/>
            <a:ext cx="2363486" cy="3957294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63CF97CA-AF60-2BF9-5CD2-A9DC0A96B217}"/>
              </a:ext>
            </a:extLst>
          </p:cNvPr>
          <p:cNvSpPr/>
          <p:nvPr/>
        </p:nvSpPr>
        <p:spPr bwMode="auto">
          <a:xfrm rot="19803210" flipV="1">
            <a:off x="7189223" y="510124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83DF6-9819-DC24-CF40-E2FAD4E9DC8A}"/>
              </a:ext>
            </a:extLst>
          </p:cNvPr>
          <p:cNvSpPr txBox="1"/>
          <p:nvPr/>
        </p:nvSpPr>
        <p:spPr>
          <a:xfrm>
            <a:off x="2453364" y="185743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03568-E7C2-F627-7072-A94C19E22B00}"/>
              </a:ext>
            </a:extLst>
          </p:cNvPr>
          <p:cNvSpPr txBox="1"/>
          <p:nvPr/>
        </p:nvSpPr>
        <p:spPr>
          <a:xfrm>
            <a:off x="2453364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F3AB6-1FB6-EA2B-0B72-36A1600D4CC7}"/>
              </a:ext>
            </a:extLst>
          </p:cNvPr>
          <p:cNvSpPr txBox="1"/>
          <p:nvPr/>
        </p:nvSpPr>
        <p:spPr>
          <a:xfrm>
            <a:off x="6140359" y="294063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F6022-46BB-A711-5033-0F04C449730B}"/>
              </a:ext>
            </a:extLst>
          </p:cNvPr>
          <p:cNvSpPr txBox="1"/>
          <p:nvPr/>
        </p:nvSpPr>
        <p:spPr>
          <a:xfrm>
            <a:off x="5523620" y="65724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F672F-2489-76DB-F540-3B3E54D24260}"/>
              </a:ext>
            </a:extLst>
          </p:cNvPr>
          <p:cNvSpPr txBox="1"/>
          <p:nvPr/>
        </p:nvSpPr>
        <p:spPr>
          <a:xfrm>
            <a:off x="5523620" y="565624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EF9BA-7397-4DA0-D08C-2391E487BAB7}"/>
              </a:ext>
            </a:extLst>
          </p:cNvPr>
          <p:cNvSpPr txBox="1"/>
          <p:nvPr/>
        </p:nvSpPr>
        <p:spPr>
          <a:xfrm>
            <a:off x="8475221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18637-72EC-DE6F-0313-73F8FFE12491}"/>
              </a:ext>
            </a:extLst>
          </p:cNvPr>
          <p:cNvSpPr txBox="1"/>
          <p:nvPr/>
        </p:nvSpPr>
        <p:spPr>
          <a:xfrm>
            <a:off x="8475221" y="169905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379824-4D62-6F7C-4DF8-FAE7E2AB26FC}"/>
              </a:ext>
            </a:extLst>
          </p:cNvPr>
          <p:cNvSpPr txBox="1"/>
          <p:nvPr/>
        </p:nvSpPr>
        <p:spPr>
          <a:xfrm>
            <a:off x="1083218" y="91885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33CCFF"/>
                </a:solidFill>
              </a:rPr>
              <a:t>capacity used (flow)</a:t>
            </a:r>
            <a:endParaRPr lang="en-US" b="1" dirty="0">
              <a:solidFill>
                <a:srgbClr val="33CC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36ABA7-D393-D35A-DB44-2896A1B9B83F}"/>
              </a:ext>
            </a:extLst>
          </p:cNvPr>
          <p:cNvSpPr txBox="1"/>
          <p:nvPr/>
        </p:nvSpPr>
        <p:spPr>
          <a:xfrm>
            <a:off x="2837178" y="65724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8690FA"/>
                </a:solidFill>
              </a:rPr>
              <a:t>maximum capacity</a:t>
            </a:r>
            <a:endParaRPr lang="en-US" b="1" dirty="0">
              <a:solidFill>
                <a:srgbClr val="8690FA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130D33E-9203-8A55-7316-49C75C3BF33E}"/>
              </a:ext>
            </a:extLst>
          </p:cNvPr>
          <p:cNvSpPr/>
          <p:nvPr/>
        </p:nvSpPr>
        <p:spPr bwMode="auto">
          <a:xfrm>
            <a:off x="1778000" y="1587500"/>
            <a:ext cx="952500" cy="542380"/>
          </a:xfrm>
          <a:custGeom>
            <a:avLst/>
            <a:gdLst>
              <a:gd name="connsiteX0" fmla="*/ 0 w 952500"/>
              <a:gd name="connsiteY0" fmla="*/ 0 h 542380"/>
              <a:gd name="connsiteX1" fmla="*/ 419100 w 952500"/>
              <a:gd name="connsiteY1" fmla="*/ 469900 h 542380"/>
              <a:gd name="connsiteX2" fmla="*/ 952500 w 952500"/>
              <a:gd name="connsiteY2" fmla="*/ 533400 h 54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0" h="542380">
                <a:moveTo>
                  <a:pt x="0" y="0"/>
                </a:moveTo>
                <a:cubicBezTo>
                  <a:pt x="130175" y="190500"/>
                  <a:pt x="260350" y="381000"/>
                  <a:pt x="419100" y="469900"/>
                </a:cubicBezTo>
                <a:cubicBezTo>
                  <a:pt x="577850" y="558800"/>
                  <a:pt x="765175" y="546100"/>
                  <a:pt x="952500" y="533400"/>
                </a:cubicBezTo>
              </a:path>
            </a:pathLst>
          </a:custGeom>
          <a:noFill/>
          <a:ln w="28575">
            <a:solidFill>
              <a:srgbClr val="33CCFF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8BDB3F6-3714-FBF5-50BF-BA0AF1B783DA}"/>
              </a:ext>
            </a:extLst>
          </p:cNvPr>
          <p:cNvSpPr/>
          <p:nvPr/>
        </p:nvSpPr>
        <p:spPr bwMode="auto">
          <a:xfrm>
            <a:off x="3365707" y="1266825"/>
            <a:ext cx="149018" cy="638175"/>
          </a:xfrm>
          <a:custGeom>
            <a:avLst/>
            <a:gdLst>
              <a:gd name="connsiteX0" fmla="*/ 149018 w 149018"/>
              <a:gd name="connsiteY0" fmla="*/ 0 h 638175"/>
              <a:gd name="connsiteX1" fmla="*/ 6143 w 149018"/>
              <a:gd name="connsiteY1" fmla="*/ 309563 h 638175"/>
              <a:gd name="connsiteX2" fmla="*/ 39481 w 149018"/>
              <a:gd name="connsiteY2" fmla="*/ 638175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018" h="638175">
                <a:moveTo>
                  <a:pt x="149018" y="0"/>
                </a:moveTo>
                <a:cubicBezTo>
                  <a:pt x="86708" y="101600"/>
                  <a:pt x="24399" y="203201"/>
                  <a:pt x="6143" y="309563"/>
                </a:cubicBezTo>
                <a:cubicBezTo>
                  <a:pt x="-12113" y="415926"/>
                  <a:pt x="13684" y="527050"/>
                  <a:pt x="39481" y="638175"/>
                </a:cubicBezTo>
              </a:path>
            </a:pathLst>
          </a:custGeom>
          <a:noFill/>
          <a:ln w="28575">
            <a:solidFill>
              <a:srgbClr val="8690FA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A41C73-B4D1-4FEA-68E9-7B9F6CE9EBA0}"/>
              </a:ext>
            </a:extLst>
          </p:cNvPr>
          <p:cNvCxnSpPr>
            <a:cxnSpLocks/>
          </p:cNvCxnSpPr>
          <p:nvPr/>
        </p:nvCxnSpPr>
        <p:spPr>
          <a:xfrm flipV="1">
            <a:off x="2840576" y="1554430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0BA9D7-EE3B-E953-F955-499FF41FA3BF}"/>
              </a:ext>
            </a:extLst>
          </p:cNvPr>
          <p:cNvCxnSpPr>
            <a:cxnSpLocks/>
          </p:cNvCxnSpPr>
          <p:nvPr/>
        </p:nvCxnSpPr>
        <p:spPr>
          <a:xfrm>
            <a:off x="5163364" y="1534728"/>
            <a:ext cx="2495964" cy="4179703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B8D5C7-4380-5753-EC54-C6F7EE2E19AA}"/>
              </a:ext>
            </a:extLst>
          </p:cNvPr>
          <p:cNvCxnSpPr>
            <a:cxnSpLocks/>
          </p:cNvCxnSpPr>
          <p:nvPr/>
        </p:nvCxnSpPr>
        <p:spPr>
          <a:xfrm flipV="1">
            <a:off x="7743889" y="3713384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157455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C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4685121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43365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2212787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40C29-44F1-1688-71E8-21940ECCEF52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2837178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22AC27-EFF7-A6FC-48BC-6BE88B773F29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5416641" y="1307969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EA7A46-B073-4EB0-0855-3648B1F7D49F}"/>
              </a:ext>
            </a:extLst>
          </p:cNvPr>
          <p:cNvCxnSpPr>
            <a:cxnSpLocks/>
            <a:stCxn id="10" idx="5"/>
            <a:endCxn id="6" idx="1"/>
          </p:cNvCxnSpPr>
          <p:nvPr/>
        </p:nvCxnSpPr>
        <p:spPr>
          <a:xfrm>
            <a:off x="7781846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E6C49B-0B0D-9DC6-C158-7E9BE5AD4AEF}"/>
              </a:ext>
            </a:extLst>
          </p:cNvPr>
          <p:cNvCxnSpPr>
            <a:cxnSpLocks/>
            <a:stCxn id="11" idx="7"/>
            <a:endCxn id="6" idx="3"/>
          </p:cNvCxnSpPr>
          <p:nvPr/>
        </p:nvCxnSpPr>
        <p:spPr>
          <a:xfrm flipV="1">
            <a:off x="7781846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DE5DAA-E0E7-6F1F-A3E0-3DC8DA13400D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5416641" y="5550031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DE3F14D-1AC8-7855-A2ED-F65DA0134529}"/>
              </a:ext>
            </a:extLst>
          </p:cNvPr>
          <p:cNvCxnSpPr>
            <a:cxnSpLocks/>
            <a:stCxn id="2" idx="5"/>
            <a:endCxn id="9" idx="1"/>
          </p:cNvCxnSpPr>
          <p:nvPr/>
        </p:nvCxnSpPr>
        <p:spPr>
          <a:xfrm>
            <a:off x="2837178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5C37154C-CE64-147D-3997-D1B459D18CC0}"/>
              </a:ext>
            </a:extLst>
          </p:cNvPr>
          <p:cNvSpPr/>
          <p:nvPr/>
        </p:nvSpPr>
        <p:spPr bwMode="auto">
          <a:xfrm rot="18900000" flipV="1">
            <a:off x="4560045" y="5147877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D0FC36E4-787F-4276-F9D7-88BC91A3DA62}"/>
              </a:ext>
            </a:extLst>
          </p:cNvPr>
          <p:cNvSpPr/>
          <p:nvPr/>
        </p:nvSpPr>
        <p:spPr bwMode="auto">
          <a:xfrm rot="18900000" flipV="1">
            <a:off x="9521046" y="3047394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4631AC7D-42E8-430E-ABB4-196378631A6C}"/>
              </a:ext>
            </a:extLst>
          </p:cNvPr>
          <p:cNvSpPr/>
          <p:nvPr/>
        </p:nvSpPr>
        <p:spPr bwMode="auto">
          <a:xfrm rot="2700000">
            <a:off x="9521046" y="3519833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E393EE-18ED-729A-8D9D-85CAB4B55B11}"/>
              </a:ext>
            </a:extLst>
          </p:cNvPr>
          <p:cNvSpPr/>
          <p:nvPr/>
        </p:nvSpPr>
        <p:spPr bwMode="auto">
          <a:xfrm rot="16200000" flipV="1">
            <a:off x="6976604" y="116258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E801886-832D-1137-AA35-7D424DD434FF}"/>
              </a:ext>
            </a:extLst>
          </p:cNvPr>
          <p:cNvSpPr/>
          <p:nvPr/>
        </p:nvSpPr>
        <p:spPr bwMode="auto">
          <a:xfrm rot="16200000" flipV="1">
            <a:off x="6976604" y="540464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2BAFEED-63A7-511E-8099-FC67003B3217}"/>
              </a:ext>
            </a:extLst>
          </p:cNvPr>
          <p:cNvSpPr/>
          <p:nvPr/>
        </p:nvSpPr>
        <p:spPr bwMode="auto">
          <a:xfrm rot="2700000">
            <a:off x="4576378" y="140071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9629789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4685121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157455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D</a:t>
            </a:r>
            <a:endParaRPr lang="en-US" sz="2800">
              <a:latin typeface="+mj-l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9F377E-4D33-9DF3-F4C0-AEBE0ECF74F4}"/>
              </a:ext>
            </a:extLst>
          </p:cNvPr>
          <p:cNvCxnSpPr>
            <a:cxnSpLocks/>
          </p:cNvCxnSpPr>
          <p:nvPr/>
        </p:nvCxnSpPr>
        <p:spPr>
          <a:xfrm>
            <a:off x="5034546" y="1289335"/>
            <a:ext cx="2363486" cy="3957294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63CF97CA-AF60-2BF9-5CD2-A9DC0A96B217}"/>
              </a:ext>
            </a:extLst>
          </p:cNvPr>
          <p:cNvSpPr/>
          <p:nvPr/>
        </p:nvSpPr>
        <p:spPr bwMode="auto">
          <a:xfrm rot="19803210" flipV="1">
            <a:off x="7189223" y="510124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83DF6-9819-DC24-CF40-E2FAD4E9DC8A}"/>
              </a:ext>
            </a:extLst>
          </p:cNvPr>
          <p:cNvSpPr txBox="1"/>
          <p:nvPr/>
        </p:nvSpPr>
        <p:spPr>
          <a:xfrm>
            <a:off x="2453364" y="185743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03568-E7C2-F627-7072-A94C19E22B00}"/>
              </a:ext>
            </a:extLst>
          </p:cNvPr>
          <p:cNvSpPr txBox="1"/>
          <p:nvPr/>
        </p:nvSpPr>
        <p:spPr>
          <a:xfrm>
            <a:off x="2453364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F3AB6-1FB6-EA2B-0B72-36A1600D4CC7}"/>
              </a:ext>
            </a:extLst>
          </p:cNvPr>
          <p:cNvSpPr txBox="1"/>
          <p:nvPr/>
        </p:nvSpPr>
        <p:spPr>
          <a:xfrm>
            <a:off x="6140359" y="294063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F6022-46BB-A711-5033-0F04C449730B}"/>
              </a:ext>
            </a:extLst>
          </p:cNvPr>
          <p:cNvSpPr txBox="1"/>
          <p:nvPr/>
        </p:nvSpPr>
        <p:spPr>
          <a:xfrm>
            <a:off x="5523620" y="65724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F672F-2489-76DB-F540-3B3E54D24260}"/>
              </a:ext>
            </a:extLst>
          </p:cNvPr>
          <p:cNvSpPr txBox="1"/>
          <p:nvPr/>
        </p:nvSpPr>
        <p:spPr>
          <a:xfrm>
            <a:off x="5523620" y="565624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EF9BA-7397-4DA0-D08C-2391E487BAB7}"/>
              </a:ext>
            </a:extLst>
          </p:cNvPr>
          <p:cNvSpPr txBox="1"/>
          <p:nvPr/>
        </p:nvSpPr>
        <p:spPr>
          <a:xfrm>
            <a:off x="8475221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18637-72EC-DE6F-0313-73F8FFE12491}"/>
              </a:ext>
            </a:extLst>
          </p:cNvPr>
          <p:cNvSpPr txBox="1"/>
          <p:nvPr/>
        </p:nvSpPr>
        <p:spPr>
          <a:xfrm>
            <a:off x="8475221" y="169905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379824-4D62-6F7C-4DF8-FAE7E2AB26FC}"/>
              </a:ext>
            </a:extLst>
          </p:cNvPr>
          <p:cNvSpPr txBox="1"/>
          <p:nvPr/>
        </p:nvSpPr>
        <p:spPr>
          <a:xfrm>
            <a:off x="1083218" y="91885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33CCFF"/>
                </a:solidFill>
              </a:rPr>
              <a:t>capacity used (flow)</a:t>
            </a:r>
            <a:endParaRPr lang="en-US" b="1" dirty="0">
              <a:solidFill>
                <a:srgbClr val="33CC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36ABA7-D393-D35A-DB44-2896A1B9B83F}"/>
              </a:ext>
            </a:extLst>
          </p:cNvPr>
          <p:cNvSpPr txBox="1"/>
          <p:nvPr/>
        </p:nvSpPr>
        <p:spPr>
          <a:xfrm>
            <a:off x="2837178" y="65724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8690FA"/>
                </a:solidFill>
              </a:rPr>
              <a:t>maximum capacity</a:t>
            </a:r>
            <a:endParaRPr lang="en-US" b="1" dirty="0">
              <a:solidFill>
                <a:srgbClr val="8690FA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130D33E-9203-8A55-7316-49C75C3BF33E}"/>
              </a:ext>
            </a:extLst>
          </p:cNvPr>
          <p:cNvSpPr/>
          <p:nvPr/>
        </p:nvSpPr>
        <p:spPr bwMode="auto">
          <a:xfrm>
            <a:off x="1778000" y="1587500"/>
            <a:ext cx="952500" cy="542380"/>
          </a:xfrm>
          <a:custGeom>
            <a:avLst/>
            <a:gdLst>
              <a:gd name="connsiteX0" fmla="*/ 0 w 952500"/>
              <a:gd name="connsiteY0" fmla="*/ 0 h 542380"/>
              <a:gd name="connsiteX1" fmla="*/ 419100 w 952500"/>
              <a:gd name="connsiteY1" fmla="*/ 469900 h 542380"/>
              <a:gd name="connsiteX2" fmla="*/ 952500 w 952500"/>
              <a:gd name="connsiteY2" fmla="*/ 533400 h 54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0" h="542380">
                <a:moveTo>
                  <a:pt x="0" y="0"/>
                </a:moveTo>
                <a:cubicBezTo>
                  <a:pt x="130175" y="190500"/>
                  <a:pt x="260350" y="381000"/>
                  <a:pt x="419100" y="469900"/>
                </a:cubicBezTo>
                <a:cubicBezTo>
                  <a:pt x="577850" y="558800"/>
                  <a:pt x="765175" y="546100"/>
                  <a:pt x="952500" y="533400"/>
                </a:cubicBezTo>
              </a:path>
            </a:pathLst>
          </a:custGeom>
          <a:noFill/>
          <a:ln w="28575">
            <a:solidFill>
              <a:srgbClr val="33CCFF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8BDB3F6-3714-FBF5-50BF-BA0AF1B783DA}"/>
              </a:ext>
            </a:extLst>
          </p:cNvPr>
          <p:cNvSpPr/>
          <p:nvPr/>
        </p:nvSpPr>
        <p:spPr bwMode="auto">
          <a:xfrm>
            <a:off x="3365707" y="1266825"/>
            <a:ext cx="149018" cy="638175"/>
          </a:xfrm>
          <a:custGeom>
            <a:avLst/>
            <a:gdLst>
              <a:gd name="connsiteX0" fmla="*/ 149018 w 149018"/>
              <a:gd name="connsiteY0" fmla="*/ 0 h 638175"/>
              <a:gd name="connsiteX1" fmla="*/ 6143 w 149018"/>
              <a:gd name="connsiteY1" fmla="*/ 309563 h 638175"/>
              <a:gd name="connsiteX2" fmla="*/ 39481 w 149018"/>
              <a:gd name="connsiteY2" fmla="*/ 638175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018" h="638175">
                <a:moveTo>
                  <a:pt x="149018" y="0"/>
                </a:moveTo>
                <a:cubicBezTo>
                  <a:pt x="86708" y="101600"/>
                  <a:pt x="24399" y="203201"/>
                  <a:pt x="6143" y="309563"/>
                </a:cubicBezTo>
                <a:cubicBezTo>
                  <a:pt x="-12113" y="415926"/>
                  <a:pt x="13684" y="527050"/>
                  <a:pt x="39481" y="638175"/>
                </a:cubicBezTo>
              </a:path>
            </a:pathLst>
          </a:custGeom>
          <a:noFill/>
          <a:ln w="28575">
            <a:solidFill>
              <a:srgbClr val="8690FA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A41C73-B4D1-4FEA-68E9-7B9F6CE9EBA0}"/>
              </a:ext>
            </a:extLst>
          </p:cNvPr>
          <p:cNvCxnSpPr>
            <a:cxnSpLocks/>
          </p:cNvCxnSpPr>
          <p:nvPr/>
        </p:nvCxnSpPr>
        <p:spPr>
          <a:xfrm flipV="1">
            <a:off x="2840576" y="1554430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0BA9D7-EE3B-E953-F955-499FF41FA3BF}"/>
              </a:ext>
            </a:extLst>
          </p:cNvPr>
          <p:cNvCxnSpPr>
            <a:cxnSpLocks/>
          </p:cNvCxnSpPr>
          <p:nvPr/>
        </p:nvCxnSpPr>
        <p:spPr>
          <a:xfrm>
            <a:off x="5163364" y="1534728"/>
            <a:ext cx="2495964" cy="4179703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B8D5C7-4380-5753-EC54-C6F7EE2E19AA}"/>
              </a:ext>
            </a:extLst>
          </p:cNvPr>
          <p:cNvCxnSpPr>
            <a:cxnSpLocks/>
          </p:cNvCxnSpPr>
          <p:nvPr/>
        </p:nvCxnSpPr>
        <p:spPr>
          <a:xfrm flipV="1">
            <a:off x="7743889" y="3713384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157455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C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4685121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8167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2212787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40C29-44F1-1688-71E8-21940ECCEF52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2837178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22AC27-EFF7-A6FC-48BC-6BE88B773F29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5416641" y="1307969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EA7A46-B073-4EB0-0855-3648B1F7D49F}"/>
              </a:ext>
            </a:extLst>
          </p:cNvPr>
          <p:cNvCxnSpPr>
            <a:cxnSpLocks/>
            <a:stCxn id="10" idx="5"/>
            <a:endCxn id="6" idx="1"/>
          </p:cNvCxnSpPr>
          <p:nvPr/>
        </p:nvCxnSpPr>
        <p:spPr>
          <a:xfrm>
            <a:off x="7781846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E6C49B-0B0D-9DC6-C158-7E9BE5AD4AEF}"/>
              </a:ext>
            </a:extLst>
          </p:cNvPr>
          <p:cNvCxnSpPr>
            <a:cxnSpLocks/>
            <a:stCxn id="11" idx="7"/>
            <a:endCxn id="6" idx="3"/>
          </p:cNvCxnSpPr>
          <p:nvPr/>
        </p:nvCxnSpPr>
        <p:spPr>
          <a:xfrm flipV="1">
            <a:off x="7781846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DE5DAA-E0E7-6F1F-A3E0-3DC8DA13400D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5416641" y="5550031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DE3F14D-1AC8-7855-A2ED-F65DA0134529}"/>
              </a:ext>
            </a:extLst>
          </p:cNvPr>
          <p:cNvCxnSpPr>
            <a:cxnSpLocks/>
            <a:stCxn id="2" idx="5"/>
            <a:endCxn id="9" idx="1"/>
          </p:cNvCxnSpPr>
          <p:nvPr/>
        </p:nvCxnSpPr>
        <p:spPr>
          <a:xfrm>
            <a:off x="2837178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5C37154C-CE64-147D-3997-D1B459D18CC0}"/>
              </a:ext>
            </a:extLst>
          </p:cNvPr>
          <p:cNvSpPr/>
          <p:nvPr/>
        </p:nvSpPr>
        <p:spPr bwMode="auto">
          <a:xfrm rot="18900000" flipV="1">
            <a:off x="4560045" y="5147877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D0FC36E4-787F-4276-F9D7-88BC91A3DA62}"/>
              </a:ext>
            </a:extLst>
          </p:cNvPr>
          <p:cNvSpPr/>
          <p:nvPr/>
        </p:nvSpPr>
        <p:spPr bwMode="auto">
          <a:xfrm rot="18900000" flipV="1">
            <a:off x="9521046" y="3047394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4631AC7D-42E8-430E-ABB4-196378631A6C}"/>
              </a:ext>
            </a:extLst>
          </p:cNvPr>
          <p:cNvSpPr/>
          <p:nvPr/>
        </p:nvSpPr>
        <p:spPr bwMode="auto">
          <a:xfrm rot="2700000">
            <a:off x="9521046" y="3519833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E393EE-18ED-729A-8D9D-85CAB4B55B11}"/>
              </a:ext>
            </a:extLst>
          </p:cNvPr>
          <p:cNvSpPr/>
          <p:nvPr/>
        </p:nvSpPr>
        <p:spPr bwMode="auto">
          <a:xfrm rot="16200000" flipV="1">
            <a:off x="6976604" y="116258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E801886-832D-1137-AA35-7D424DD434FF}"/>
              </a:ext>
            </a:extLst>
          </p:cNvPr>
          <p:cNvSpPr/>
          <p:nvPr/>
        </p:nvSpPr>
        <p:spPr bwMode="auto">
          <a:xfrm rot="16200000" flipV="1">
            <a:off x="6976604" y="540464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2BAFEED-63A7-511E-8099-FC67003B3217}"/>
              </a:ext>
            </a:extLst>
          </p:cNvPr>
          <p:cNvSpPr/>
          <p:nvPr/>
        </p:nvSpPr>
        <p:spPr bwMode="auto">
          <a:xfrm rot="2700000">
            <a:off x="4576378" y="140071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9629789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4685121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157455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D</a:t>
            </a:r>
            <a:endParaRPr lang="en-US" sz="2800">
              <a:latin typeface="+mj-l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9F377E-4D33-9DF3-F4C0-AEBE0ECF74F4}"/>
              </a:ext>
            </a:extLst>
          </p:cNvPr>
          <p:cNvCxnSpPr>
            <a:cxnSpLocks/>
          </p:cNvCxnSpPr>
          <p:nvPr/>
        </p:nvCxnSpPr>
        <p:spPr>
          <a:xfrm>
            <a:off x="5034546" y="1289335"/>
            <a:ext cx="2363486" cy="3957294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63CF97CA-AF60-2BF9-5CD2-A9DC0A96B217}"/>
              </a:ext>
            </a:extLst>
          </p:cNvPr>
          <p:cNvSpPr/>
          <p:nvPr/>
        </p:nvSpPr>
        <p:spPr bwMode="auto">
          <a:xfrm rot="19803210" flipV="1">
            <a:off x="7189223" y="510124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83DF6-9819-DC24-CF40-E2FAD4E9DC8A}"/>
              </a:ext>
            </a:extLst>
          </p:cNvPr>
          <p:cNvSpPr txBox="1"/>
          <p:nvPr/>
        </p:nvSpPr>
        <p:spPr>
          <a:xfrm>
            <a:off x="2453364" y="185743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03568-E7C2-F627-7072-A94C19E22B00}"/>
              </a:ext>
            </a:extLst>
          </p:cNvPr>
          <p:cNvSpPr txBox="1"/>
          <p:nvPr/>
        </p:nvSpPr>
        <p:spPr>
          <a:xfrm>
            <a:off x="2453364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F3AB6-1FB6-EA2B-0B72-36A1600D4CC7}"/>
              </a:ext>
            </a:extLst>
          </p:cNvPr>
          <p:cNvSpPr txBox="1"/>
          <p:nvPr/>
        </p:nvSpPr>
        <p:spPr>
          <a:xfrm>
            <a:off x="6140359" y="294063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F6022-46BB-A711-5033-0F04C449730B}"/>
              </a:ext>
            </a:extLst>
          </p:cNvPr>
          <p:cNvSpPr txBox="1"/>
          <p:nvPr/>
        </p:nvSpPr>
        <p:spPr>
          <a:xfrm>
            <a:off x="5523620" y="65724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F672F-2489-76DB-F540-3B3E54D24260}"/>
              </a:ext>
            </a:extLst>
          </p:cNvPr>
          <p:cNvSpPr txBox="1"/>
          <p:nvPr/>
        </p:nvSpPr>
        <p:spPr>
          <a:xfrm>
            <a:off x="5523620" y="565624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EF9BA-7397-4DA0-D08C-2391E487BAB7}"/>
              </a:ext>
            </a:extLst>
          </p:cNvPr>
          <p:cNvSpPr txBox="1"/>
          <p:nvPr/>
        </p:nvSpPr>
        <p:spPr>
          <a:xfrm>
            <a:off x="8475221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18637-72EC-DE6F-0313-73F8FFE12491}"/>
              </a:ext>
            </a:extLst>
          </p:cNvPr>
          <p:cNvSpPr txBox="1"/>
          <p:nvPr/>
        </p:nvSpPr>
        <p:spPr>
          <a:xfrm>
            <a:off x="8475221" y="169905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379824-4D62-6F7C-4DF8-FAE7E2AB26FC}"/>
              </a:ext>
            </a:extLst>
          </p:cNvPr>
          <p:cNvSpPr txBox="1"/>
          <p:nvPr/>
        </p:nvSpPr>
        <p:spPr>
          <a:xfrm>
            <a:off x="1083218" y="91885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33CCFF"/>
                </a:solidFill>
              </a:rPr>
              <a:t>capacity used (flow)</a:t>
            </a:r>
            <a:endParaRPr lang="en-US" b="1" dirty="0">
              <a:solidFill>
                <a:srgbClr val="33CC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36ABA7-D393-D35A-DB44-2896A1B9B83F}"/>
              </a:ext>
            </a:extLst>
          </p:cNvPr>
          <p:cNvSpPr txBox="1"/>
          <p:nvPr/>
        </p:nvSpPr>
        <p:spPr>
          <a:xfrm>
            <a:off x="2837178" y="65724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8690FA"/>
                </a:solidFill>
              </a:rPr>
              <a:t>maximum capacity</a:t>
            </a:r>
            <a:endParaRPr lang="en-US" b="1" dirty="0">
              <a:solidFill>
                <a:srgbClr val="8690FA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130D33E-9203-8A55-7316-49C75C3BF33E}"/>
              </a:ext>
            </a:extLst>
          </p:cNvPr>
          <p:cNvSpPr/>
          <p:nvPr/>
        </p:nvSpPr>
        <p:spPr bwMode="auto">
          <a:xfrm>
            <a:off x="1778000" y="1587500"/>
            <a:ext cx="952500" cy="542380"/>
          </a:xfrm>
          <a:custGeom>
            <a:avLst/>
            <a:gdLst>
              <a:gd name="connsiteX0" fmla="*/ 0 w 952500"/>
              <a:gd name="connsiteY0" fmla="*/ 0 h 542380"/>
              <a:gd name="connsiteX1" fmla="*/ 419100 w 952500"/>
              <a:gd name="connsiteY1" fmla="*/ 469900 h 542380"/>
              <a:gd name="connsiteX2" fmla="*/ 952500 w 952500"/>
              <a:gd name="connsiteY2" fmla="*/ 533400 h 54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0" h="542380">
                <a:moveTo>
                  <a:pt x="0" y="0"/>
                </a:moveTo>
                <a:cubicBezTo>
                  <a:pt x="130175" y="190500"/>
                  <a:pt x="260350" y="381000"/>
                  <a:pt x="419100" y="469900"/>
                </a:cubicBezTo>
                <a:cubicBezTo>
                  <a:pt x="577850" y="558800"/>
                  <a:pt x="765175" y="546100"/>
                  <a:pt x="952500" y="533400"/>
                </a:cubicBezTo>
              </a:path>
            </a:pathLst>
          </a:custGeom>
          <a:noFill/>
          <a:ln w="28575">
            <a:solidFill>
              <a:srgbClr val="33CCFF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8BDB3F6-3714-FBF5-50BF-BA0AF1B783DA}"/>
              </a:ext>
            </a:extLst>
          </p:cNvPr>
          <p:cNvSpPr/>
          <p:nvPr/>
        </p:nvSpPr>
        <p:spPr bwMode="auto">
          <a:xfrm>
            <a:off x="3365707" y="1266825"/>
            <a:ext cx="149018" cy="638175"/>
          </a:xfrm>
          <a:custGeom>
            <a:avLst/>
            <a:gdLst>
              <a:gd name="connsiteX0" fmla="*/ 149018 w 149018"/>
              <a:gd name="connsiteY0" fmla="*/ 0 h 638175"/>
              <a:gd name="connsiteX1" fmla="*/ 6143 w 149018"/>
              <a:gd name="connsiteY1" fmla="*/ 309563 h 638175"/>
              <a:gd name="connsiteX2" fmla="*/ 39481 w 149018"/>
              <a:gd name="connsiteY2" fmla="*/ 638175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018" h="638175">
                <a:moveTo>
                  <a:pt x="149018" y="0"/>
                </a:moveTo>
                <a:cubicBezTo>
                  <a:pt x="86708" y="101600"/>
                  <a:pt x="24399" y="203201"/>
                  <a:pt x="6143" y="309563"/>
                </a:cubicBezTo>
                <a:cubicBezTo>
                  <a:pt x="-12113" y="415926"/>
                  <a:pt x="13684" y="527050"/>
                  <a:pt x="39481" y="638175"/>
                </a:cubicBezTo>
              </a:path>
            </a:pathLst>
          </a:custGeom>
          <a:noFill/>
          <a:ln w="28575">
            <a:solidFill>
              <a:srgbClr val="8690FA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A41C73-B4D1-4FEA-68E9-7B9F6CE9EBA0}"/>
              </a:ext>
            </a:extLst>
          </p:cNvPr>
          <p:cNvCxnSpPr>
            <a:cxnSpLocks/>
          </p:cNvCxnSpPr>
          <p:nvPr/>
        </p:nvCxnSpPr>
        <p:spPr>
          <a:xfrm flipV="1">
            <a:off x="2840576" y="1554430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0BA9D7-EE3B-E953-F955-499FF41FA3BF}"/>
              </a:ext>
            </a:extLst>
          </p:cNvPr>
          <p:cNvCxnSpPr>
            <a:cxnSpLocks/>
          </p:cNvCxnSpPr>
          <p:nvPr/>
        </p:nvCxnSpPr>
        <p:spPr>
          <a:xfrm>
            <a:off x="5163364" y="1534728"/>
            <a:ext cx="2495964" cy="4179703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B8D5C7-4380-5753-EC54-C6F7EE2E19AA}"/>
              </a:ext>
            </a:extLst>
          </p:cNvPr>
          <p:cNvCxnSpPr>
            <a:cxnSpLocks/>
          </p:cNvCxnSpPr>
          <p:nvPr/>
        </p:nvCxnSpPr>
        <p:spPr>
          <a:xfrm flipV="1">
            <a:off x="7743889" y="3713384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157455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C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4685121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FD697D-FE05-D7A1-9139-1C119133069B}"/>
              </a:ext>
            </a:extLst>
          </p:cNvPr>
          <p:cNvCxnSpPr>
            <a:cxnSpLocks/>
          </p:cNvCxnSpPr>
          <p:nvPr/>
        </p:nvCxnSpPr>
        <p:spPr>
          <a:xfrm>
            <a:off x="2827876" y="3682397"/>
            <a:ext cx="1955072" cy="1603769"/>
          </a:xfrm>
          <a:prstGeom prst="line">
            <a:avLst/>
          </a:prstGeom>
          <a:ln w="127000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538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2212787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40C29-44F1-1688-71E8-21940ECCEF52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2837178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22AC27-EFF7-A6FC-48BC-6BE88B773F29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5416641" y="1307969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EA7A46-B073-4EB0-0855-3648B1F7D49F}"/>
              </a:ext>
            </a:extLst>
          </p:cNvPr>
          <p:cNvCxnSpPr>
            <a:cxnSpLocks/>
            <a:stCxn id="10" idx="5"/>
            <a:endCxn id="6" idx="1"/>
          </p:cNvCxnSpPr>
          <p:nvPr/>
        </p:nvCxnSpPr>
        <p:spPr>
          <a:xfrm>
            <a:off x="7781846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E6C49B-0B0D-9DC6-C158-7E9BE5AD4AEF}"/>
              </a:ext>
            </a:extLst>
          </p:cNvPr>
          <p:cNvCxnSpPr>
            <a:cxnSpLocks/>
            <a:stCxn id="11" idx="7"/>
            <a:endCxn id="6" idx="3"/>
          </p:cNvCxnSpPr>
          <p:nvPr/>
        </p:nvCxnSpPr>
        <p:spPr>
          <a:xfrm flipV="1">
            <a:off x="7781846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DE5DAA-E0E7-6F1F-A3E0-3DC8DA13400D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5416641" y="5550031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DE3F14D-1AC8-7855-A2ED-F65DA0134529}"/>
              </a:ext>
            </a:extLst>
          </p:cNvPr>
          <p:cNvCxnSpPr>
            <a:cxnSpLocks/>
            <a:stCxn id="2" idx="5"/>
            <a:endCxn id="9" idx="1"/>
          </p:cNvCxnSpPr>
          <p:nvPr/>
        </p:nvCxnSpPr>
        <p:spPr>
          <a:xfrm>
            <a:off x="2837178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5C37154C-CE64-147D-3997-D1B459D18CC0}"/>
              </a:ext>
            </a:extLst>
          </p:cNvPr>
          <p:cNvSpPr/>
          <p:nvPr/>
        </p:nvSpPr>
        <p:spPr bwMode="auto">
          <a:xfrm rot="18900000" flipV="1">
            <a:off x="4560045" y="5147877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D0FC36E4-787F-4276-F9D7-88BC91A3DA62}"/>
              </a:ext>
            </a:extLst>
          </p:cNvPr>
          <p:cNvSpPr/>
          <p:nvPr/>
        </p:nvSpPr>
        <p:spPr bwMode="auto">
          <a:xfrm rot="18900000" flipV="1">
            <a:off x="9521046" y="3047394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4631AC7D-42E8-430E-ABB4-196378631A6C}"/>
              </a:ext>
            </a:extLst>
          </p:cNvPr>
          <p:cNvSpPr/>
          <p:nvPr/>
        </p:nvSpPr>
        <p:spPr bwMode="auto">
          <a:xfrm rot="2700000">
            <a:off x="9521046" y="3519833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E393EE-18ED-729A-8D9D-85CAB4B55B11}"/>
              </a:ext>
            </a:extLst>
          </p:cNvPr>
          <p:cNvSpPr/>
          <p:nvPr/>
        </p:nvSpPr>
        <p:spPr bwMode="auto">
          <a:xfrm rot="16200000" flipV="1">
            <a:off x="6976604" y="116258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E801886-832D-1137-AA35-7D424DD434FF}"/>
              </a:ext>
            </a:extLst>
          </p:cNvPr>
          <p:cNvSpPr/>
          <p:nvPr/>
        </p:nvSpPr>
        <p:spPr bwMode="auto">
          <a:xfrm rot="16200000" flipV="1">
            <a:off x="6976604" y="540464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2BAFEED-63A7-511E-8099-FC67003B3217}"/>
              </a:ext>
            </a:extLst>
          </p:cNvPr>
          <p:cNvSpPr/>
          <p:nvPr/>
        </p:nvSpPr>
        <p:spPr bwMode="auto">
          <a:xfrm rot="2700000">
            <a:off x="4576378" y="140071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9629789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4685121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157455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D</a:t>
            </a:r>
            <a:endParaRPr lang="en-US" sz="2800">
              <a:latin typeface="+mj-l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9F377E-4D33-9DF3-F4C0-AEBE0ECF74F4}"/>
              </a:ext>
            </a:extLst>
          </p:cNvPr>
          <p:cNvCxnSpPr>
            <a:cxnSpLocks/>
          </p:cNvCxnSpPr>
          <p:nvPr/>
        </p:nvCxnSpPr>
        <p:spPr>
          <a:xfrm>
            <a:off x="5034546" y="1289335"/>
            <a:ext cx="2363486" cy="3957294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63CF97CA-AF60-2BF9-5CD2-A9DC0A96B217}"/>
              </a:ext>
            </a:extLst>
          </p:cNvPr>
          <p:cNvSpPr/>
          <p:nvPr/>
        </p:nvSpPr>
        <p:spPr bwMode="auto">
          <a:xfrm rot="19803210" flipV="1">
            <a:off x="7189223" y="510124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83DF6-9819-DC24-CF40-E2FAD4E9DC8A}"/>
              </a:ext>
            </a:extLst>
          </p:cNvPr>
          <p:cNvSpPr txBox="1"/>
          <p:nvPr/>
        </p:nvSpPr>
        <p:spPr>
          <a:xfrm>
            <a:off x="2453364" y="185743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03568-E7C2-F627-7072-A94C19E22B00}"/>
              </a:ext>
            </a:extLst>
          </p:cNvPr>
          <p:cNvSpPr txBox="1"/>
          <p:nvPr/>
        </p:nvSpPr>
        <p:spPr>
          <a:xfrm>
            <a:off x="2453364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F3AB6-1FB6-EA2B-0B72-36A1600D4CC7}"/>
              </a:ext>
            </a:extLst>
          </p:cNvPr>
          <p:cNvSpPr txBox="1"/>
          <p:nvPr/>
        </p:nvSpPr>
        <p:spPr>
          <a:xfrm>
            <a:off x="6140359" y="294063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F6022-46BB-A711-5033-0F04C449730B}"/>
              </a:ext>
            </a:extLst>
          </p:cNvPr>
          <p:cNvSpPr txBox="1"/>
          <p:nvPr/>
        </p:nvSpPr>
        <p:spPr>
          <a:xfrm>
            <a:off x="5523620" y="65724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F672F-2489-76DB-F540-3B3E54D24260}"/>
              </a:ext>
            </a:extLst>
          </p:cNvPr>
          <p:cNvSpPr txBox="1"/>
          <p:nvPr/>
        </p:nvSpPr>
        <p:spPr>
          <a:xfrm>
            <a:off x="5523620" y="565624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EF9BA-7397-4DA0-D08C-2391E487BAB7}"/>
              </a:ext>
            </a:extLst>
          </p:cNvPr>
          <p:cNvSpPr txBox="1"/>
          <p:nvPr/>
        </p:nvSpPr>
        <p:spPr>
          <a:xfrm>
            <a:off x="8475221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18637-72EC-DE6F-0313-73F8FFE12491}"/>
              </a:ext>
            </a:extLst>
          </p:cNvPr>
          <p:cNvSpPr txBox="1"/>
          <p:nvPr/>
        </p:nvSpPr>
        <p:spPr>
          <a:xfrm>
            <a:off x="8475221" y="169905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379824-4D62-6F7C-4DF8-FAE7E2AB26FC}"/>
              </a:ext>
            </a:extLst>
          </p:cNvPr>
          <p:cNvSpPr txBox="1"/>
          <p:nvPr/>
        </p:nvSpPr>
        <p:spPr>
          <a:xfrm>
            <a:off x="1083218" y="91885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33CCFF"/>
                </a:solidFill>
              </a:rPr>
              <a:t>capacity used (flow)</a:t>
            </a:r>
            <a:endParaRPr lang="en-US" b="1" dirty="0">
              <a:solidFill>
                <a:srgbClr val="33CC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36ABA7-D393-D35A-DB44-2896A1B9B83F}"/>
              </a:ext>
            </a:extLst>
          </p:cNvPr>
          <p:cNvSpPr txBox="1"/>
          <p:nvPr/>
        </p:nvSpPr>
        <p:spPr>
          <a:xfrm>
            <a:off x="2837178" y="65724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8690FA"/>
                </a:solidFill>
              </a:rPr>
              <a:t>maximum capacity</a:t>
            </a:r>
            <a:endParaRPr lang="en-US" b="1" dirty="0">
              <a:solidFill>
                <a:srgbClr val="8690FA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130D33E-9203-8A55-7316-49C75C3BF33E}"/>
              </a:ext>
            </a:extLst>
          </p:cNvPr>
          <p:cNvSpPr/>
          <p:nvPr/>
        </p:nvSpPr>
        <p:spPr bwMode="auto">
          <a:xfrm>
            <a:off x="1778000" y="1587500"/>
            <a:ext cx="952500" cy="542380"/>
          </a:xfrm>
          <a:custGeom>
            <a:avLst/>
            <a:gdLst>
              <a:gd name="connsiteX0" fmla="*/ 0 w 952500"/>
              <a:gd name="connsiteY0" fmla="*/ 0 h 542380"/>
              <a:gd name="connsiteX1" fmla="*/ 419100 w 952500"/>
              <a:gd name="connsiteY1" fmla="*/ 469900 h 542380"/>
              <a:gd name="connsiteX2" fmla="*/ 952500 w 952500"/>
              <a:gd name="connsiteY2" fmla="*/ 533400 h 54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0" h="542380">
                <a:moveTo>
                  <a:pt x="0" y="0"/>
                </a:moveTo>
                <a:cubicBezTo>
                  <a:pt x="130175" y="190500"/>
                  <a:pt x="260350" y="381000"/>
                  <a:pt x="419100" y="469900"/>
                </a:cubicBezTo>
                <a:cubicBezTo>
                  <a:pt x="577850" y="558800"/>
                  <a:pt x="765175" y="546100"/>
                  <a:pt x="952500" y="533400"/>
                </a:cubicBezTo>
              </a:path>
            </a:pathLst>
          </a:custGeom>
          <a:noFill/>
          <a:ln w="28575">
            <a:solidFill>
              <a:srgbClr val="33CCFF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8BDB3F6-3714-FBF5-50BF-BA0AF1B783DA}"/>
              </a:ext>
            </a:extLst>
          </p:cNvPr>
          <p:cNvSpPr/>
          <p:nvPr/>
        </p:nvSpPr>
        <p:spPr bwMode="auto">
          <a:xfrm>
            <a:off x="3365707" y="1266825"/>
            <a:ext cx="149018" cy="638175"/>
          </a:xfrm>
          <a:custGeom>
            <a:avLst/>
            <a:gdLst>
              <a:gd name="connsiteX0" fmla="*/ 149018 w 149018"/>
              <a:gd name="connsiteY0" fmla="*/ 0 h 638175"/>
              <a:gd name="connsiteX1" fmla="*/ 6143 w 149018"/>
              <a:gd name="connsiteY1" fmla="*/ 309563 h 638175"/>
              <a:gd name="connsiteX2" fmla="*/ 39481 w 149018"/>
              <a:gd name="connsiteY2" fmla="*/ 638175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018" h="638175">
                <a:moveTo>
                  <a:pt x="149018" y="0"/>
                </a:moveTo>
                <a:cubicBezTo>
                  <a:pt x="86708" y="101600"/>
                  <a:pt x="24399" y="203201"/>
                  <a:pt x="6143" y="309563"/>
                </a:cubicBezTo>
                <a:cubicBezTo>
                  <a:pt x="-12113" y="415926"/>
                  <a:pt x="13684" y="527050"/>
                  <a:pt x="39481" y="638175"/>
                </a:cubicBezTo>
              </a:path>
            </a:pathLst>
          </a:custGeom>
          <a:noFill/>
          <a:ln w="28575">
            <a:solidFill>
              <a:srgbClr val="8690FA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A41C73-B4D1-4FEA-68E9-7B9F6CE9EBA0}"/>
              </a:ext>
            </a:extLst>
          </p:cNvPr>
          <p:cNvCxnSpPr>
            <a:cxnSpLocks/>
          </p:cNvCxnSpPr>
          <p:nvPr/>
        </p:nvCxnSpPr>
        <p:spPr>
          <a:xfrm flipV="1">
            <a:off x="2840576" y="1554430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0BA9D7-EE3B-E953-F955-499FF41FA3BF}"/>
              </a:ext>
            </a:extLst>
          </p:cNvPr>
          <p:cNvCxnSpPr>
            <a:cxnSpLocks/>
          </p:cNvCxnSpPr>
          <p:nvPr/>
        </p:nvCxnSpPr>
        <p:spPr>
          <a:xfrm>
            <a:off x="5163364" y="1534728"/>
            <a:ext cx="2495964" cy="4179703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B8D5C7-4380-5753-EC54-C6F7EE2E19AA}"/>
              </a:ext>
            </a:extLst>
          </p:cNvPr>
          <p:cNvCxnSpPr>
            <a:cxnSpLocks/>
          </p:cNvCxnSpPr>
          <p:nvPr/>
        </p:nvCxnSpPr>
        <p:spPr>
          <a:xfrm flipV="1">
            <a:off x="7743889" y="3713384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157455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C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4685121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FD697D-FE05-D7A1-9139-1C119133069B}"/>
              </a:ext>
            </a:extLst>
          </p:cNvPr>
          <p:cNvCxnSpPr>
            <a:cxnSpLocks/>
          </p:cNvCxnSpPr>
          <p:nvPr/>
        </p:nvCxnSpPr>
        <p:spPr>
          <a:xfrm>
            <a:off x="2827876" y="3682397"/>
            <a:ext cx="1955072" cy="1603769"/>
          </a:xfrm>
          <a:prstGeom prst="line">
            <a:avLst/>
          </a:prstGeom>
          <a:ln w="127000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DE38F9-95C5-49C4-04C9-A85055D56FAA}"/>
              </a:ext>
            </a:extLst>
          </p:cNvPr>
          <p:cNvCxnSpPr>
            <a:cxnSpLocks/>
          </p:cNvCxnSpPr>
          <p:nvPr/>
        </p:nvCxnSpPr>
        <p:spPr>
          <a:xfrm>
            <a:off x="5416641" y="5550031"/>
            <a:ext cx="1740814" cy="0"/>
          </a:xfrm>
          <a:prstGeom prst="line">
            <a:avLst/>
          </a:prstGeom>
          <a:ln w="127000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678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2212787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40C29-44F1-1688-71E8-21940ECCEF52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2837178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22AC27-EFF7-A6FC-48BC-6BE88B773F29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5416641" y="1307969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EA7A46-B073-4EB0-0855-3648B1F7D49F}"/>
              </a:ext>
            </a:extLst>
          </p:cNvPr>
          <p:cNvCxnSpPr>
            <a:cxnSpLocks/>
            <a:stCxn id="10" idx="5"/>
            <a:endCxn id="6" idx="1"/>
          </p:cNvCxnSpPr>
          <p:nvPr/>
        </p:nvCxnSpPr>
        <p:spPr>
          <a:xfrm>
            <a:off x="7781846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E6C49B-0B0D-9DC6-C158-7E9BE5AD4AEF}"/>
              </a:ext>
            </a:extLst>
          </p:cNvPr>
          <p:cNvCxnSpPr>
            <a:cxnSpLocks/>
            <a:stCxn id="11" idx="7"/>
            <a:endCxn id="6" idx="3"/>
          </p:cNvCxnSpPr>
          <p:nvPr/>
        </p:nvCxnSpPr>
        <p:spPr>
          <a:xfrm flipV="1">
            <a:off x="7781846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DE5DAA-E0E7-6F1F-A3E0-3DC8DA13400D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5416641" y="5550031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DE3F14D-1AC8-7855-A2ED-F65DA0134529}"/>
              </a:ext>
            </a:extLst>
          </p:cNvPr>
          <p:cNvCxnSpPr>
            <a:cxnSpLocks/>
            <a:stCxn id="2" idx="5"/>
            <a:endCxn id="9" idx="1"/>
          </p:cNvCxnSpPr>
          <p:nvPr/>
        </p:nvCxnSpPr>
        <p:spPr>
          <a:xfrm>
            <a:off x="2837178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5C37154C-CE64-147D-3997-D1B459D18CC0}"/>
              </a:ext>
            </a:extLst>
          </p:cNvPr>
          <p:cNvSpPr/>
          <p:nvPr/>
        </p:nvSpPr>
        <p:spPr bwMode="auto">
          <a:xfrm rot="18900000" flipV="1">
            <a:off x="4560045" y="5147877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D0FC36E4-787F-4276-F9D7-88BC91A3DA62}"/>
              </a:ext>
            </a:extLst>
          </p:cNvPr>
          <p:cNvSpPr/>
          <p:nvPr/>
        </p:nvSpPr>
        <p:spPr bwMode="auto">
          <a:xfrm rot="18900000" flipV="1">
            <a:off x="9521046" y="3047394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4631AC7D-42E8-430E-ABB4-196378631A6C}"/>
              </a:ext>
            </a:extLst>
          </p:cNvPr>
          <p:cNvSpPr/>
          <p:nvPr/>
        </p:nvSpPr>
        <p:spPr bwMode="auto">
          <a:xfrm rot="2700000">
            <a:off x="9521046" y="3519833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E393EE-18ED-729A-8D9D-85CAB4B55B11}"/>
              </a:ext>
            </a:extLst>
          </p:cNvPr>
          <p:cNvSpPr/>
          <p:nvPr/>
        </p:nvSpPr>
        <p:spPr bwMode="auto">
          <a:xfrm rot="16200000" flipV="1">
            <a:off x="6976604" y="116258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E801886-832D-1137-AA35-7D424DD434FF}"/>
              </a:ext>
            </a:extLst>
          </p:cNvPr>
          <p:cNvSpPr/>
          <p:nvPr/>
        </p:nvSpPr>
        <p:spPr bwMode="auto">
          <a:xfrm rot="16200000" flipV="1">
            <a:off x="6976604" y="540464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2BAFEED-63A7-511E-8099-FC67003B3217}"/>
              </a:ext>
            </a:extLst>
          </p:cNvPr>
          <p:cNvSpPr/>
          <p:nvPr/>
        </p:nvSpPr>
        <p:spPr bwMode="auto">
          <a:xfrm rot="2700000">
            <a:off x="4576378" y="140071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9629789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4685121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157455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D</a:t>
            </a:r>
            <a:endParaRPr lang="en-US" sz="2800">
              <a:latin typeface="+mj-l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9F377E-4D33-9DF3-F4C0-AEBE0ECF74F4}"/>
              </a:ext>
            </a:extLst>
          </p:cNvPr>
          <p:cNvCxnSpPr>
            <a:cxnSpLocks/>
          </p:cNvCxnSpPr>
          <p:nvPr/>
        </p:nvCxnSpPr>
        <p:spPr>
          <a:xfrm>
            <a:off x="5034546" y="1289335"/>
            <a:ext cx="2363486" cy="3957294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63CF97CA-AF60-2BF9-5CD2-A9DC0A96B217}"/>
              </a:ext>
            </a:extLst>
          </p:cNvPr>
          <p:cNvSpPr/>
          <p:nvPr/>
        </p:nvSpPr>
        <p:spPr bwMode="auto">
          <a:xfrm rot="19803210" flipV="1">
            <a:off x="7189223" y="510124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83DF6-9819-DC24-CF40-E2FAD4E9DC8A}"/>
              </a:ext>
            </a:extLst>
          </p:cNvPr>
          <p:cNvSpPr txBox="1"/>
          <p:nvPr/>
        </p:nvSpPr>
        <p:spPr>
          <a:xfrm>
            <a:off x="2453364" y="185743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03568-E7C2-F627-7072-A94C19E22B00}"/>
              </a:ext>
            </a:extLst>
          </p:cNvPr>
          <p:cNvSpPr txBox="1"/>
          <p:nvPr/>
        </p:nvSpPr>
        <p:spPr>
          <a:xfrm>
            <a:off x="2453364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F3AB6-1FB6-EA2B-0B72-36A1600D4CC7}"/>
              </a:ext>
            </a:extLst>
          </p:cNvPr>
          <p:cNvSpPr txBox="1"/>
          <p:nvPr/>
        </p:nvSpPr>
        <p:spPr>
          <a:xfrm>
            <a:off x="6140359" y="294063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F6022-46BB-A711-5033-0F04C449730B}"/>
              </a:ext>
            </a:extLst>
          </p:cNvPr>
          <p:cNvSpPr txBox="1"/>
          <p:nvPr/>
        </p:nvSpPr>
        <p:spPr>
          <a:xfrm>
            <a:off x="5523620" y="65724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F672F-2489-76DB-F540-3B3E54D24260}"/>
              </a:ext>
            </a:extLst>
          </p:cNvPr>
          <p:cNvSpPr txBox="1"/>
          <p:nvPr/>
        </p:nvSpPr>
        <p:spPr>
          <a:xfrm>
            <a:off x="5523620" y="565624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EF9BA-7397-4DA0-D08C-2391E487BAB7}"/>
              </a:ext>
            </a:extLst>
          </p:cNvPr>
          <p:cNvSpPr txBox="1"/>
          <p:nvPr/>
        </p:nvSpPr>
        <p:spPr>
          <a:xfrm>
            <a:off x="8475221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18637-72EC-DE6F-0313-73F8FFE12491}"/>
              </a:ext>
            </a:extLst>
          </p:cNvPr>
          <p:cNvSpPr txBox="1"/>
          <p:nvPr/>
        </p:nvSpPr>
        <p:spPr>
          <a:xfrm>
            <a:off x="8475221" y="169905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379824-4D62-6F7C-4DF8-FAE7E2AB26FC}"/>
              </a:ext>
            </a:extLst>
          </p:cNvPr>
          <p:cNvSpPr txBox="1"/>
          <p:nvPr/>
        </p:nvSpPr>
        <p:spPr>
          <a:xfrm>
            <a:off x="1083218" y="91885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33CCFF"/>
                </a:solidFill>
              </a:rPr>
              <a:t>capacity used (flow)</a:t>
            </a:r>
            <a:endParaRPr lang="en-US" b="1" dirty="0">
              <a:solidFill>
                <a:srgbClr val="33CC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36ABA7-D393-D35A-DB44-2896A1B9B83F}"/>
              </a:ext>
            </a:extLst>
          </p:cNvPr>
          <p:cNvSpPr txBox="1"/>
          <p:nvPr/>
        </p:nvSpPr>
        <p:spPr>
          <a:xfrm>
            <a:off x="2837178" y="65724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8690FA"/>
                </a:solidFill>
              </a:rPr>
              <a:t>maximum capacity</a:t>
            </a:r>
            <a:endParaRPr lang="en-US" b="1" dirty="0">
              <a:solidFill>
                <a:srgbClr val="8690FA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130D33E-9203-8A55-7316-49C75C3BF33E}"/>
              </a:ext>
            </a:extLst>
          </p:cNvPr>
          <p:cNvSpPr/>
          <p:nvPr/>
        </p:nvSpPr>
        <p:spPr bwMode="auto">
          <a:xfrm>
            <a:off x="1778000" y="1587500"/>
            <a:ext cx="952500" cy="542380"/>
          </a:xfrm>
          <a:custGeom>
            <a:avLst/>
            <a:gdLst>
              <a:gd name="connsiteX0" fmla="*/ 0 w 952500"/>
              <a:gd name="connsiteY0" fmla="*/ 0 h 542380"/>
              <a:gd name="connsiteX1" fmla="*/ 419100 w 952500"/>
              <a:gd name="connsiteY1" fmla="*/ 469900 h 542380"/>
              <a:gd name="connsiteX2" fmla="*/ 952500 w 952500"/>
              <a:gd name="connsiteY2" fmla="*/ 533400 h 54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0" h="542380">
                <a:moveTo>
                  <a:pt x="0" y="0"/>
                </a:moveTo>
                <a:cubicBezTo>
                  <a:pt x="130175" y="190500"/>
                  <a:pt x="260350" y="381000"/>
                  <a:pt x="419100" y="469900"/>
                </a:cubicBezTo>
                <a:cubicBezTo>
                  <a:pt x="577850" y="558800"/>
                  <a:pt x="765175" y="546100"/>
                  <a:pt x="952500" y="533400"/>
                </a:cubicBezTo>
              </a:path>
            </a:pathLst>
          </a:custGeom>
          <a:noFill/>
          <a:ln w="28575">
            <a:solidFill>
              <a:srgbClr val="33CCFF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8BDB3F6-3714-FBF5-50BF-BA0AF1B783DA}"/>
              </a:ext>
            </a:extLst>
          </p:cNvPr>
          <p:cNvSpPr/>
          <p:nvPr/>
        </p:nvSpPr>
        <p:spPr bwMode="auto">
          <a:xfrm>
            <a:off x="3365707" y="1266825"/>
            <a:ext cx="149018" cy="638175"/>
          </a:xfrm>
          <a:custGeom>
            <a:avLst/>
            <a:gdLst>
              <a:gd name="connsiteX0" fmla="*/ 149018 w 149018"/>
              <a:gd name="connsiteY0" fmla="*/ 0 h 638175"/>
              <a:gd name="connsiteX1" fmla="*/ 6143 w 149018"/>
              <a:gd name="connsiteY1" fmla="*/ 309563 h 638175"/>
              <a:gd name="connsiteX2" fmla="*/ 39481 w 149018"/>
              <a:gd name="connsiteY2" fmla="*/ 638175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018" h="638175">
                <a:moveTo>
                  <a:pt x="149018" y="0"/>
                </a:moveTo>
                <a:cubicBezTo>
                  <a:pt x="86708" y="101600"/>
                  <a:pt x="24399" y="203201"/>
                  <a:pt x="6143" y="309563"/>
                </a:cubicBezTo>
                <a:cubicBezTo>
                  <a:pt x="-12113" y="415926"/>
                  <a:pt x="13684" y="527050"/>
                  <a:pt x="39481" y="638175"/>
                </a:cubicBezTo>
              </a:path>
            </a:pathLst>
          </a:custGeom>
          <a:noFill/>
          <a:ln w="28575">
            <a:solidFill>
              <a:srgbClr val="8690FA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A41C73-B4D1-4FEA-68E9-7B9F6CE9EBA0}"/>
              </a:ext>
            </a:extLst>
          </p:cNvPr>
          <p:cNvCxnSpPr>
            <a:cxnSpLocks/>
          </p:cNvCxnSpPr>
          <p:nvPr/>
        </p:nvCxnSpPr>
        <p:spPr>
          <a:xfrm flipV="1">
            <a:off x="2840576" y="1554430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0BA9D7-EE3B-E953-F955-499FF41FA3BF}"/>
              </a:ext>
            </a:extLst>
          </p:cNvPr>
          <p:cNvCxnSpPr>
            <a:cxnSpLocks/>
          </p:cNvCxnSpPr>
          <p:nvPr/>
        </p:nvCxnSpPr>
        <p:spPr>
          <a:xfrm>
            <a:off x="5163364" y="1534728"/>
            <a:ext cx="2495964" cy="4179703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B8D5C7-4380-5753-EC54-C6F7EE2E19AA}"/>
              </a:ext>
            </a:extLst>
          </p:cNvPr>
          <p:cNvCxnSpPr>
            <a:cxnSpLocks/>
          </p:cNvCxnSpPr>
          <p:nvPr/>
        </p:nvCxnSpPr>
        <p:spPr>
          <a:xfrm flipV="1">
            <a:off x="7743889" y="3713384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157455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C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4685121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FD697D-FE05-D7A1-9139-1C119133069B}"/>
              </a:ext>
            </a:extLst>
          </p:cNvPr>
          <p:cNvCxnSpPr>
            <a:cxnSpLocks/>
          </p:cNvCxnSpPr>
          <p:nvPr/>
        </p:nvCxnSpPr>
        <p:spPr>
          <a:xfrm>
            <a:off x="2827876" y="3682397"/>
            <a:ext cx="1955072" cy="1603769"/>
          </a:xfrm>
          <a:prstGeom prst="line">
            <a:avLst/>
          </a:prstGeom>
          <a:ln w="127000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DE38F9-95C5-49C4-04C9-A85055D56FAA}"/>
              </a:ext>
            </a:extLst>
          </p:cNvPr>
          <p:cNvCxnSpPr>
            <a:cxnSpLocks/>
          </p:cNvCxnSpPr>
          <p:nvPr/>
        </p:nvCxnSpPr>
        <p:spPr>
          <a:xfrm>
            <a:off x="5416641" y="5550031"/>
            <a:ext cx="1740814" cy="0"/>
          </a:xfrm>
          <a:prstGeom prst="line">
            <a:avLst/>
          </a:prstGeom>
          <a:ln w="127000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55B6A8C-1BE6-8CC9-4951-EDB3B98C6572}"/>
              </a:ext>
            </a:extLst>
          </p:cNvPr>
          <p:cNvSpPr txBox="1"/>
          <p:nvPr/>
        </p:nvSpPr>
        <p:spPr>
          <a:xfrm>
            <a:off x="7781846" y="5317153"/>
            <a:ext cx="287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>
                <a:solidFill>
                  <a:srgbClr val="EC5E66"/>
                </a:solidFill>
              </a:rPr>
              <a:t>We cannot continue further because Ct is full</a:t>
            </a:r>
            <a:endParaRPr lang="en-US" sz="2400" b="1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171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2212787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40C29-44F1-1688-71E8-21940ECCEF52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2837178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22AC27-EFF7-A6FC-48BC-6BE88B773F29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5416641" y="1307969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EA7A46-B073-4EB0-0855-3648B1F7D49F}"/>
              </a:ext>
            </a:extLst>
          </p:cNvPr>
          <p:cNvCxnSpPr>
            <a:cxnSpLocks/>
            <a:stCxn id="10" idx="5"/>
            <a:endCxn id="6" idx="1"/>
          </p:cNvCxnSpPr>
          <p:nvPr/>
        </p:nvCxnSpPr>
        <p:spPr>
          <a:xfrm>
            <a:off x="7781846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E6C49B-0B0D-9DC6-C158-7E9BE5AD4AEF}"/>
              </a:ext>
            </a:extLst>
          </p:cNvPr>
          <p:cNvCxnSpPr>
            <a:cxnSpLocks/>
            <a:stCxn id="11" idx="7"/>
            <a:endCxn id="6" idx="3"/>
          </p:cNvCxnSpPr>
          <p:nvPr/>
        </p:nvCxnSpPr>
        <p:spPr>
          <a:xfrm flipV="1">
            <a:off x="7781846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DE5DAA-E0E7-6F1F-A3E0-3DC8DA13400D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5416641" y="5550031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DE3F14D-1AC8-7855-A2ED-F65DA0134529}"/>
              </a:ext>
            </a:extLst>
          </p:cNvPr>
          <p:cNvCxnSpPr>
            <a:cxnSpLocks/>
            <a:stCxn id="2" idx="5"/>
            <a:endCxn id="9" idx="1"/>
          </p:cNvCxnSpPr>
          <p:nvPr/>
        </p:nvCxnSpPr>
        <p:spPr>
          <a:xfrm>
            <a:off x="2837178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5C37154C-CE64-147D-3997-D1B459D18CC0}"/>
              </a:ext>
            </a:extLst>
          </p:cNvPr>
          <p:cNvSpPr/>
          <p:nvPr/>
        </p:nvSpPr>
        <p:spPr bwMode="auto">
          <a:xfrm rot="18900000" flipV="1">
            <a:off x="4560045" y="5147877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D0FC36E4-787F-4276-F9D7-88BC91A3DA62}"/>
              </a:ext>
            </a:extLst>
          </p:cNvPr>
          <p:cNvSpPr/>
          <p:nvPr/>
        </p:nvSpPr>
        <p:spPr bwMode="auto">
          <a:xfrm rot="18900000" flipV="1">
            <a:off x="9521046" y="3047394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4631AC7D-42E8-430E-ABB4-196378631A6C}"/>
              </a:ext>
            </a:extLst>
          </p:cNvPr>
          <p:cNvSpPr/>
          <p:nvPr/>
        </p:nvSpPr>
        <p:spPr bwMode="auto">
          <a:xfrm rot="2700000">
            <a:off x="9521046" y="3519833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E393EE-18ED-729A-8D9D-85CAB4B55B11}"/>
              </a:ext>
            </a:extLst>
          </p:cNvPr>
          <p:cNvSpPr/>
          <p:nvPr/>
        </p:nvSpPr>
        <p:spPr bwMode="auto">
          <a:xfrm rot="16200000" flipV="1">
            <a:off x="6976604" y="116258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E801886-832D-1137-AA35-7D424DD434FF}"/>
              </a:ext>
            </a:extLst>
          </p:cNvPr>
          <p:cNvSpPr/>
          <p:nvPr/>
        </p:nvSpPr>
        <p:spPr bwMode="auto">
          <a:xfrm rot="16200000" flipV="1">
            <a:off x="6976604" y="540464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2BAFEED-63A7-511E-8099-FC67003B3217}"/>
              </a:ext>
            </a:extLst>
          </p:cNvPr>
          <p:cNvSpPr/>
          <p:nvPr/>
        </p:nvSpPr>
        <p:spPr bwMode="auto">
          <a:xfrm rot="2700000">
            <a:off x="4576378" y="140071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9629789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4685121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157455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D</a:t>
            </a:r>
            <a:endParaRPr lang="en-US" sz="2800">
              <a:latin typeface="+mj-l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9F377E-4D33-9DF3-F4C0-AEBE0ECF74F4}"/>
              </a:ext>
            </a:extLst>
          </p:cNvPr>
          <p:cNvCxnSpPr>
            <a:cxnSpLocks/>
          </p:cNvCxnSpPr>
          <p:nvPr/>
        </p:nvCxnSpPr>
        <p:spPr>
          <a:xfrm>
            <a:off x="5034546" y="1289335"/>
            <a:ext cx="2363486" cy="3957294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63CF97CA-AF60-2BF9-5CD2-A9DC0A96B217}"/>
              </a:ext>
            </a:extLst>
          </p:cNvPr>
          <p:cNvSpPr/>
          <p:nvPr/>
        </p:nvSpPr>
        <p:spPr bwMode="auto">
          <a:xfrm rot="19803210" flipV="1">
            <a:off x="7189223" y="510124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83DF6-9819-DC24-CF40-E2FAD4E9DC8A}"/>
              </a:ext>
            </a:extLst>
          </p:cNvPr>
          <p:cNvSpPr txBox="1"/>
          <p:nvPr/>
        </p:nvSpPr>
        <p:spPr>
          <a:xfrm>
            <a:off x="2453364" y="185743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03568-E7C2-F627-7072-A94C19E22B00}"/>
              </a:ext>
            </a:extLst>
          </p:cNvPr>
          <p:cNvSpPr txBox="1"/>
          <p:nvPr/>
        </p:nvSpPr>
        <p:spPr>
          <a:xfrm>
            <a:off x="2453364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F3AB6-1FB6-EA2B-0B72-36A1600D4CC7}"/>
              </a:ext>
            </a:extLst>
          </p:cNvPr>
          <p:cNvSpPr txBox="1"/>
          <p:nvPr/>
        </p:nvSpPr>
        <p:spPr>
          <a:xfrm>
            <a:off x="6140359" y="294063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F6022-46BB-A711-5033-0F04C449730B}"/>
              </a:ext>
            </a:extLst>
          </p:cNvPr>
          <p:cNvSpPr txBox="1"/>
          <p:nvPr/>
        </p:nvSpPr>
        <p:spPr>
          <a:xfrm>
            <a:off x="5523620" y="65724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F672F-2489-76DB-F540-3B3E54D24260}"/>
              </a:ext>
            </a:extLst>
          </p:cNvPr>
          <p:cNvSpPr txBox="1"/>
          <p:nvPr/>
        </p:nvSpPr>
        <p:spPr>
          <a:xfrm>
            <a:off x="5523620" y="565624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EF9BA-7397-4DA0-D08C-2391E487BAB7}"/>
              </a:ext>
            </a:extLst>
          </p:cNvPr>
          <p:cNvSpPr txBox="1"/>
          <p:nvPr/>
        </p:nvSpPr>
        <p:spPr>
          <a:xfrm>
            <a:off x="8475221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18637-72EC-DE6F-0313-73F8FFE12491}"/>
              </a:ext>
            </a:extLst>
          </p:cNvPr>
          <p:cNvSpPr txBox="1"/>
          <p:nvPr/>
        </p:nvSpPr>
        <p:spPr>
          <a:xfrm>
            <a:off x="8475221" y="169905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379824-4D62-6F7C-4DF8-FAE7E2AB26FC}"/>
              </a:ext>
            </a:extLst>
          </p:cNvPr>
          <p:cNvSpPr txBox="1"/>
          <p:nvPr/>
        </p:nvSpPr>
        <p:spPr>
          <a:xfrm>
            <a:off x="1083218" y="91885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33CCFF"/>
                </a:solidFill>
              </a:rPr>
              <a:t>capacity used (flow)</a:t>
            </a:r>
            <a:endParaRPr lang="en-US" b="1" dirty="0">
              <a:solidFill>
                <a:srgbClr val="33CC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36ABA7-D393-D35A-DB44-2896A1B9B83F}"/>
              </a:ext>
            </a:extLst>
          </p:cNvPr>
          <p:cNvSpPr txBox="1"/>
          <p:nvPr/>
        </p:nvSpPr>
        <p:spPr>
          <a:xfrm>
            <a:off x="2837178" y="65724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8690FA"/>
                </a:solidFill>
              </a:rPr>
              <a:t>maximum capacity</a:t>
            </a:r>
            <a:endParaRPr lang="en-US" b="1" dirty="0">
              <a:solidFill>
                <a:srgbClr val="8690FA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130D33E-9203-8A55-7316-49C75C3BF33E}"/>
              </a:ext>
            </a:extLst>
          </p:cNvPr>
          <p:cNvSpPr/>
          <p:nvPr/>
        </p:nvSpPr>
        <p:spPr bwMode="auto">
          <a:xfrm>
            <a:off x="1778000" y="1587500"/>
            <a:ext cx="952500" cy="542380"/>
          </a:xfrm>
          <a:custGeom>
            <a:avLst/>
            <a:gdLst>
              <a:gd name="connsiteX0" fmla="*/ 0 w 952500"/>
              <a:gd name="connsiteY0" fmla="*/ 0 h 542380"/>
              <a:gd name="connsiteX1" fmla="*/ 419100 w 952500"/>
              <a:gd name="connsiteY1" fmla="*/ 469900 h 542380"/>
              <a:gd name="connsiteX2" fmla="*/ 952500 w 952500"/>
              <a:gd name="connsiteY2" fmla="*/ 533400 h 54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0" h="542380">
                <a:moveTo>
                  <a:pt x="0" y="0"/>
                </a:moveTo>
                <a:cubicBezTo>
                  <a:pt x="130175" y="190500"/>
                  <a:pt x="260350" y="381000"/>
                  <a:pt x="419100" y="469900"/>
                </a:cubicBezTo>
                <a:cubicBezTo>
                  <a:pt x="577850" y="558800"/>
                  <a:pt x="765175" y="546100"/>
                  <a:pt x="952500" y="533400"/>
                </a:cubicBezTo>
              </a:path>
            </a:pathLst>
          </a:custGeom>
          <a:noFill/>
          <a:ln w="28575">
            <a:solidFill>
              <a:srgbClr val="33CCFF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8BDB3F6-3714-FBF5-50BF-BA0AF1B783DA}"/>
              </a:ext>
            </a:extLst>
          </p:cNvPr>
          <p:cNvSpPr/>
          <p:nvPr/>
        </p:nvSpPr>
        <p:spPr bwMode="auto">
          <a:xfrm>
            <a:off x="3365707" y="1266825"/>
            <a:ext cx="149018" cy="638175"/>
          </a:xfrm>
          <a:custGeom>
            <a:avLst/>
            <a:gdLst>
              <a:gd name="connsiteX0" fmla="*/ 149018 w 149018"/>
              <a:gd name="connsiteY0" fmla="*/ 0 h 638175"/>
              <a:gd name="connsiteX1" fmla="*/ 6143 w 149018"/>
              <a:gd name="connsiteY1" fmla="*/ 309563 h 638175"/>
              <a:gd name="connsiteX2" fmla="*/ 39481 w 149018"/>
              <a:gd name="connsiteY2" fmla="*/ 638175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018" h="638175">
                <a:moveTo>
                  <a:pt x="149018" y="0"/>
                </a:moveTo>
                <a:cubicBezTo>
                  <a:pt x="86708" y="101600"/>
                  <a:pt x="24399" y="203201"/>
                  <a:pt x="6143" y="309563"/>
                </a:cubicBezTo>
                <a:cubicBezTo>
                  <a:pt x="-12113" y="415926"/>
                  <a:pt x="13684" y="527050"/>
                  <a:pt x="39481" y="638175"/>
                </a:cubicBezTo>
              </a:path>
            </a:pathLst>
          </a:custGeom>
          <a:noFill/>
          <a:ln w="28575">
            <a:solidFill>
              <a:srgbClr val="8690FA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A41C73-B4D1-4FEA-68E9-7B9F6CE9EBA0}"/>
              </a:ext>
            </a:extLst>
          </p:cNvPr>
          <p:cNvCxnSpPr>
            <a:cxnSpLocks/>
          </p:cNvCxnSpPr>
          <p:nvPr/>
        </p:nvCxnSpPr>
        <p:spPr>
          <a:xfrm flipV="1">
            <a:off x="2840576" y="1554430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0BA9D7-EE3B-E953-F955-499FF41FA3BF}"/>
              </a:ext>
            </a:extLst>
          </p:cNvPr>
          <p:cNvCxnSpPr>
            <a:cxnSpLocks/>
          </p:cNvCxnSpPr>
          <p:nvPr/>
        </p:nvCxnSpPr>
        <p:spPr>
          <a:xfrm>
            <a:off x="5163364" y="1534728"/>
            <a:ext cx="2495964" cy="4179703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B8D5C7-4380-5753-EC54-C6F7EE2E19AA}"/>
              </a:ext>
            </a:extLst>
          </p:cNvPr>
          <p:cNvCxnSpPr>
            <a:cxnSpLocks/>
          </p:cNvCxnSpPr>
          <p:nvPr/>
        </p:nvCxnSpPr>
        <p:spPr>
          <a:xfrm flipV="1">
            <a:off x="7743889" y="3713384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157455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C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4685121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FD697D-FE05-D7A1-9139-1C119133069B}"/>
              </a:ext>
            </a:extLst>
          </p:cNvPr>
          <p:cNvCxnSpPr>
            <a:cxnSpLocks/>
          </p:cNvCxnSpPr>
          <p:nvPr/>
        </p:nvCxnSpPr>
        <p:spPr>
          <a:xfrm>
            <a:off x="2827876" y="3682397"/>
            <a:ext cx="1955072" cy="1603769"/>
          </a:xfrm>
          <a:prstGeom prst="line">
            <a:avLst/>
          </a:prstGeom>
          <a:ln w="127000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DE38F9-95C5-49C4-04C9-A85055D56FAA}"/>
              </a:ext>
            </a:extLst>
          </p:cNvPr>
          <p:cNvCxnSpPr>
            <a:cxnSpLocks/>
          </p:cNvCxnSpPr>
          <p:nvPr/>
        </p:nvCxnSpPr>
        <p:spPr>
          <a:xfrm>
            <a:off x="5416641" y="5550031"/>
            <a:ext cx="1740814" cy="0"/>
          </a:xfrm>
          <a:prstGeom prst="line">
            <a:avLst/>
          </a:prstGeom>
          <a:ln w="127000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55B6A8C-1BE6-8CC9-4951-EDB3B98C6572}"/>
              </a:ext>
            </a:extLst>
          </p:cNvPr>
          <p:cNvSpPr txBox="1"/>
          <p:nvPr/>
        </p:nvSpPr>
        <p:spPr>
          <a:xfrm>
            <a:off x="7973536" y="5317153"/>
            <a:ext cx="36354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>
                <a:solidFill>
                  <a:srgbClr val="A5FDB9"/>
                </a:solidFill>
              </a:rPr>
              <a:t>But we can relocate </a:t>
            </a:r>
            <a:r>
              <a:rPr lang="fr-FR" sz="2000" b="1">
                <a:solidFill>
                  <a:srgbClr val="F97B57"/>
                </a:solidFill>
              </a:rPr>
              <a:t>path1</a:t>
            </a:r>
            <a:r>
              <a:rPr lang="fr-FR" sz="2000" b="1">
                <a:solidFill>
                  <a:srgbClr val="A5FDB9"/>
                </a:solidFill>
              </a:rPr>
              <a:t> to exploit other available edges and let </a:t>
            </a:r>
            <a:r>
              <a:rPr lang="fr-FR" sz="2000" b="1">
                <a:solidFill>
                  <a:srgbClr val="00EFD1"/>
                </a:solidFill>
              </a:rPr>
              <a:t>path2 </a:t>
            </a:r>
            <a:r>
              <a:rPr lang="fr-FR" sz="2000" b="1">
                <a:solidFill>
                  <a:srgbClr val="A5FDB9"/>
                </a:solidFill>
              </a:rPr>
              <a:t>continue to </a:t>
            </a:r>
            <a:r>
              <a:rPr lang="fr-FR" sz="2000" b="1"/>
              <a:t>t</a:t>
            </a:r>
            <a:endParaRPr lang="en-US" sz="2000" b="1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71BDA64-CC42-2C34-CEB2-EDC8B4F60157}"/>
              </a:ext>
            </a:extLst>
          </p:cNvPr>
          <p:cNvCxnSpPr>
            <a:cxnSpLocks/>
          </p:cNvCxnSpPr>
          <p:nvPr/>
        </p:nvCxnSpPr>
        <p:spPr>
          <a:xfrm>
            <a:off x="5416641" y="1307969"/>
            <a:ext cx="1740814" cy="0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41FA4A2-65FC-63D3-B0F6-836006FD1D2D}"/>
              </a:ext>
            </a:extLst>
          </p:cNvPr>
          <p:cNvCxnSpPr>
            <a:cxnSpLocks/>
          </p:cNvCxnSpPr>
          <p:nvPr/>
        </p:nvCxnSpPr>
        <p:spPr>
          <a:xfrm>
            <a:off x="7768235" y="1554430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904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2212787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40C29-44F1-1688-71E8-21940ECCEF52}"/>
              </a:ext>
            </a:extLst>
          </p:cNvPr>
          <p:cNvCxnSpPr>
            <a:cxnSpLocks/>
            <a:stCxn id="2" idx="7"/>
            <a:endCxn id="8" idx="3"/>
          </p:cNvCxnSpPr>
          <p:nvPr/>
        </p:nvCxnSpPr>
        <p:spPr>
          <a:xfrm flipV="1">
            <a:off x="2837178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22AC27-EFF7-A6FC-48BC-6BE88B773F29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5416641" y="1307969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EA7A46-B073-4EB0-0855-3648B1F7D49F}"/>
              </a:ext>
            </a:extLst>
          </p:cNvPr>
          <p:cNvCxnSpPr>
            <a:cxnSpLocks/>
            <a:stCxn id="10" idx="5"/>
            <a:endCxn id="6" idx="1"/>
          </p:cNvCxnSpPr>
          <p:nvPr/>
        </p:nvCxnSpPr>
        <p:spPr>
          <a:xfrm>
            <a:off x="7781846" y="1566600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E6C49B-0B0D-9DC6-C158-7E9BE5AD4AEF}"/>
              </a:ext>
            </a:extLst>
          </p:cNvPr>
          <p:cNvCxnSpPr>
            <a:cxnSpLocks/>
            <a:stCxn id="11" idx="7"/>
            <a:endCxn id="6" idx="3"/>
          </p:cNvCxnSpPr>
          <p:nvPr/>
        </p:nvCxnSpPr>
        <p:spPr>
          <a:xfrm flipV="1">
            <a:off x="7781846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DE5DAA-E0E7-6F1F-A3E0-3DC8DA13400D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5416641" y="5550031"/>
            <a:ext cx="1740814" cy="0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DE3F14D-1AC8-7855-A2ED-F65DA0134529}"/>
              </a:ext>
            </a:extLst>
          </p:cNvPr>
          <p:cNvCxnSpPr>
            <a:cxnSpLocks/>
            <a:stCxn id="2" idx="5"/>
            <a:endCxn id="9" idx="1"/>
          </p:cNvCxnSpPr>
          <p:nvPr/>
        </p:nvCxnSpPr>
        <p:spPr>
          <a:xfrm>
            <a:off x="2837178" y="3687631"/>
            <a:ext cx="1955072" cy="1603769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5C37154C-CE64-147D-3997-D1B459D18CC0}"/>
              </a:ext>
            </a:extLst>
          </p:cNvPr>
          <p:cNvSpPr/>
          <p:nvPr/>
        </p:nvSpPr>
        <p:spPr bwMode="auto">
          <a:xfrm rot="18900000" flipV="1">
            <a:off x="4560045" y="5147877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D0FC36E4-787F-4276-F9D7-88BC91A3DA62}"/>
              </a:ext>
            </a:extLst>
          </p:cNvPr>
          <p:cNvSpPr/>
          <p:nvPr/>
        </p:nvSpPr>
        <p:spPr bwMode="auto">
          <a:xfrm rot="18900000" flipV="1">
            <a:off x="9521046" y="3047394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4631AC7D-42E8-430E-ABB4-196378631A6C}"/>
              </a:ext>
            </a:extLst>
          </p:cNvPr>
          <p:cNvSpPr/>
          <p:nvPr/>
        </p:nvSpPr>
        <p:spPr bwMode="auto">
          <a:xfrm rot="2700000">
            <a:off x="9521046" y="3519833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44E393EE-18ED-729A-8D9D-85CAB4B55B11}"/>
              </a:ext>
            </a:extLst>
          </p:cNvPr>
          <p:cNvSpPr/>
          <p:nvPr/>
        </p:nvSpPr>
        <p:spPr bwMode="auto">
          <a:xfrm rot="16200000" flipV="1">
            <a:off x="6976604" y="116258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E801886-832D-1137-AA35-7D424DD434FF}"/>
              </a:ext>
            </a:extLst>
          </p:cNvPr>
          <p:cNvSpPr/>
          <p:nvPr/>
        </p:nvSpPr>
        <p:spPr bwMode="auto">
          <a:xfrm rot="16200000" flipV="1">
            <a:off x="6976604" y="540464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2BAFEED-63A7-511E-8099-FC67003B3217}"/>
              </a:ext>
            </a:extLst>
          </p:cNvPr>
          <p:cNvSpPr/>
          <p:nvPr/>
        </p:nvSpPr>
        <p:spPr bwMode="auto">
          <a:xfrm rot="2700000">
            <a:off x="4576378" y="1400715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9629789" y="3063240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4685121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157455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D</a:t>
            </a:r>
            <a:endParaRPr lang="en-US" sz="2800">
              <a:latin typeface="+mj-l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9F377E-4D33-9DF3-F4C0-AEBE0ECF74F4}"/>
              </a:ext>
            </a:extLst>
          </p:cNvPr>
          <p:cNvCxnSpPr>
            <a:cxnSpLocks/>
          </p:cNvCxnSpPr>
          <p:nvPr/>
        </p:nvCxnSpPr>
        <p:spPr>
          <a:xfrm>
            <a:off x="5034546" y="1289335"/>
            <a:ext cx="2363486" cy="3957294"/>
          </a:xfrm>
          <a:prstGeom prst="straightConnector1">
            <a:avLst/>
          </a:prstGeom>
          <a:ln w="127000">
            <a:solidFill>
              <a:schemeClr val="tx1">
                <a:alpha val="80000"/>
              </a:schemeClr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63CF97CA-AF60-2BF9-5CD2-A9DC0A96B217}"/>
              </a:ext>
            </a:extLst>
          </p:cNvPr>
          <p:cNvSpPr/>
          <p:nvPr/>
        </p:nvSpPr>
        <p:spPr bwMode="auto">
          <a:xfrm rot="19803210" flipV="1">
            <a:off x="7189223" y="5101240"/>
            <a:ext cx="435471" cy="290775"/>
          </a:xfrm>
          <a:prstGeom prst="triangle">
            <a:avLst/>
          </a:prstGeom>
          <a:solidFill>
            <a:schemeClr val="tx1">
              <a:alpha val="80000"/>
            </a:scheme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83DF6-9819-DC24-CF40-E2FAD4E9DC8A}"/>
              </a:ext>
            </a:extLst>
          </p:cNvPr>
          <p:cNvSpPr txBox="1"/>
          <p:nvPr/>
        </p:nvSpPr>
        <p:spPr>
          <a:xfrm>
            <a:off x="2453364" y="185743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03568-E7C2-F627-7072-A94C19E22B00}"/>
              </a:ext>
            </a:extLst>
          </p:cNvPr>
          <p:cNvSpPr txBox="1"/>
          <p:nvPr/>
        </p:nvSpPr>
        <p:spPr>
          <a:xfrm>
            <a:off x="2453364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F3AB6-1FB6-EA2B-0B72-36A1600D4CC7}"/>
              </a:ext>
            </a:extLst>
          </p:cNvPr>
          <p:cNvSpPr txBox="1"/>
          <p:nvPr/>
        </p:nvSpPr>
        <p:spPr>
          <a:xfrm>
            <a:off x="6140359" y="294063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F6022-46BB-A711-5033-0F04C449730B}"/>
              </a:ext>
            </a:extLst>
          </p:cNvPr>
          <p:cNvSpPr txBox="1"/>
          <p:nvPr/>
        </p:nvSpPr>
        <p:spPr>
          <a:xfrm>
            <a:off x="5523620" y="65724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F672F-2489-76DB-F540-3B3E54D24260}"/>
              </a:ext>
            </a:extLst>
          </p:cNvPr>
          <p:cNvSpPr txBox="1"/>
          <p:nvPr/>
        </p:nvSpPr>
        <p:spPr>
          <a:xfrm>
            <a:off x="5523620" y="5656243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EF9BA-7397-4DA0-D08C-2391E487BAB7}"/>
              </a:ext>
            </a:extLst>
          </p:cNvPr>
          <p:cNvSpPr txBox="1"/>
          <p:nvPr/>
        </p:nvSpPr>
        <p:spPr>
          <a:xfrm>
            <a:off x="8475221" y="4488738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18637-72EC-DE6F-0313-73F8FFE12491}"/>
              </a:ext>
            </a:extLst>
          </p:cNvPr>
          <p:cNvSpPr txBox="1"/>
          <p:nvPr/>
        </p:nvSpPr>
        <p:spPr>
          <a:xfrm>
            <a:off x="8475221" y="1699054"/>
            <a:ext cx="1523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>
                <a:solidFill>
                  <a:srgbClr val="33CCFF"/>
                </a:solidFill>
              </a:rPr>
              <a:t>10</a:t>
            </a:r>
            <a:r>
              <a:rPr lang="fr-FR" sz="2800"/>
              <a:t>/</a:t>
            </a:r>
            <a:r>
              <a:rPr lang="fr-FR" sz="2800">
                <a:solidFill>
                  <a:srgbClr val="8690FA"/>
                </a:solidFill>
              </a:rPr>
              <a:t>10</a:t>
            </a:r>
            <a:endParaRPr lang="en-US" sz="2800" dirty="0">
              <a:solidFill>
                <a:srgbClr val="8690F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379824-4D62-6F7C-4DF8-FAE7E2AB26FC}"/>
              </a:ext>
            </a:extLst>
          </p:cNvPr>
          <p:cNvSpPr txBox="1"/>
          <p:nvPr/>
        </p:nvSpPr>
        <p:spPr>
          <a:xfrm>
            <a:off x="1083218" y="91885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33CCFF"/>
                </a:solidFill>
              </a:rPr>
              <a:t>capacity used (flow)</a:t>
            </a:r>
            <a:endParaRPr lang="en-US" b="1" dirty="0">
              <a:solidFill>
                <a:srgbClr val="33CC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36ABA7-D393-D35A-DB44-2896A1B9B83F}"/>
              </a:ext>
            </a:extLst>
          </p:cNvPr>
          <p:cNvSpPr txBox="1"/>
          <p:nvPr/>
        </p:nvSpPr>
        <p:spPr>
          <a:xfrm>
            <a:off x="2837178" y="657248"/>
            <a:ext cx="137014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8690FA"/>
                </a:solidFill>
              </a:rPr>
              <a:t>maximum capacity</a:t>
            </a:r>
            <a:endParaRPr lang="en-US" b="1" dirty="0">
              <a:solidFill>
                <a:srgbClr val="8690FA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130D33E-9203-8A55-7316-49C75C3BF33E}"/>
              </a:ext>
            </a:extLst>
          </p:cNvPr>
          <p:cNvSpPr/>
          <p:nvPr/>
        </p:nvSpPr>
        <p:spPr bwMode="auto">
          <a:xfrm>
            <a:off x="1778000" y="1587500"/>
            <a:ext cx="952500" cy="542380"/>
          </a:xfrm>
          <a:custGeom>
            <a:avLst/>
            <a:gdLst>
              <a:gd name="connsiteX0" fmla="*/ 0 w 952500"/>
              <a:gd name="connsiteY0" fmla="*/ 0 h 542380"/>
              <a:gd name="connsiteX1" fmla="*/ 419100 w 952500"/>
              <a:gd name="connsiteY1" fmla="*/ 469900 h 542380"/>
              <a:gd name="connsiteX2" fmla="*/ 952500 w 952500"/>
              <a:gd name="connsiteY2" fmla="*/ 533400 h 54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0" h="542380">
                <a:moveTo>
                  <a:pt x="0" y="0"/>
                </a:moveTo>
                <a:cubicBezTo>
                  <a:pt x="130175" y="190500"/>
                  <a:pt x="260350" y="381000"/>
                  <a:pt x="419100" y="469900"/>
                </a:cubicBezTo>
                <a:cubicBezTo>
                  <a:pt x="577850" y="558800"/>
                  <a:pt x="765175" y="546100"/>
                  <a:pt x="952500" y="533400"/>
                </a:cubicBezTo>
              </a:path>
            </a:pathLst>
          </a:custGeom>
          <a:noFill/>
          <a:ln w="28575">
            <a:solidFill>
              <a:srgbClr val="33CCFF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8BDB3F6-3714-FBF5-50BF-BA0AF1B783DA}"/>
              </a:ext>
            </a:extLst>
          </p:cNvPr>
          <p:cNvSpPr/>
          <p:nvPr/>
        </p:nvSpPr>
        <p:spPr bwMode="auto">
          <a:xfrm>
            <a:off x="3365707" y="1266825"/>
            <a:ext cx="149018" cy="638175"/>
          </a:xfrm>
          <a:custGeom>
            <a:avLst/>
            <a:gdLst>
              <a:gd name="connsiteX0" fmla="*/ 149018 w 149018"/>
              <a:gd name="connsiteY0" fmla="*/ 0 h 638175"/>
              <a:gd name="connsiteX1" fmla="*/ 6143 w 149018"/>
              <a:gd name="connsiteY1" fmla="*/ 309563 h 638175"/>
              <a:gd name="connsiteX2" fmla="*/ 39481 w 149018"/>
              <a:gd name="connsiteY2" fmla="*/ 638175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018" h="638175">
                <a:moveTo>
                  <a:pt x="149018" y="0"/>
                </a:moveTo>
                <a:cubicBezTo>
                  <a:pt x="86708" y="101600"/>
                  <a:pt x="24399" y="203201"/>
                  <a:pt x="6143" y="309563"/>
                </a:cubicBezTo>
                <a:cubicBezTo>
                  <a:pt x="-12113" y="415926"/>
                  <a:pt x="13684" y="527050"/>
                  <a:pt x="39481" y="638175"/>
                </a:cubicBezTo>
              </a:path>
            </a:pathLst>
          </a:custGeom>
          <a:noFill/>
          <a:ln w="28575">
            <a:solidFill>
              <a:srgbClr val="8690FA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A41C73-B4D1-4FEA-68E9-7B9F6CE9EBA0}"/>
              </a:ext>
            </a:extLst>
          </p:cNvPr>
          <p:cNvCxnSpPr>
            <a:cxnSpLocks/>
          </p:cNvCxnSpPr>
          <p:nvPr/>
        </p:nvCxnSpPr>
        <p:spPr>
          <a:xfrm flipV="1">
            <a:off x="2840576" y="1554430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B8D5C7-4380-5753-EC54-C6F7EE2E19AA}"/>
              </a:ext>
            </a:extLst>
          </p:cNvPr>
          <p:cNvCxnSpPr>
            <a:cxnSpLocks/>
          </p:cNvCxnSpPr>
          <p:nvPr/>
        </p:nvCxnSpPr>
        <p:spPr>
          <a:xfrm flipV="1">
            <a:off x="7743889" y="3713384"/>
            <a:ext cx="1955072" cy="1603769"/>
          </a:xfrm>
          <a:prstGeom prst="line">
            <a:avLst/>
          </a:prstGeom>
          <a:ln w="127000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157455" y="5184271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C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4685121" y="942209"/>
            <a:ext cx="731520" cy="731520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FD697D-FE05-D7A1-9139-1C119133069B}"/>
              </a:ext>
            </a:extLst>
          </p:cNvPr>
          <p:cNvCxnSpPr>
            <a:cxnSpLocks/>
          </p:cNvCxnSpPr>
          <p:nvPr/>
        </p:nvCxnSpPr>
        <p:spPr>
          <a:xfrm>
            <a:off x="2827876" y="3682397"/>
            <a:ext cx="1955072" cy="1603769"/>
          </a:xfrm>
          <a:prstGeom prst="line">
            <a:avLst/>
          </a:prstGeom>
          <a:ln w="127000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DE38F9-95C5-49C4-04C9-A85055D56FAA}"/>
              </a:ext>
            </a:extLst>
          </p:cNvPr>
          <p:cNvCxnSpPr>
            <a:cxnSpLocks/>
          </p:cNvCxnSpPr>
          <p:nvPr/>
        </p:nvCxnSpPr>
        <p:spPr>
          <a:xfrm>
            <a:off x="5416641" y="5550031"/>
            <a:ext cx="1740814" cy="0"/>
          </a:xfrm>
          <a:prstGeom prst="line">
            <a:avLst/>
          </a:prstGeom>
          <a:ln w="127000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55B6A8C-1BE6-8CC9-4951-EDB3B98C6572}"/>
              </a:ext>
            </a:extLst>
          </p:cNvPr>
          <p:cNvSpPr txBox="1"/>
          <p:nvPr/>
        </p:nvSpPr>
        <p:spPr>
          <a:xfrm>
            <a:off x="7973536" y="5317153"/>
            <a:ext cx="36354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>
                <a:solidFill>
                  <a:srgbClr val="A5FDB9"/>
                </a:solidFill>
              </a:rPr>
              <a:t>But we can relocate </a:t>
            </a:r>
            <a:r>
              <a:rPr lang="fr-FR" sz="2000" b="1">
                <a:solidFill>
                  <a:srgbClr val="F97B57"/>
                </a:solidFill>
              </a:rPr>
              <a:t>path1</a:t>
            </a:r>
            <a:r>
              <a:rPr lang="fr-FR" sz="2000" b="1">
                <a:solidFill>
                  <a:srgbClr val="A5FDB9"/>
                </a:solidFill>
              </a:rPr>
              <a:t> to exploit other available edges and let </a:t>
            </a:r>
            <a:r>
              <a:rPr lang="fr-FR" sz="2000" b="1">
                <a:solidFill>
                  <a:srgbClr val="00EFD1"/>
                </a:solidFill>
              </a:rPr>
              <a:t>path2 </a:t>
            </a:r>
            <a:r>
              <a:rPr lang="fr-FR" sz="2000" b="1">
                <a:solidFill>
                  <a:srgbClr val="A5FDB9"/>
                </a:solidFill>
              </a:rPr>
              <a:t>continue to </a:t>
            </a:r>
            <a:r>
              <a:rPr lang="fr-FR" sz="2000" b="1"/>
              <a:t>t</a:t>
            </a:r>
            <a:endParaRPr lang="en-US" sz="2000" b="1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71BDA64-CC42-2C34-CEB2-EDC8B4F60157}"/>
              </a:ext>
            </a:extLst>
          </p:cNvPr>
          <p:cNvCxnSpPr>
            <a:cxnSpLocks/>
          </p:cNvCxnSpPr>
          <p:nvPr/>
        </p:nvCxnSpPr>
        <p:spPr>
          <a:xfrm>
            <a:off x="5416641" y="1307969"/>
            <a:ext cx="1740814" cy="0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41FA4A2-65FC-63D3-B0F6-836006FD1D2D}"/>
              </a:ext>
            </a:extLst>
          </p:cNvPr>
          <p:cNvCxnSpPr>
            <a:cxnSpLocks/>
          </p:cNvCxnSpPr>
          <p:nvPr/>
        </p:nvCxnSpPr>
        <p:spPr>
          <a:xfrm>
            <a:off x="7768235" y="1554430"/>
            <a:ext cx="1955072" cy="1603769"/>
          </a:xfrm>
          <a:prstGeom prst="line">
            <a:avLst/>
          </a:prstGeom>
          <a:ln w="127000">
            <a:solidFill>
              <a:srgbClr val="F97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168887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1476FE9-C9C7-9A9B-E465-E11661E5A907}"/>
                  </a:ext>
                </a:extLst>
              </p:cNvPr>
              <p:cNvSpPr txBox="1"/>
              <p:nvPr/>
            </p:nvSpPr>
            <p:spPr>
              <a:xfrm>
                <a:off x="363587" y="353506"/>
                <a:ext cx="8205378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/>
                  <a:t>We can add flow to the graph by finding a path from </a:t>
                </a:r>
                <a14:m>
                  <m:oMath xmlns:m="http://schemas.openxmlformats.org/officeDocument/2006/math">
                    <m:r>
                      <a:rPr lang="en-US" sz="40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4000"/>
                  <a:t> to </a:t>
                </a:r>
                <a14:m>
                  <m:oMath xmlns:m="http://schemas.openxmlformats.org/officeDocument/2006/math">
                    <m:r>
                      <a:rPr lang="en-US" sz="40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4000"/>
                  <a:t> made of edges with non-empty remaining capacity, such a path is called an </a:t>
                </a:r>
                <a:r>
                  <a:rPr lang="en-US" sz="4000" b="1">
                    <a:solidFill>
                      <a:srgbClr val="FFFF00"/>
                    </a:solidFill>
                  </a:rPr>
                  <a:t>augmenting path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1476FE9-C9C7-9A9B-E465-E11661E5A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7" y="353506"/>
                <a:ext cx="8205378" cy="3170099"/>
              </a:xfrm>
              <a:prstGeom prst="rect">
                <a:avLst/>
              </a:prstGeom>
              <a:blipFill>
                <a:blip r:embed="rId2"/>
                <a:stretch>
                  <a:fillRect l="-2675" t="-3654" r="-2897" b="-7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742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17278F-CAD0-FD77-E01B-F5C062D159D0}"/>
              </a:ext>
            </a:extLst>
          </p:cNvPr>
          <p:cNvCxnSpPr>
            <a:cxnSpLocks/>
          </p:cNvCxnSpPr>
          <p:nvPr/>
        </p:nvCxnSpPr>
        <p:spPr>
          <a:xfrm flipH="1" flipV="1">
            <a:off x="3974499" y="1849574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460B10-E021-C404-511B-BE2BED28913A}"/>
              </a:ext>
            </a:extLst>
          </p:cNvPr>
          <p:cNvCxnSpPr>
            <a:cxnSpLocks/>
          </p:cNvCxnSpPr>
          <p:nvPr/>
        </p:nvCxnSpPr>
        <p:spPr>
          <a:xfrm>
            <a:off x="3979427" y="1535082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5C981DC-2D13-603B-ECE4-59309F74CFF6}"/>
              </a:ext>
            </a:extLst>
          </p:cNvPr>
          <p:cNvSpPr/>
          <p:nvPr/>
        </p:nvSpPr>
        <p:spPr bwMode="auto">
          <a:xfrm>
            <a:off x="5820904" y="4979399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6A2E1D0-AABC-F8B8-3AB5-D31E6F609814}"/>
              </a:ext>
            </a:extLst>
          </p:cNvPr>
          <p:cNvSpPr/>
          <p:nvPr/>
        </p:nvSpPr>
        <p:spPr bwMode="auto">
          <a:xfrm>
            <a:off x="3615483" y="123246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2E4C2D-7B54-FE2A-F65C-5741B3FB1593}"/>
              </a:ext>
            </a:extLst>
          </p:cNvPr>
          <p:cNvCxnSpPr>
            <a:cxnSpLocks/>
          </p:cNvCxnSpPr>
          <p:nvPr/>
        </p:nvCxnSpPr>
        <p:spPr>
          <a:xfrm flipV="1">
            <a:off x="2067748" y="1814647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A4846BB-CE65-128B-967B-965BD06155F5}"/>
              </a:ext>
            </a:extLst>
          </p:cNvPr>
          <p:cNvCxnSpPr>
            <a:cxnSpLocks/>
          </p:cNvCxnSpPr>
          <p:nvPr/>
        </p:nvCxnSpPr>
        <p:spPr>
          <a:xfrm>
            <a:off x="6467042" y="5261573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10800000" scaled="1"/>
              <a:tileRect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032D93-0C7B-4573-6ED8-66EDDA95B837}"/>
              </a:ext>
            </a:extLst>
          </p:cNvPr>
          <p:cNvCxnSpPr>
            <a:cxnSpLocks/>
          </p:cNvCxnSpPr>
          <p:nvPr/>
        </p:nvCxnSpPr>
        <p:spPr>
          <a:xfrm flipH="1">
            <a:off x="6467041" y="5385092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10800000" scaled="1"/>
              <a:tileRect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1C6428-49E4-E609-A8C5-951A34681DFF}"/>
              </a:ext>
            </a:extLst>
          </p:cNvPr>
          <p:cNvCxnSpPr>
            <a:cxnSpLocks/>
          </p:cNvCxnSpPr>
          <p:nvPr/>
        </p:nvCxnSpPr>
        <p:spPr>
          <a:xfrm flipH="1">
            <a:off x="1931521" y="1712394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5400000" scaled="1"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A92D832-18A5-B740-C5AA-4485CB0046A7}"/>
              </a:ext>
            </a:extLst>
          </p:cNvPr>
          <p:cNvSpPr txBox="1"/>
          <p:nvPr/>
        </p:nvSpPr>
        <p:spPr>
          <a:xfrm>
            <a:off x="5015090" y="296185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797CC-8DD0-5F65-7C98-3A42F810845E}"/>
              </a:ext>
            </a:extLst>
          </p:cNvPr>
          <p:cNvSpPr txBox="1"/>
          <p:nvPr/>
        </p:nvSpPr>
        <p:spPr>
          <a:xfrm>
            <a:off x="4447328" y="337424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886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74499" y="1849574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79427" y="1535082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820904" y="4979399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615483" y="123246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67748" y="1814647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67042" y="5261573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10800000" scaled="1"/>
              <a:tileRect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67041" y="5385092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10800000" scaled="1"/>
              <a:tileRect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931521" y="1712394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5400000" scaled="1"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5015090" y="296185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447328" y="337424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9BA4C-4332-BBB4-D3E5-18BEDB5AE178}"/>
              </a:ext>
            </a:extLst>
          </p:cNvPr>
          <p:cNvSpPr txBox="1"/>
          <p:nvPr/>
        </p:nvSpPr>
        <p:spPr>
          <a:xfrm>
            <a:off x="5914664" y="275046"/>
            <a:ext cx="59378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800"/>
              <a:t>We add a flow of 3 through AB, capacity of AB decreases by 3 and capacity of BA increases by 3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B5F269-B627-92E0-BBF9-805A447BA5FC}"/>
              </a:ext>
            </a:extLst>
          </p:cNvPr>
          <p:cNvSpPr txBox="1"/>
          <p:nvPr/>
        </p:nvSpPr>
        <p:spPr>
          <a:xfrm>
            <a:off x="5253630" y="2713198"/>
            <a:ext cx="66482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 b="1">
                <a:solidFill>
                  <a:srgbClr val="00EFD1"/>
                </a:solidFill>
              </a:rPr>
              <a:t>-3</a:t>
            </a:r>
            <a:endParaRPr lang="en-US" sz="2000" b="1" dirty="0">
              <a:solidFill>
                <a:srgbClr val="00EFD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4B281-89C7-0E0A-09C9-2D63A5C3F9C2}"/>
              </a:ext>
            </a:extLst>
          </p:cNvPr>
          <p:cNvSpPr txBox="1"/>
          <p:nvPr/>
        </p:nvSpPr>
        <p:spPr>
          <a:xfrm>
            <a:off x="4063875" y="3611846"/>
            <a:ext cx="66482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 b="1">
                <a:solidFill>
                  <a:srgbClr val="00EFD1"/>
                </a:solidFill>
              </a:rPr>
              <a:t>+3</a:t>
            </a:r>
            <a:endParaRPr lang="en-US" sz="2000" b="1" dirty="0">
              <a:solidFill>
                <a:srgbClr val="00EFD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8ED4168-A1D0-F630-FF3E-E64F16565CF6}"/>
              </a:ext>
            </a:extLst>
          </p:cNvPr>
          <p:cNvSpPr/>
          <p:nvPr/>
        </p:nvSpPr>
        <p:spPr bwMode="auto">
          <a:xfrm>
            <a:off x="2708476" y="989405"/>
            <a:ext cx="5474825" cy="4103572"/>
          </a:xfrm>
          <a:custGeom>
            <a:avLst/>
            <a:gdLst>
              <a:gd name="connsiteX0" fmla="*/ 0 w 5474825"/>
              <a:gd name="connsiteY0" fmla="*/ 816247 h 4034009"/>
              <a:gd name="connsiteX1" fmla="*/ 844952 w 5474825"/>
              <a:gd name="connsiteY1" fmla="*/ 98616 h 4034009"/>
              <a:gd name="connsiteX2" fmla="*/ 1134319 w 5474825"/>
              <a:gd name="connsiteY2" fmla="*/ 6019 h 4034009"/>
              <a:gd name="connsiteX3" fmla="*/ 1469985 w 5474825"/>
              <a:gd name="connsiteY3" fmla="*/ 17593 h 4034009"/>
              <a:gd name="connsiteX4" fmla="*/ 1608881 w 5474825"/>
              <a:gd name="connsiteY4" fmla="*/ 87042 h 4034009"/>
              <a:gd name="connsiteX5" fmla="*/ 1689904 w 5474825"/>
              <a:gd name="connsiteY5" fmla="*/ 225938 h 4034009"/>
              <a:gd name="connsiteX6" fmla="*/ 3750197 w 5474825"/>
              <a:gd name="connsiteY6" fmla="*/ 3686768 h 4034009"/>
              <a:gd name="connsiteX7" fmla="*/ 3900668 w 5474825"/>
              <a:gd name="connsiteY7" fmla="*/ 3814090 h 4034009"/>
              <a:gd name="connsiteX8" fmla="*/ 4271058 w 5474825"/>
              <a:gd name="connsiteY8" fmla="*/ 3999285 h 4034009"/>
              <a:gd name="connsiteX9" fmla="*/ 4572000 w 5474825"/>
              <a:gd name="connsiteY9" fmla="*/ 4022434 h 4034009"/>
              <a:gd name="connsiteX10" fmla="*/ 5474825 w 5474825"/>
              <a:gd name="connsiteY10" fmla="*/ 4034009 h 4034009"/>
              <a:gd name="connsiteX0" fmla="*/ 0 w 5474825"/>
              <a:gd name="connsiteY0" fmla="*/ 816247 h 4058443"/>
              <a:gd name="connsiteX1" fmla="*/ 844952 w 5474825"/>
              <a:gd name="connsiteY1" fmla="*/ 98616 h 4058443"/>
              <a:gd name="connsiteX2" fmla="*/ 1134319 w 5474825"/>
              <a:gd name="connsiteY2" fmla="*/ 6019 h 4058443"/>
              <a:gd name="connsiteX3" fmla="*/ 1469985 w 5474825"/>
              <a:gd name="connsiteY3" fmla="*/ 17593 h 4058443"/>
              <a:gd name="connsiteX4" fmla="*/ 1608881 w 5474825"/>
              <a:gd name="connsiteY4" fmla="*/ 87042 h 4058443"/>
              <a:gd name="connsiteX5" fmla="*/ 1689904 w 5474825"/>
              <a:gd name="connsiteY5" fmla="*/ 225938 h 4058443"/>
              <a:gd name="connsiteX6" fmla="*/ 3750197 w 5474825"/>
              <a:gd name="connsiteY6" fmla="*/ 3686768 h 4058443"/>
              <a:gd name="connsiteX7" fmla="*/ 4271058 w 5474825"/>
              <a:gd name="connsiteY7" fmla="*/ 3999285 h 4058443"/>
              <a:gd name="connsiteX8" fmla="*/ 4572000 w 5474825"/>
              <a:gd name="connsiteY8" fmla="*/ 4022434 h 4058443"/>
              <a:gd name="connsiteX9" fmla="*/ 5474825 w 5474825"/>
              <a:gd name="connsiteY9" fmla="*/ 4034009 h 4058443"/>
              <a:gd name="connsiteX0" fmla="*/ 0 w 5474825"/>
              <a:gd name="connsiteY0" fmla="*/ 816247 h 4070239"/>
              <a:gd name="connsiteX1" fmla="*/ 844952 w 5474825"/>
              <a:gd name="connsiteY1" fmla="*/ 98616 h 4070239"/>
              <a:gd name="connsiteX2" fmla="*/ 1134319 w 5474825"/>
              <a:gd name="connsiteY2" fmla="*/ 6019 h 4070239"/>
              <a:gd name="connsiteX3" fmla="*/ 1469985 w 5474825"/>
              <a:gd name="connsiteY3" fmla="*/ 17593 h 4070239"/>
              <a:gd name="connsiteX4" fmla="*/ 1608881 w 5474825"/>
              <a:gd name="connsiteY4" fmla="*/ 87042 h 4070239"/>
              <a:gd name="connsiteX5" fmla="*/ 1689904 w 5474825"/>
              <a:gd name="connsiteY5" fmla="*/ 225938 h 4070239"/>
              <a:gd name="connsiteX6" fmla="*/ 3750197 w 5474825"/>
              <a:gd name="connsiteY6" fmla="*/ 3686768 h 4070239"/>
              <a:gd name="connsiteX7" fmla="*/ 4572000 w 5474825"/>
              <a:gd name="connsiteY7" fmla="*/ 4022434 h 4070239"/>
              <a:gd name="connsiteX8" fmla="*/ 5474825 w 5474825"/>
              <a:gd name="connsiteY8" fmla="*/ 4034009 h 4070239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34009 h 4103572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91159 h 410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4825" h="4103572">
                <a:moveTo>
                  <a:pt x="0" y="816247"/>
                </a:moveTo>
                <a:cubicBezTo>
                  <a:pt x="327949" y="524950"/>
                  <a:pt x="655899" y="233654"/>
                  <a:pt x="844952" y="98616"/>
                </a:cubicBezTo>
                <a:cubicBezTo>
                  <a:pt x="1034005" y="-36422"/>
                  <a:pt x="1030147" y="19523"/>
                  <a:pt x="1134319" y="6019"/>
                </a:cubicBezTo>
                <a:cubicBezTo>
                  <a:pt x="1238491" y="-7485"/>
                  <a:pt x="1390891" y="4089"/>
                  <a:pt x="1469985" y="17593"/>
                </a:cubicBezTo>
                <a:cubicBezTo>
                  <a:pt x="1549079" y="31097"/>
                  <a:pt x="1572228" y="52318"/>
                  <a:pt x="1608881" y="87042"/>
                </a:cubicBezTo>
                <a:cubicBezTo>
                  <a:pt x="1645534" y="121766"/>
                  <a:pt x="1689904" y="225938"/>
                  <a:pt x="1689904" y="225938"/>
                </a:cubicBezTo>
                <a:cubicBezTo>
                  <a:pt x="2046790" y="825892"/>
                  <a:pt x="3253973" y="3044494"/>
                  <a:pt x="3750197" y="3686768"/>
                </a:cubicBezTo>
                <a:cubicBezTo>
                  <a:pt x="4246421" y="4329042"/>
                  <a:pt x="4379812" y="4021711"/>
                  <a:pt x="4667250" y="4079584"/>
                </a:cubicBezTo>
                <a:cubicBezTo>
                  <a:pt x="4867878" y="4085371"/>
                  <a:pt x="5123726" y="4088265"/>
                  <a:pt x="5474825" y="4091159"/>
                </a:cubicBezTo>
              </a:path>
            </a:pathLst>
          </a:custGeom>
          <a:noFill/>
          <a:ln w="28575">
            <a:solidFill>
              <a:srgbClr val="00EFD1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7558031-B6B5-C1DA-7CF9-FF4E594FB54C}"/>
              </a:ext>
            </a:extLst>
          </p:cNvPr>
          <p:cNvSpPr/>
          <p:nvPr/>
        </p:nvSpPr>
        <p:spPr bwMode="auto">
          <a:xfrm>
            <a:off x="2732466" y="820809"/>
            <a:ext cx="5474825" cy="4103572"/>
          </a:xfrm>
          <a:custGeom>
            <a:avLst/>
            <a:gdLst>
              <a:gd name="connsiteX0" fmla="*/ 0 w 5474825"/>
              <a:gd name="connsiteY0" fmla="*/ 816247 h 4034009"/>
              <a:gd name="connsiteX1" fmla="*/ 844952 w 5474825"/>
              <a:gd name="connsiteY1" fmla="*/ 98616 h 4034009"/>
              <a:gd name="connsiteX2" fmla="*/ 1134319 w 5474825"/>
              <a:gd name="connsiteY2" fmla="*/ 6019 h 4034009"/>
              <a:gd name="connsiteX3" fmla="*/ 1469985 w 5474825"/>
              <a:gd name="connsiteY3" fmla="*/ 17593 h 4034009"/>
              <a:gd name="connsiteX4" fmla="*/ 1608881 w 5474825"/>
              <a:gd name="connsiteY4" fmla="*/ 87042 h 4034009"/>
              <a:gd name="connsiteX5" fmla="*/ 1689904 w 5474825"/>
              <a:gd name="connsiteY5" fmla="*/ 225938 h 4034009"/>
              <a:gd name="connsiteX6" fmla="*/ 3750197 w 5474825"/>
              <a:gd name="connsiteY6" fmla="*/ 3686768 h 4034009"/>
              <a:gd name="connsiteX7" fmla="*/ 3900668 w 5474825"/>
              <a:gd name="connsiteY7" fmla="*/ 3814090 h 4034009"/>
              <a:gd name="connsiteX8" fmla="*/ 4271058 w 5474825"/>
              <a:gd name="connsiteY8" fmla="*/ 3999285 h 4034009"/>
              <a:gd name="connsiteX9" fmla="*/ 4572000 w 5474825"/>
              <a:gd name="connsiteY9" fmla="*/ 4022434 h 4034009"/>
              <a:gd name="connsiteX10" fmla="*/ 5474825 w 5474825"/>
              <a:gd name="connsiteY10" fmla="*/ 4034009 h 4034009"/>
              <a:gd name="connsiteX0" fmla="*/ 0 w 5474825"/>
              <a:gd name="connsiteY0" fmla="*/ 816247 h 4058443"/>
              <a:gd name="connsiteX1" fmla="*/ 844952 w 5474825"/>
              <a:gd name="connsiteY1" fmla="*/ 98616 h 4058443"/>
              <a:gd name="connsiteX2" fmla="*/ 1134319 w 5474825"/>
              <a:gd name="connsiteY2" fmla="*/ 6019 h 4058443"/>
              <a:gd name="connsiteX3" fmla="*/ 1469985 w 5474825"/>
              <a:gd name="connsiteY3" fmla="*/ 17593 h 4058443"/>
              <a:gd name="connsiteX4" fmla="*/ 1608881 w 5474825"/>
              <a:gd name="connsiteY4" fmla="*/ 87042 h 4058443"/>
              <a:gd name="connsiteX5" fmla="*/ 1689904 w 5474825"/>
              <a:gd name="connsiteY5" fmla="*/ 225938 h 4058443"/>
              <a:gd name="connsiteX6" fmla="*/ 3750197 w 5474825"/>
              <a:gd name="connsiteY6" fmla="*/ 3686768 h 4058443"/>
              <a:gd name="connsiteX7" fmla="*/ 4271058 w 5474825"/>
              <a:gd name="connsiteY7" fmla="*/ 3999285 h 4058443"/>
              <a:gd name="connsiteX8" fmla="*/ 4572000 w 5474825"/>
              <a:gd name="connsiteY8" fmla="*/ 4022434 h 4058443"/>
              <a:gd name="connsiteX9" fmla="*/ 5474825 w 5474825"/>
              <a:gd name="connsiteY9" fmla="*/ 4034009 h 4058443"/>
              <a:gd name="connsiteX0" fmla="*/ 0 w 5474825"/>
              <a:gd name="connsiteY0" fmla="*/ 816247 h 4070239"/>
              <a:gd name="connsiteX1" fmla="*/ 844952 w 5474825"/>
              <a:gd name="connsiteY1" fmla="*/ 98616 h 4070239"/>
              <a:gd name="connsiteX2" fmla="*/ 1134319 w 5474825"/>
              <a:gd name="connsiteY2" fmla="*/ 6019 h 4070239"/>
              <a:gd name="connsiteX3" fmla="*/ 1469985 w 5474825"/>
              <a:gd name="connsiteY3" fmla="*/ 17593 h 4070239"/>
              <a:gd name="connsiteX4" fmla="*/ 1608881 w 5474825"/>
              <a:gd name="connsiteY4" fmla="*/ 87042 h 4070239"/>
              <a:gd name="connsiteX5" fmla="*/ 1689904 w 5474825"/>
              <a:gd name="connsiteY5" fmla="*/ 225938 h 4070239"/>
              <a:gd name="connsiteX6" fmla="*/ 3750197 w 5474825"/>
              <a:gd name="connsiteY6" fmla="*/ 3686768 h 4070239"/>
              <a:gd name="connsiteX7" fmla="*/ 4572000 w 5474825"/>
              <a:gd name="connsiteY7" fmla="*/ 4022434 h 4070239"/>
              <a:gd name="connsiteX8" fmla="*/ 5474825 w 5474825"/>
              <a:gd name="connsiteY8" fmla="*/ 4034009 h 4070239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34009 h 4103572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91159 h 410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4825" h="4103572">
                <a:moveTo>
                  <a:pt x="0" y="816247"/>
                </a:moveTo>
                <a:cubicBezTo>
                  <a:pt x="327949" y="524950"/>
                  <a:pt x="655899" y="233654"/>
                  <a:pt x="844952" y="98616"/>
                </a:cubicBezTo>
                <a:cubicBezTo>
                  <a:pt x="1034005" y="-36422"/>
                  <a:pt x="1030147" y="19523"/>
                  <a:pt x="1134319" y="6019"/>
                </a:cubicBezTo>
                <a:cubicBezTo>
                  <a:pt x="1238491" y="-7485"/>
                  <a:pt x="1390891" y="4089"/>
                  <a:pt x="1469985" y="17593"/>
                </a:cubicBezTo>
                <a:cubicBezTo>
                  <a:pt x="1549079" y="31097"/>
                  <a:pt x="1572228" y="52318"/>
                  <a:pt x="1608881" y="87042"/>
                </a:cubicBezTo>
                <a:cubicBezTo>
                  <a:pt x="1645534" y="121766"/>
                  <a:pt x="1689904" y="225938"/>
                  <a:pt x="1689904" y="225938"/>
                </a:cubicBezTo>
                <a:cubicBezTo>
                  <a:pt x="2046790" y="825892"/>
                  <a:pt x="3253973" y="3044494"/>
                  <a:pt x="3750197" y="3686768"/>
                </a:cubicBezTo>
                <a:cubicBezTo>
                  <a:pt x="4246421" y="4329042"/>
                  <a:pt x="4379812" y="4021711"/>
                  <a:pt x="4667250" y="4079584"/>
                </a:cubicBezTo>
                <a:cubicBezTo>
                  <a:pt x="4867878" y="4085371"/>
                  <a:pt x="5123726" y="4088265"/>
                  <a:pt x="5474825" y="4091159"/>
                </a:cubicBezTo>
              </a:path>
            </a:pathLst>
          </a:custGeom>
          <a:noFill/>
          <a:ln w="28575">
            <a:solidFill>
              <a:srgbClr val="00EFD1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DF31022-A37D-8211-5A97-C4D182F2A289}"/>
              </a:ext>
            </a:extLst>
          </p:cNvPr>
          <p:cNvSpPr/>
          <p:nvPr/>
        </p:nvSpPr>
        <p:spPr bwMode="auto">
          <a:xfrm>
            <a:off x="2756456" y="661412"/>
            <a:ext cx="5474825" cy="4103572"/>
          </a:xfrm>
          <a:custGeom>
            <a:avLst/>
            <a:gdLst>
              <a:gd name="connsiteX0" fmla="*/ 0 w 5474825"/>
              <a:gd name="connsiteY0" fmla="*/ 816247 h 4034009"/>
              <a:gd name="connsiteX1" fmla="*/ 844952 w 5474825"/>
              <a:gd name="connsiteY1" fmla="*/ 98616 h 4034009"/>
              <a:gd name="connsiteX2" fmla="*/ 1134319 w 5474825"/>
              <a:gd name="connsiteY2" fmla="*/ 6019 h 4034009"/>
              <a:gd name="connsiteX3" fmla="*/ 1469985 w 5474825"/>
              <a:gd name="connsiteY3" fmla="*/ 17593 h 4034009"/>
              <a:gd name="connsiteX4" fmla="*/ 1608881 w 5474825"/>
              <a:gd name="connsiteY4" fmla="*/ 87042 h 4034009"/>
              <a:gd name="connsiteX5" fmla="*/ 1689904 w 5474825"/>
              <a:gd name="connsiteY5" fmla="*/ 225938 h 4034009"/>
              <a:gd name="connsiteX6" fmla="*/ 3750197 w 5474825"/>
              <a:gd name="connsiteY6" fmla="*/ 3686768 h 4034009"/>
              <a:gd name="connsiteX7" fmla="*/ 3900668 w 5474825"/>
              <a:gd name="connsiteY7" fmla="*/ 3814090 h 4034009"/>
              <a:gd name="connsiteX8" fmla="*/ 4271058 w 5474825"/>
              <a:gd name="connsiteY8" fmla="*/ 3999285 h 4034009"/>
              <a:gd name="connsiteX9" fmla="*/ 4572000 w 5474825"/>
              <a:gd name="connsiteY9" fmla="*/ 4022434 h 4034009"/>
              <a:gd name="connsiteX10" fmla="*/ 5474825 w 5474825"/>
              <a:gd name="connsiteY10" fmla="*/ 4034009 h 4034009"/>
              <a:gd name="connsiteX0" fmla="*/ 0 w 5474825"/>
              <a:gd name="connsiteY0" fmla="*/ 816247 h 4058443"/>
              <a:gd name="connsiteX1" fmla="*/ 844952 w 5474825"/>
              <a:gd name="connsiteY1" fmla="*/ 98616 h 4058443"/>
              <a:gd name="connsiteX2" fmla="*/ 1134319 w 5474825"/>
              <a:gd name="connsiteY2" fmla="*/ 6019 h 4058443"/>
              <a:gd name="connsiteX3" fmla="*/ 1469985 w 5474825"/>
              <a:gd name="connsiteY3" fmla="*/ 17593 h 4058443"/>
              <a:gd name="connsiteX4" fmla="*/ 1608881 w 5474825"/>
              <a:gd name="connsiteY4" fmla="*/ 87042 h 4058443"/>
              <a:gd name="connsiteX5" fmla="*/ 1689904 w 5474825"/>
              <a:gd name="connsiteY5" fmla="*/ 225938 h 4058443"/>
              <a:gd name="connsiteX6" fmla="*/ 3750197 w 5474825"/>
              <a:gd name="connsiteY6" fmla="*/ 3686768 h 4058443"/>
              <a:gd name="connsiteX7" fmla="*/ 4271058 w 5474825"/>
              <a:gd name="connsiteY7" fmla="*/ 3999285 h 4058443"/>
              <a:gd name="connsiteX8" fmla="*/ 4572000 w 5474825"/>
              <a:gd name="connsiteY8" fmla="*/ 4022434 h 4058443"/>
              <a:gd name="connsiteX9" fmla="*/ 5474825 w 5474825"/>
              <a:gd name="connsiteY9" fmla="*/ 4034009 h 4058443"/>
              <a:gd name="connsiteX0" fmla="*/ 0 w 5474825"/>
              <a:gd name="connsiteY0" fmla="*/ 816247 h 4070239"/>
              <a:gd name="connsiteX1" fmla="*/ 844952 w 5474825"/>
              <a:gd name="connsiteY1" fmla="*/ 98616 h 4070239"/>
              <a:gd name="connsiteX2" fmla="*/ 1134319 w 5474825"/>
              <a:gd name="connsiteY2" fmla="*/ 6019 h 4070239"/>
              <a:gd name="connsiteX3" fmla="*/ 1469985 w 5474825"/>
              <a:gd name="connsiteY3" fmla="*/ 17593 h 4070239"/>
              <a:gd name="connsiteX4" fmla="*/ 1608881 w 5474825"/>
              <a:gd name="connsiteY4" fmla="*/ 87042 h 4070239"/>
              <a:gd name="connsiteX5" fmla="*/ 1689904 w 5474825"/>
              <a:gd name="connsiteY5" fmla="*/ 225938 h 4070239"/>
              <a:gd name="connsiteX6" fmla="*/ 3750197 w 5474825"/>
              <a:gd name="connsiteY6" fmla="*/ 3686768 h 4070239"/>
              <a:gd name="connsiteX7" fmla="*/ 4572000 w 5474825"/>
              <a:gd name="connsiteY7" fmla="*/ 4022434 h 4070239"/>
              <a:gd name="connsiteX8" fmla="*/ 5474825 w 5474825"/>
              <a:gd name="connsiteY8" fmla="*/ 4034009 h 4070239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34009 h 4103572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91159 h 410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4825" h="4103572">
                <a:moveTo>
                  <a:pt x="0" y="816247"/>
                </a:moveTo>
                <a:cubicBezTo>
                  <a:pt x="327949" y="524950"/>
                  <a:pt x="655899" y="233654"/>
                  <a:pt x="844952" y="98616"/>
                </a:cubicBezTo>
                <a:cubicBezTo>
                  <a:pt x="1034005" y="-36422"/>
                  <a:pt x="1030147" y="19523"/>
                  <a:pt x="1134319" y="6019"/>
                </a:cubicBezTo>
                <a:cubicBezTo>
                  <a:pt x="1238491" y="-7485"/>
                  <a:pt x="1390891" y="4089"/>
                  <a:pt x="1469985" y="17593"/>
                </a:cubicBezTo>
                <a:cubicBezTo>
                  <a:pt x="1549079" y="31097"/>
                  <a:pt x="1572228" y="52318"/>
                  <a:pt x="1608881" y="87042"/>
                </a:cubicBezTo>
                <a:cubicBezTo>
                  <a:pt x="1645534" y="121766"/>
                  <a:pt x="1689904" y="225938"/>
                  <a:pt x="1689904" y="225938"/>
                </a:cubicBezTo>
                <a:cubicBezTo>
                  <a:pt x="2046790" y="825892"/>
                  <a:pt x="3253973" y="3044494"/>
                  <a:pt x="3750197" y="3686768"/>
                </a:cubicBezTo>
                <a:cubicBezTo>
                  <a:pt x="4246421" y="4329042"/>
                  <a:pt x="4379812" y="4021711"/>
                  <a:pt x="4667250" y="4079584"/>
                </a:cubicBezTo>
                <a:cubicBezTo>
                  <a:pt x="4867878" y="4085371"/>
                  <a:pt x="5123726" y="4088265"/>
                  <a:pt x="5474825" y="4091159"/>
                </a:cubicBezTo>
              </a:path>
            </a:pathLst>
          </a:custGeom>
          <a:noFill/>
          <a:ln w="28575">
            <a:solidFill>
              <a:srgbClr val="00EFD1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66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74499" y="1849574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79427" y="1535082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820904" y="4979399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615483" y="123246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67748" y="1814647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67042" y="5261573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10800000" scaled="1"/>
              <a:tileRect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67041" y="5385092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10800000" scaled="1"/>
              <a:tileRect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931521" y="1712394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5400000" scaled="1"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5015090" y="296185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7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447328" y="337424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3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9BA4C-4332-BBB4-D3E5-18BEDB5AE178}"/>
              </a:ext>
            </a:extLst>
          </p:cNvPr>
          <p:cNvSpPr txBox="1"/>
          <p:nvPr/>
        </p:nvSpPr>
        <p:spPr>
          <a:xfrm>
            <a:off x="5914664" y="275046"/>
            <a:ext cx="59378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800"/>
              <a:t>We add a flow of 3 through AB, capacity of AB decreases by 3 and capacity of BA increases by 3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4046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74499" y="1849574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79427" y="1535082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820904" y="4979399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615483" y="123246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67748" y="1814647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67042" y="5261573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10800000" scaled="1"/>
              <a:tileRect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67041" y="5385092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10800000" scaled="1"/>
              <a:tileRect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931521" y="1712394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5400000" scaled="1"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5015090" y="296185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7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447328" y="337424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3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9BA4C-4332-BBB4-D3E5-18BEDB5AE178}"/>
              </a:ext>
            </a:extLst>
          </p:cNvPr>
          <p:cNvSpPr txBox="1"/>
          <p:nvPr/>
        </p:nvSpPr>
        <p:spPr>
          <a:xfrm>
            <a:off x="5914664" y="275046"/>
            <a:ext cx="59378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800"/>
              <a:t>We add a flow of 5 through AB, capacity of AB decreases by 5 and capacity of BA increases by 5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86EC6-10F9-82E2-7C8F-848D0A6D772C}"/>
              </a:ext>
            </a:extLst>
          </p:cNvPr>
          <p:cNvSpPr txBox="1"/>
          <p:nvPr/>
        </p:nvSpPr>
        <p:spPr>
          <a:xfrm>
            <a:off x="5253630" y="2713198"/>
            <a:ext cx="66482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 b="1">
                <a:solidFill>
                  <a:srgbClr val="00EFD1"/>
                </a:solidFill>
              </a:rPr>
              <a:t>-5</a:t>
            </a:r>
            <a:endParaRPr lang="en-US" sz="2000" b="1" dirty="0">
              <a:solidFill>
                <a:srgbClr val="00EFD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DF713-E5EF-2432-9128-14C5C32A49CF}"/>
              </a:ext>
            </a:extLst>
          </p:cNvPr>
          <p:cNvSpPr txBox="1"/>
          <p:nvPr/>
        </p:nvSpPr>
        <p:spPr>
          <a:xfrm>
            <a:off x="4063875" y="3611846"/>
            <a:ext cx="66482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 b="1">
                <a:solidFill>
                  <a:srgbClr val="00EFD1"/>
                </a:solidFill>
              </a:rPr>
              <a:t>+5</a:t>
            </a:r>
            <a:endParaRPr lang="en-US" sz="2000" b="1" dirty="0">
              <a:solidFill>
                <a:srgbClr val="00EFD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03BD57D-3C76-A1C3-37B8-F18E03020037}"/>
              </a:ext>
            </a:extLst>
          </p:cNvPr>
          <p:cNvSpPr/>
          <p:nvPr/>
        </p:nvSpPr>
        <p:spPr bwMode="auto">
          <a:xfrm>
            <a:off x="2708476" y="989405"/>
            <a:ext cx="5474825" cy="4103572"/>
          </a:xfrm>
          <a:custGeom>
            <a:avLst/>
            <a:gdLst>
              <a:gd name="connsiteX0" fmla="*/ 0 w 5474825"/>
              <a:gd name="connsiteY0" fmla="*/ 816247 h 4034009"/>
              <a:gd name="connsiteX1" fmla="*/ 844952 w 5474825"/>
              <a:gd name="connsiteY1" fmla="*/ 98616 h 4034009"/>
              <a:gd name="connsiteX2" fmla="*/ 1134319 w 5474825"/>
              <a:gd name="connsiteY2" fmla="*/ 6019 h 4034009"/>
              <a:gd name="connsiteX3" fmla="*/ 1469985 w 5474825"/>
              <a:gd name="connsiteY3" fmla="*/ 17593 h 4034009"/>
              <a:gd name="connsiteX4" fmla="*/ 1608881 w 5474825"/>
              <a:gd name="connsiteY4" fmla="*/ 87042 h 4034009"/>
              <a:gd name="connsiteX5" fmla="*/ 1689904 w 5474825"/>
              <a:gd name="connsiteY5" fmla="*/ 225938 h 4034009"/>
              <a:gd name="connsiteX6" fmla="*/ 3750197 w 5474825"/>
              <a:gd name="connsiteY6" fmla="*/ 3686768 h 4034009"/>
              <a:gd name="connsiteX7" fmla="*/ 3900668 w 5474825"/>
              <a:gd name="connsiteY7" fmla="*/ 3814090 h 4034009"/>
              <a:gd name="connsiteX8" fmla="*/ 4271058 w 5474825"/>
              <a:gd name="connsiteY8" fmla="*/ 3999285 h 4034009"/>
              <a:gd name="connsiteX9" fmla="*/ 4572000 w 5474825"/>
              <a:gd name="connsiteY9" fmla="*/ 4022434 h 4034009"/>
              <a:gd name="connsiteX10" fmla="*/ 5474825 w 5474825"/>
              <a:gd name="connsiteY10" fmla="*/ 4034009 h 4034009"/>
              <a:gd name="connsiteX0" fmla="*/ 0 w 5474825"/>
              <a:gd name="connsiteY0" fmla="*/ 816247 h 4058443"/>
              <a:gd name="connsiteX1" fmla="*/ 844952 w 5474825"/>
              <a:gd name="connsiteY1" fmla="*/ 98616 h 4058443"/>
              <a:gd name="connsiteX2" fmla="*/ 1134319 w 5474825"/>
              <a:gd name="connsiteY2" fmla="*/ 6019 h 4058443"/>
              <a:gd name="connsiteX3" fmla="*/ 1469985 w 5474825"/>
              <a:gd name="connsiteY3" fmla="*/ 17593 h 4058443"/>
              <a:gd name="connsiteX4" fmla="*/ 1608881 w 5474825"/>
              <a:gd name="connsiteY4" fmla="*/ 87042 h 4058443"/>
              <a:gd name="connsiteX5" fmla="*/ 1689904 w 5474825"/>
              <a:gd name="connsiteY5" fmla="*/ 225938 h 4058443"/>
              <a:gd name="connsiteX6" fmla="*/ 3750197 w 5474825"/>
              <a:gd name="connsiteY6" fmla="*/ 3686768 h 4058443"/>
              <a:gd name="connsiteX7" fmla="*/ 4271058 w 5474825"/>
              <a:gd name="connsiteY7" fmla="*/ 3999285 h 4058443"/>
              <a:gd name="connsiteX8" fmla="*/ 4572000 w 5474825"/>
              <a:gd name="connsiteY8" fmla="*/ 4022434 h 4058443"/>
              <a:gd name="connsiteX9" fmla="*/ 5474825 w 5474825"/>
              <a:gd name="connsiteY9" fmla="*/ 4034009 h 4058443"/>
              <a:gd name="connsiteX0" fmla="*/ 0 w 5474825"/>
              <a:gd name="connsiteY0" fmla="*/ 816247 h 4070239"/>
              <a:gd name="connsiteX1" fmla="*/ 844952 w 5474825"/>
              <a:gd name="connsiteY1" fmla="*/ 98616 h 4070239"/>
              <a:gd name="connsiteX2" fmla="*/ 1134319 w 5474825"/>
              <a:gd name="connsiteY2" fmla="*/ 6019 h 4070239"/>
              <a:gd name="connsiteX3" fmla="*/ 1469985 w 5474825"/>
              <a:gd name="connsiteY3" fmla="*/ 17593 h 4070239"/>
              <a:gd name="connsiteX4" fmla="*/ 1608881 w 5474825"/>
              <a:gd name="connsiteY4" fmla="*/ 87042 h 4070239"/>
              <a:gd name="connsiteX5" fmla="*/ 1689904 w 5474825"/>
              <a:gd name="connsiteY5" fmla="*/ 225938 h 4070239"/>
              <a:gd name="connsiteX6" fmla="*/ 3750197 w 5474825"/>
              <a:gd name="connsiteY6" fmla="*/ 3686768 h 4070239"/>
              <a:gd name="connsiteX7" fmla="*/ 4572000 w 5474825"/>
              <a:gd name="connsiteY7" fmla="*/ 4022434 h 4070239"/>
              <a:gd name="connsiteX8" fmla="*/ 5474825 w 5474825"/>
              <a:gd name="connsiteY8" fmla="*/ 4034009 h 4070239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34009 h 4103572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91159 h 410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4825" h="4103572">
                <a:moveTo>
                  <a:pt x="0" y="816247"/>
                </a:moveTo>
                <a:cubicBezTo>
                  <a:pt x="327949" y="524950"/>
                  <a:pt x="655899" y="233654"/>
                  <a:pt x="844952" y="98616"/>
                </a:cubicBezTo>
                <a:cubicBezTo>
                  <a:pt x="1034005" y="-36422"/>
                  <a:pt x="1030147" y="19523"/>
                  <a:pt x="1134319" y="6019"/>
                </a:cubicBezTo>
                <a:cubicBezTo>
                  <a:pt x="1238491" y="-7485"/>
                  <a:pt x="1390891" y="4089"/>
                  <a:pt x="1469985" y="17593"/>
                </a:cubicBezTo>
                <a:cubicBezTo>
                  <a:pt x="1549079" y="31097"/>
                  <a:pt x="1572228" y="52318"/>
                  <a:pt x="1608881" y="87042"/>
                </a:cubicBezTo>
                <a:cubicBezTo>
                  <a:pt x="1645534" y="121766"/>
                  <a:pt x="1689904" y="225938"/>
                  <a:pt x="1689904" y="225938"/>
                </a:cubicBezTo>
                <a:cubicBezTo>
                  <a:pt x="2046790" y="825892"/>
                  <a:pt x="3253973" y="3044494"/>
                  <a:pt x="3750197" y="3686768"/>
                </a:cubicBezTo>
                <a:cubicBezTo>
                  <a:pt x="4246421" y="4329042"/>
                  <a:pt x="4379812" y="4021711"/>
                  <a:pt x="4667250" y="4079584"/>
                </a:cubicBezTo>
                <a:cubicBezTo>
                  <a:pt x="4867878" y="4085371"/>
                  <a:pt x="5123726" y="4088265"/>
                  <a:pt x="5474825" y="4091159"/>
                </a:cubicBezTo>
              </a:path>
            </a:pathLst>
          </a:custGeom>
          <a:noFill/>
          <a:ln w="28575">
            <a:solidFill>
              <a:srgbClr val="00EFD1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A0CD392-D9BC-2B26-466E-6AFF25B88048}"/>
              </a:ext>
            </a:extLst>
          </p:cNvPr>
          <p:cNvSpPr/>
          <p:nvPr/>
        </p:nvSpPr>
        <p:spPr bwMode="auto">
          <a:xfrm>
            <a:off x="2732466" y="820809"/>
            <a:ext cx="5474825" cy="4103572"/>
          </a:xfrm>
          <a:custGeom>
            <a:avLst/>
            <a:gdLst>
              <a:gd name="connsiteX0" fmla="*/ 0 w 5474825"/>
              <a:gd name="connsiteY0" fmla="*/ 816247 h 4034009"/>
              <a:gd name="connsiteX1" fmla="*/ 844952 w 5474825"/>
              <a:gd name="connsiteY1" fmla="*/ 98616 h 4034009"/>
              <a:gd name="connsiteX2" fmla="*/ 1134319 w 5474825"/>
              <a:gd name="connsiteY2" fmla="*/ 6019 h 4034009"/>
              <a:gd name="connsiteX3" fmla="*/ 1469985 w 5474825"/>
              <a:gd name="connsiteY3" fmla="*/ 17593 h 4034009"/>
              <a:gd name="connsiteX4" fmla="*/ 1608881 w 5474825"/>
              <a:gd name="connsiteY4" fmla="*/ 87042 h 4034009"/>
              <a:gd name="connsiteX5" fmla="*/ 1689904 w 5474825"/>
              <a:gd name="connsiteY5" fmla="*/ 225938 h 4034009"/>
              <a:gd name="connsiteX6" fmla="*/ 3750197 w 5474825"/>
              <a:gd name="connsiteY6" fmla="*/ 3686768 h 4034009"/>
              <a:gd name="connsiteX7" fmla="*/ 3900668 w 5474825"/>
              <a:gd name="connsiteY7" fmla="*/ 3814090 h 4034009"/>
              <a:gd name="connsiteX8" fmla="*/ 4271058 w 5474825"/>
              <a:gd name="connsiteY8" fmla="*/ 3999285 h 4034009"/>
              <a:gd name="connsiteX9" fmla="*/ 4572000 w 5474825"/>
              <a:gd name="connsiteY9" fmla="*/ 4022434 h 4034009"/>
              <a:gd name="connsiteX10" fmla="*/ 5474825 w 5474825"/>
              <a:gd name="connsiteY10" fmla="*/ 4034009 h 4034009"/>
              <a:gd name="connsiteX0" fmla="*/ 0 w 5474825"/>
              <a:gd name="connsiteY0" fmla="*/ 816247 h 4058443"/>
              <a:gd name="connsiteX1" fmla="*/ 844952 w 5474825"/>
              <a:gd name="connsiteY1" fmla="*/ 98616 h 4058443"/>
              <a:gd name="connsiteX2" fmla="*/ 1134319 w 5474825"/>
              <a:gd name="connsiteY2" fmla="*/ 6019 h 4058443"/>
              <a:gd name="connsiteX3" fmla="*/ 1469985 w 5474825"/>
              <a:gd name="connsiteY3" fmla="*/ 17593 h 4058443"/>
              <a:gd name="connsiteX4" fmla="*/ 1608881 w 5474825"/>
              <a:gd name="connsiteY4" fmla="*/ 87042 h 4058443"/>
              <a:gd name="connsiteX5" fmla="*/ 1689904 w 5474825"/>
              <a:gd name="connsiteY5" fmla="*/ 225938 h 4058443"/>
              <a:gd name="connsiteX6" fmla="*/ 3750197 w 5474825"/>
              <a:gd name="connsiteY6" fmla="*/ 3686768 h 4058443"/>
              <a:gd name="connsiteX7" fmla="*/ 4271058 w 5474825"/>
              <a:gd name="connsiteY7" fmla="*/ 3999285 h 4058443"/>
              <a:gd name="connsiteX8" fmla="*/ 4572000 w 5474825"/>
              <a:gd name="connsiteY8" fmla="*/ 4022434 h 4058443"/>
              <a:gd name="connsiteX9" fmla="*/ 5474825 w 5474825"/>
              <a:gd name="connsiteY9" fmla="*/ 4034009 h 4058443"/>
              <a:gd name="connsiteX0" fmla="*/ 0 w 5474825"/>
              <a:gd name="connsiteY0" fmla="*/ 816247 h 4070239"/>
              <a:gd name="connsiteX1" fmla="*/ 844952 w 5474825"/>
              <a:gd name="connsiteY1" fmla="*/ 98616 h 4070239"/>
              <a:gd name="connsiteX2" fmla="*/ 1134319 w 5474825"/>
              <a:gd name="connsiteY2" fmla="*/ 6019 h 4070239"/>
              <a:gd name="connsiteX3" fmla="*/ 1469985 w 5474825"/>
              <a:gd name="connsiteY3" fmla="*/ 17593 h 4070239"/>
              <a:gd name="connsiteX4" fmla="*/ 1608881 w 5474825"/>
              <a:gd name="connsiteY4" fmla="*/ 87042 h 4070239"/>
              <a:gd name="connsiteX5" fmla="*/ 1689904 w 5474825"/>
              <a:gd name="connsiteY5" fmla="*/ 225938 h 4070239"/>
              <a:gd name="connsiteX6" fmla="*/ 3750197 w 5474825"/>
              <a:gd name="connsiteY6" fmla="*/ 3686768 h 4070239"/>
              <a:gd name="connsiteX7" fmla="*/ 4572000 w 5474825"/>
              <a:gd name="connsiteY7" fmla="*/ 4022434 h 4070239"/>
              <a:gd name="connsiteX8" fmla="*/ 5474825 w 5474825"/>
              <a:gd name="connsiteY8" fmla="*/ 4034009 h 4070239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34009 h 4103572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91159 h 410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4825" h="4103572">
                <a:moveTo>
                  <a:pt x="0" y="816247"/>
                </a:moveTo>
                <a:cubicBezTo>
                  <a:pt x="327949" y="524950"/>
                  <a:pt x="655899" y="233654"/>
                  <a:pt x="844952" y="98616"/>
                </a:cubicBezTo>
                <a:cubicBezTo>
                  <a:pt x="1034005" y="-36422"/>
                  <a:pt x="1030147" y="19523"/>
                  <a:pt x="1134319" y="6019"/>
                </a:cubicBezTo>
                <a:cubicBezTo>
                  <a:pt x="1238491" y="-7485"/>
                  <a:pt x="1390891" y="4089"/>
                  <a:pt x="1469985" y="17593"/>
                </a:cubicBezTo>
                <a:cubicBezTo>
                  <a:pt x="1549079" y="31097"/>
                  <a:pt x="1572228" y="52318"/>
                  <a:pt x="1608881" y="87042"/>
                </a:cubicBezTo>
                <a:cubicBezTo>
                  <a:pt x="1645534" y="121766"/>
                  <a:pt x="1689904" y="225938"/>
                  <a:pt x="1689904" y="225938"/>
                </a:cubicBezTo>
                <a:cubicBezTo>
                  <a:pt x="2046790" y="825892"/>
                  <a:pt x="3253973" y="3044494"/>
                  <a:pt x="3750197" y="3686768"/>
                </a:cubicBezTo>
                <a:cubicBezTo>
                  <a:pt x="4246421" y="4329042"/>
                  <a:pt x="4379812" y="4021711"/>
                  <a:pt x="4667250" y="4079584"/>
                </a:cubicBezTo>
                <a:cubicBezTo>
                  <a:pt x="4867878" y="4085371"/>
                  <a:pt x="5123726" y="4088265"/>
                  <a:pt x="5474825" y="4091159"/>
                </a:cubicBezTo>
              </a:path>
            </a:pathLst>
          </a:custGeom>
          <a:noFill/>
          <a:ln w="28575">
            <a:solidFill>
              <a:srgbClr val="00EFD1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B0F23F8-66EC-F4B8-D2B0-7367B0A590EE}"/>
              </a:ext>
            </a:extLst>
          </p:cNvPr>
          <p:cNvSpPr/>
          <p:nvPr/>
        </p:nvSpPr>
        <p:spPr bwMode="auto">
          <a:xfrm>
            <a:off x="2756456" y="661412"/>
            <a:ext cx="5474825" cy="4103572"/>
          </a:xfrm>
          <a:custGeom>
            <a:avLst/>
            <a:gdLst>
              <a:gd name="connsiteX0" fmla="*/ 0 w 5474825"/>
              <a:gd name="connsiteY0" fmla="*/ 816247 h 4034009"/>
              <a:gd name="connsiteX1" fmla="*/ 844952 w 5474825"/>
              <a:gd name="connsiteY1" fmla="*/ 98616 h 4034009"/>
              <a:gd name="connsiteX2" fmla="*/ 1134319 w 5474825"/>
              <a:gd name="connsiteY2" fmla="*/ 6019 h 4034009"/>
              <a:gd name="connsiteX3" fmla="*/ 1469985 w 5474825"/>
              <a:gd name="connsiteY3" fmla="*/ 17593 h 4034009"/>
              <a:gd name="connsiteX4" fmla="*/ 1608881 w 5474825"/>
              <a:gd name="connsiteY4" fmla="*/ 87042 h 4034009"/>
              <a:gd name="connsiteX5" fmla="*/ 1689904 w 5474825"/>
              <a:gd name="connsiteY5" fmla="*/ 225938 h 4034009"/>
              <a:gd name="connsiteX6" fmla="*/ 3750197 w 5474825"/>
              <a:gd name="connsiteY6" fmla="*/ 3686768 h 4034009"/>
              <a:gd name="connsiteX7" fmla="*/ 3900668 w 5474825"/>
              <a:gd name="connsiteY7" fmla="*/ 3814090 h 4034009"/>
              <a:gd name="connsiteX8" fmla="*/ 4271058 w 5474825"/>
              <a:gd name="connsiteY8" fmla="*/ 3999285 h 4034009"/>
              <a:gd name="connsiteX9" fmla="*/ 4572000 w 5474825"/>
              <a:gd name="connsiteY9" fmla="*/ 4022434 h 4034009"/>
              <a:gd name="connsiteX10" fmla="*/ 5474825 w 5474825"/>
              <a:gd name="connsiteY10" fmla="*/ 4034009 h 4034009"/>
              <a:gd name="connsiteX0" fmla="*/ 0 w 5474825"/>
              <a:gd name="connsiteY0" fmla="*/ 816247 h 4058443"/>
              <a:gd name="connsiteX1" fmla="*/ 844952 w 5474825"/>
              <a:gd name="connsiteY1" fmla="*/ 98616 h 4058443"/>
              <a:gd name="connsiteX2" fmla="*/ 1134319 w 5474825"/>
              <a:gd name="connsiteY2" fmla="*/ 6019 h 4058443"/>
              <a:gd name="connsiteX3" fmla="*/ 1469985 w 5474825"/>
              <a:gd name="connsiteY3" fmla="*/ 17593 h 4058443"/>
              <a:gd name="connsiteX4" fmla="*/ 1608881 w 5474825"/>
              <a:gd name="connsiteY4" fmla="*/ 87042 h 4058443"/>
              <a:gd name="connsiteX5" fmla="*/ 1689904 w 5474825"/>
              <a:gd name="connsiteY5" fmla="*/ 225938 h 4058443"/>
              <a:gd name="connsiteX6" fmla="*/ 3750197 w 5474825"/>
              <a:gd name="connsiteY6" fmla="*/ 3686768 h 4058443"/>
              <a:gd name="connsiteX7" fmla="*/ 4271058 w 5474825"/>
              <a:gd name="connsiteY7" fmla="*/ 3999285 h 4058443"/>
              <a:gd name="connsiteX8" fmla="*/ 4572000 w 5474825"/>
              <a:gd name="connsiteY8" fmla="*/ 4022434 h 4058443"/>
              <a:gd name="connsiteX9" fmla="*/ 5474825 w 5474825"/>
              <a:gd name="connsiteY9" fmla="*/ 4034009 h 4058443"/>
              <a:gd name="connsiteX0" fmla="*/ 0 w 5474825"/>
              <a:gd name="connsiteY0" fmla="*/ 816247 h 4070239"/>
              <a:gd name="connsiteX1" fmla="*/ 844952 w 5474825"/>
              <a:gd name="connsiteY1" fmla="*/ 98616 h 4070239"/>
              <a:gd name="connsiteX2" fmla="*/ 1134319 w 5474825"/>
              <a:gd name="connsiteY2" fmla="*/ 6019 h 4070239"/>
              <a:gd name="connsiteX3" fmla="*/ 1469985 w 5474825"/>
              <a:gd name="connsiteY3" fmla="*/ 17593 h 4070239"/>
              <a:gd name="connsiteX4" fmla="*/ 1608881 w 5474825"/>
              <a:gd name="connsiteY4" fmla="*/ 87042 h 4070239"/>
              <a:gd name="connsiteX5" fmla="*/ 1689904 w 5474825"/>
              <a:gd name="connsiteY5" fmla="*/ 225938 h 4070239"/>
              <a:gd name="connsiteX6" fmla="*/ 3750197 w 5474825"/>
              <a:gd name="connsiteY6" fmla="*/ 3686768 h 4070239"/>
              <a:gd name="connsiteX7" fmla="*/ 4572000 w 5474825"/>
              <a:gd name="connsiteY7" fmla="*/ 4022434 h 4070239"/>
              <a:gd name="connsiteX8" fmla="*/ 5474825 w 5474825"/>
              <a:gd name="connsiteY8" fmla="*/ 4034009 h 4070239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34009 h 4103572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91159 h 410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4825" h="4103572">
                <a:moveTo>
                  <a:pt x="0" y="816247"/>
                </a:moveTo>
                <a:cubicBezTo>
                  <a:pt x="327949" y="524950"/>
                  <a:pt x="655899" y="233654"/>
                  <a:pt x="844952" y="98616"/>
                </a:cubicBezTo>
                <a:cubicBezTo>
                  <a:pt x="1034005" y="-36422"/>
                  <a:pt x="1030147" y="19523"/>
                  <a:pt x="1134319" y="6019"/>
                </a:cubicBezTo>
                <a:cubicBezTo>
                  <a:pt x="1238491" y="-7485"/>
                  <a:pt x="1390891" y="4089"/>
                  <a:pt x="1469985" y="17593"/>
                </a:cubicBezTo>
                <a:cubicBezTo>
                  <a:pt x="1549079" y="31097"/>
                  <a:pt x="1572228" y="52318"/>
                  <a:pt x="1608881" y="87042"/>
                </a:cubicBezTo>
                <a:cubicBezTo>
                  <a:pt x="1645534" y="121766"/>
                  <a:pt x="1689904" y="225938"/>
                  <a:pt x="1689904" y="225938"/>
                </a:cubicBezTo>
                <a:cubicBezTo>
                  <a:pt x="2046790" y="825892"/>
                  <a:pt x="3253973" y="3044494"/>
                  <a:pt x="3750197" y="3686768"/>
                </a:cubicBezTo>
                <a:cubicBezTo>
                  <a:pt x="4246421" y="4329042"/>
                  <a:pt x="4379812" y="4021711"/>
                  <a:pt x="4667250" y="4079584"/>
                </a:cubicBezTo>
                <a:cubicBezTo>
                  <a:pt x="4867878" y="4085371"/>
                  <a:pt x="5123726" y="4088265"/>
                  <a:pt x="5474825" y="4091159"/>
                </a:cubicBezTo>
              </a:path>
            </a:pathLst>
          </a:custGeom>
          <a:noFill/>
          <a:ln w="28575">
            <a:solidFill>
              <a:srgbClr val="00EFD1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2CDFECA-BE44-78DD-CA66-68C52F75CE71}"/>
              </a:ext>
            </a:extLst>
          </p:cNvPr>
          <p:cNvSpPr/>
          <p:nvPr/>
        </p:nvSpPr>
        <p:spPr bwMode="auto">
          <a:xfrm>
            <a:off x="2780446" y="518701"/>
            <a:ext cx="5474825" cy="4103572"/>
          </a:xfrm>
          <a:custGeom>
            <a:avLst/>
            <a:gdLst>
              <a:gd name="connsiteX0" fmla="*/ 0 w 5474825"/>
              <a:gd name="connsiteY0" fmla="*/ 816247 h 4034009"/>
              <a:gd name="connsiteX1" fmla="*/ 844952 w 5474825"/>
              <a:gd name="connsiteY1" fmla="*/ 98616 h 4034009"/>
              <a:gd name="connsiteX2" fmla="*/ 1134319 w 5474825"/>
              <a:gd name="connsiteY2" fmla="*/ 6019 h 4034009"/>
              <a:gd name="connsiteX3" fmla="*/ 1469985 w 5474825"/>
              <a:gd name="connsiteY3" fmla="*/ 17593 h 4034009"/>
              <a:gd name="connsiteX4" fmla="*/ 1608881 w 5474825"/>
              <a:gd name="connsiteY4" fmla="*/ 87042 h 4034009"/>
              <a:gd name="connsiteX5" fmla="*/ 1689904 w 5474825"/>
              <a:gd name="connsiteY5" fmla="*/ 225938 h 4034009"/>
              <a:gd name="connsiteX6" fmla="*/ 3750197 w 5474825"/>
              <a:gd name="connsiteY6" fmla="*/ 3686768 h 4034009"/>
              <a:gd name="connsiteX7" fmla="*/ 3900668 w 5474825"/>
              <a:gd name="connsiteY7" fmla="*/ 3814090 h 4034009"/>
              <a:gd name="connsiteX8" fmla="*/ 4271058 w 5474825"/>
              <a:gd name="connsiteY8" fmla="*/ 3999285 h 4034009"/>
              <a:gd name="connsiteX9" fmla="*/ 4572000 w 5474825"/>
              <a:gd name="connsiteY9" fmla="*/ 4022434 h 4034009"/>
              <a:gd name="connsiteX10" fmla="*/ 5474825 w 5474825"/>
              <a:gd name="connsiteY10" fmla="*/ 4034009 h 4034009"/>
              <a:gd name="connsiteX0" fmla="*/ 0 w 5474825"/>
              <a:gd name="connsiteY0" fmla="*/ 816247 h 4058443"/>
              <a:gd name="connsiteX1" fmla="*/ 844952 w 5474825"/>
              <a:gd name="connsiteY1" fmla="*/ 98616 h 4058443"/>
              <a:gd name="connsiteX2" fmla="*/ 1134319 w 5474825"/>
              <a:gd name="connsiteY2" fmla="*/ 6019 h 4058443"/>
              <a:gd name="connsiteX3" fmla="*/ 1469985 w 5474825"/>
              <a:gd name="connsiteY3" fmla="*/ 17593 h 4058443"/>
              <a:gd name="connsiteX4" fmla="*/ 1608881 w 5474825"/>
              <a:gd name="connsiteY4" fmla="*/ 87042 h 4058443"/>
              <a:gd name="connsiteX5" fmla="*/ 1689904 w 5474825"/>
              <a:gd name="connsiteY5" fmla="*/ 225938 h 4058443"/>
              <a:gd name="connsiteX6" fmla="*/ 3750197 w 5474825"/>
              <a:gd name="connsiteY6" fmla="*/ 3686768 h 4058443"/>
              <a:gd name="connsiteX7" fmla="*/ 4271058 w 5474825"/>
              <a:gd name="connsiteY7" fmla="*/ 3999285 h 4058443"/>
              <a:gd name="connsiteX8" fmla="*/ 4572000 w 5474825"/>
              <a:gd name="connsiteY8" fmla="*/ 4022434 h 4058443"/>
              <a:gd name="connsiteX9" fmla="*/ 5474825 w 5474825"/>
              <a:gd name="connsiteY9" fmla="*/ 4034009 h 4058443"/>
              <a:gd name="connsiteX0" fmla="*/ 0 w 5474825"/>
              <a:gd name="connsiteY0" fmla="*/ 816247 h 4070239"/>
              <a:gd name="connsiteX1" fmla="*/ 844952 w 5474825"/>
              <a:gd name="connsiteY1" fmla="*/ 98616 h 4070239"/>
              <a:gd name="connsiteX2" fmla="*/ 1134319 w 5474825"/>
              <a:gd name="connsiteY2" fmla="*/ 6019 h 4070239"/>
              <a:gd name="connsiteX3" fmla="*/ 1469985 w 5474825"/>
              <a:gd name="connsiteY3" fmla="*/ 17593 h 4070239"/>
              <a:gd name="connsiteX4" fmla="*/ 1608881 w 5474825"/>
              <a:gd name="connsiteY4" fmla="*/ 87042 h 4070239"/>
              <a:gd name="connsiteX5" fmla="*/ 1689904 w 5474825"/>
              <a:gd name="connsiteY5" fmla="*/ 225938 h 4070239"/>
              <a:gd name="connsiteX6" fmla="*/ 3750197 w 5474825"/>
              <a:gd name="connsiteY6" fmla="*/ 3686768 h 4070239"/>
              <a:gd name="connsiteX7" fmla="*/ 4572000 w 5474825"/>
              <a:gd name="connsiteY7" fmla="*/ 4022434 h 4070239"/>
              <a:gd name="connsiteX8" fmla="*/ 5474825 w 5474825"/>
              <a:gd name="connsiteY8" fmla="*/ 4034009 h 4070239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34009 h 4103572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91159 h 410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4825" h="4103572">
                <a:moveTo>
                  <a:pt x="0" y="816247"/>
                </a:moveTo>
                <a:cubicBezTo>
                  <a:pt x="327949" y="524950"/>
                  <a:pt x="655899" y="233654"/>
                  <a:pt x="844952" y="98616"/>
                </a:cubicBezTo>
                <a:cubicBezTo>
                  <a:pt x="1034005" y="-36422"/>
                  <a:pt x="1030147" y="19523"/>
                  <a:pt x="1134319" y="6019"/>
                </a:cubicBezTo>
                <a:cubicBezTo>
                  <a:pt x="1238491" y="-7485"/>
                  <a:pt x="1390891" y="4089"/>
                  <a:pt x="1469985" y="17593"/>
                </a:cubicBezTo>
                <a:cubicBezTo>
                  <a:pt x="1549079" y="31097"/>
                  <a:pt x="1572228" y="52318"/>
                  <a:pt x="1608881" y="87042"/>
                </a:cubicBezTo>
                <a:cubicBezTo>
                  <a:pt x="1645534" y="121766"/>
                  <a:pt x="1689904" y="225938"/>
                  <a:pt x="1689904" y="225938"/>
                </a:cubicBezTo>
                <a:cubicBezTo>
                  <a:pt x="2046790" y="825892"/>
                  <a:pt x="3253973" y="3044494"/>
                  <a:pt x="3750197" y="3686768"/>
                </a:cubicBezTo>
                <a:cubicBezTo>
                  <a:pt x="4246421" y="4329042"/>
                  <a:pt x="4379812" y="4021711"/>
                  <a:pt x="4667250" y="4079584"/>
                </a:cubicBezTo>
                <a:cubicBezTo>
                  <a:pt x="4867878" y="4085371"/>
                  <a:pt x="5123726" y="4088265"/>
                  <a:pt x="5474825" y="4091159"/>
                </a:cubicBezTo>
              </a:path>
            </a:pathLst>
          </a:custGeom>
          <a:noFill/>
          <a:ln w="28575">
            <a:solidFill>
              <a:srgbClr val="00EFD1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8EDB944-55C2-7FA4-7C8E-A6A737FD7A45}"/>
              </a:ext>
            </a:extLst>
          </p:cNvPr>
          <p:cNvSpPr/>
          <p:nvPr/>
        </p:nvSpPr>
        <p:spPr bwMode="auto">
          <a:xfrm>
            <a:off x="2804436" y="359304"/>
            <a:ext cx="5474825" cy="4103572"/>
          </a:xfrm>
          <a:custGeom>
            <a:avLst/>
            <a:gdLst>
              <a:gd name="connsiteX0" fmla="*/ 0 w 5474825"/>
              <a:gd name="connsiteY0" fmla="*/ 816247 h 4034009"/>
              <a:gd name="connsiteX1" fmla="*/ 844952 w 5474825"/>
              <a:gd name="connsiteY1" fmla="*/ 98616 h 4034009"/>
              <a:gd name="connsiteX2" fmla="*/ 1134319 w 5474825"/>
              <a:gd name="connsiteY2" fmla="*/ 6019 h 4034009"/>
              <a:gd name="connsiteX3" fmla="*/ 1469985 w 5474825"/>
              <a:gd name="connsiteY3" fmla="*/ 17593 h 4034009"/>
              <a:gd name="connsiteX4" fmla="*/ 1608881 w 5474825"/>
              <a:gd name="connsiteY4" fmla="*/ 87042 h 4034009"/>
              <a:gd name="connsiteX5" fmla="*/ 1689904 w 5474825"/>
              <a:gd name="connsiteY5" fmla="*/ 225938 h 4034009"/>
              <a:gd name="connsiteX6" fmla="*/ 3750197 w 5474825"/>
              <a:gd name="connsiteY6" fmla="*/ 3686768 h 4034009"/>
              <a:gd name="connsiteX7" fmla="*/ 3900668 w 5474825"/>
              <a:gd name="connsiteY7" fmla="*/ 3814090 h 4034009"/>
              <a:gd name="connsiteX8" fmla="*/ 4271058 w 5474825"/>
              <a:gd name="connsiteY8" fmla="*/ 3999285 h 4034009"/>
              <a:gd name="connsiteX9" fmla="*/ 4572000 w 5474825"/>
              <a:gd name="connsiteY9" fmla="*/ 4022434 h 4034009"/>
              <a:gd name="connsiteX10" fmla="*/ 5474825 w 5474825"/>
              <a:gd name="connsiteY10" fmla="*/ 4034009 h 4034009"/>
              <a:gd name="connsiteX0" fmla="*/ 0 w 5474825"/>
              <a:gd name="connsiteY0" fmla="*/ 816247 h 4058443"/>
              <a:gd name="connsiteX1" fmla="*/ 844952 w 5474825"/>
              <a:gd name="connsiteY1" fmla="*/ 98616 h 4058443"/>
              <a:gd name="connsiteX2" fmla="*/ 1134319 w 5474825"/>
              <a:gd name="connsiteY2" fmla="*/ 6019 h 4058443"/>
              <a:gd name="connsiteX3" fmla="*/ 1469985 w 5474825"/>
              <a:gd name="connsiteY3" fmla="*/ 17593 h 4058443"/>
              <a:gd name="connsiteX4" fmla="*/ 1608881 w 5474825"/>
              <a:gd name="connsiteY4" fmla="*/ 87042 h 4058443"/>
              <a:gd name="connsiteX5" fmla="*/ 1689904 w 5474825"/>
              <a:gd name="connsiteY5" fmla="*/ 225938 h 4058443"/>
              <a:gd name="connsiteX6" fmla="*/ 3750197 w 5474825"/>
              <a:gd name="connsiteY6" fmla="*/ 3686768 h 4058443"/>
              <a:gd name="connsiteX7" fmla="*/ 4271058 w 5474825"/>
              <a:gd name="connsiteY7" fmla="*/ 3999285 h 4058443"/>
              <a:gd name="connsiteX8" fmla="*/ 4572000 w 5474825"/>
              <a:gd name="connsiteY8" fmla="*/ 4022434 h 4058443"/>
              <a:gd name="connsiteX9" fmla="*/ 5474825 w 5474825"/>
              <a:gd name="connsiteY9" fmla="*/ 4034009 h 4058443"/>
              <a:gd name="connsiteX0" fmla="*/ 0 w 5474825"/>
              <a:gd name="connsiteY0" fmla="*/ 816247 h 4070239"/>
              <a:gd name="connsiteX1" fmla="*/ 844952 w 5474825"/>
              <a:gd name="connsiteY1" fmla="*/ 98616 h 4070239"/>
              <a:gd name="connsiteX2" fmla="*/ 1134319 w 5474825"/>
              <a:gd name="connsiteY2" fmla="*/ 6019 h 4070239"/>
              <a:gd name="connsiteX3" fmla="*/ 1469985 w 5474825"/>
              <a:gd name="connsiteY3" fmla="*/ 17593 h 4070239"/>
              <a:gd name="connsiteX4" fmla="*/ 1608881 w 5474825"/>
              <a:gd name="connsiteY4" fmla="*/ 87042 h 4070239"/>
              <a:gd name="connsiteX5" fmla="*/ 1689904 w 5474825"/>
              <a:gd name="connsiteY5" fmla="*/ 225938 h 4070239"/>
              <a:gd name="connsiteX6" fmla="*/ 3750197 w 5474825"/>
              <a:gd name="connsiteY6" fmla="*/ 3686768 h 4070239"/>
              <a:gd name="connsiteX7" fmla="*/ 4572000 w 5474825"/>
              <a:gd name="connsiteY7" fmla="*/ 4022434 h 4070239"/>
              <a:gd name="connsiteX8" fmla="*/ 5474825 w 5474825"/>
              <a:gd name="connsiteY8" fmla="*/ 4034009 h 4070239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34009 h 4103572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91159 h 410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4825" h="4103572">
                <a:moveTo>
                  <a:pt x="0" y="816247"/>
                </a:moveTo>
                <a:cubicBezTo>
                  <a:pt x="327949" y="524950"/>
                  <a:pt x="655899" y="233654"/>
                  <a:pt x="844952" y="98616"/>
                </a:cubicBezTo>
                <a:cubicBezTo>
                  <a:pt x="1034005" y="-36422"/>
                  <a:pt x="1030147" y="19523"/>
                  <a:pt x="1134319" y="6019"/>
                </a:cubicBezTo>
                <a:cubicBezTo>
                  <a:pt x="1238491" y="-7485"/>
                  <a:pt x="1390891" y="4089"/>
                  <a:pt x="1469985" y="17593"/>
                </a:cubicBezTo>
                <a:cubicBezTo>
                  <a:pt x="1549079" y="31097"/>
                  <a:pt x="1572228" y="52318"/>
                  <a:pt x="1608881" y="87042"/>
                </a:cubicBezTo>
                <a:cubicBezTo>
                  <a:pt x="1645534" y="121766"/>
                  <a:pt x="1689904" y="225938"/>
                  <a:pt x="1689904" y="225938"/>
                </a:cubicBezTo>
                <a:cubicBezTo>
                  <a:pt x="2046790" y="825892"/>
                  <a:pt x="3253973" y="3044494"/>
                  <a:pt x="3750197" y="3686768"/>
                </a:cubicBezTo>
                <a:cubicBezTo>
                  <a:pt x="4246421" y="4329042"/>
                  <a:pt x="4379812" y="4021711"/>
                  <a:pt x="4667250" y="4079584"/>
                </a:cubicBezTo>
                <a:cubicBezTo>
                  <a:pt x="4867878" y="4085371"/>
                  <a:pt x="5123726" y="4088265"/>
                  <a:pt x="5474825" y="4091159"/>
                </a:cubicBezTo>
              </a:path>
            </a:pathLst>
          </a:custGeom>
          <a:noFill/>
          <a:ln w="28575">
            <a:solidFill>
              <a:srgbClr val="00EFD1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8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74499" y="1849574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79427" y="1535082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820904" y="4979399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615483" y="123246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67748" y="1814647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67042" y="5261573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10800000" scaled="1"/>
              <a:tileRect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67041" y="5385092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10800000" scaled="1"/>
              <a:tileRect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931521" y="1712394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5400000" scaled="1"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5015090" y="296185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447328" y="337424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8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9BA4C-4332-BBB4-D3E5-18BEDB5AE178}"/>
              </a:ext>
            </a:extLst>
          </p:cNvPr>
          <p:cNvSpPr txBox="1"/>
          <p:nvPr/>
        </p:nvSpPr>
        <p:spPr>
          <a:xfrm>
            <a:off x="5914664" y="275046"/>
            <a:ext cx="59378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800"/>
              <a:t>We add a flow of 5 through AB, capacity of AB decreases by 5 and capacity of BA increases by 5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67327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74499" y="1849574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79427" y="1535082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820904" y="4979399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615483" y="123246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67748" y="1814647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67042" y="5261573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10800000" scaled="1"/>
              <a:tileRect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67041" y="5385092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10800000" scaled="1"/>
              <a:tileRect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931521" y="1712394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5400000" scaled="1"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5015090" y="296185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447328" y="337424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8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9BA4C-4332-BBB4-D3E5-18BEDB5AE178}"/>
              </a:ext>
            </a:extLst>
          </p:cNvPr>
          <p:cNvSpPr txBox="1"/>
          <p:nvPr/>
        </p:nvSpPr>
        <p:spPr>
          <a:xfrm>
            <a:off x="5914664" y="275046"/>
            <a:ext cx="59378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800"/>
              <a:t>We add a flow of 4 through BA, capacity of BA decreases by 4 and capacity of AB increases by 4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6A9DF-847C-2520-6C22-1005122D4672}"/>
              </a:ext>
            </a:extLst>
          </p:cNvPr>
          <p:cNvSpPr txBox="1"/>
          <p:nvPr/>
        </p:nvSpPr>
        <p:spPr>
          <a:xfrm>
            <a:off x="5253630" y="2713198"/>
            <a:ext cx="66482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 b="1">
                <a:solidFill>
                  <a:srgbClr val="00EFD1"/>
                </a:solidFill>
              </a:rPr>
              <a:t>+4</a:t>
            </a:r>
            <a:endParaRPr lang="en-US" sz="2000" b="1" dirty="0">
              <a:solidFill>
                <a:srgbClr val="00EFD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89368-3F9A-DD87-1DEC-AA959FE3D2C7}"/>
              </a:ext>
            </a:extLst>
          </p:cNvPr>
          <p:cNvSpPr txBox="1"/>
          <p:nvPr/>
        </p:nvSpPr>
        <p:spPr>
          <a:xfrm>
            <a:off x="4063875" y="3611846"/>
            <a:ext cx="66482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 b="1">
                <a:solidFill>
                  <a:srgbClr val="00EFD1"/>
                </a:solidFill>
              </a:rPr>
              <a:t>-4</a:t>
            </a:r>
            <a:endParaRPr lang="en-US" sz="2000" b="1" dirty="0">
              <a:solidFill>
                <a:srgbClr val="00EFD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FAEE37-FFBE-597F-E7F0-2115622ECBBF}"/>
              </a:ext>
            </a:extLst>
          </p:cNvPr>
          <p:cNvSpPr/>
          <p:nvPr/>
        </p:nvSpPr>
        <p:spPr bwMode="auto">
          <a:xfrm>
            <a:off x="2708476" y="989405"/>
            <a:ext cx="5474825" cy="4103572"/>
          </a:xfrm>
          <a:custGeom>
            <a:avLst/>
            <a:gdLst>
              <a:gd name="connsiteX0" fmla="*/ 0 w 5474825"/>
              <a:gd name="connsiteY0" fmla="*/ 816247 h 4034009"/>
              <a:gd name="connsiteX1" fmla="*/ 844952 w 5474825"/>
              <a:gd name="connsiteY1" fmla="*/ 98616 h 4034009"/>
              <a:gd name="connsiteX2" fmla="*/ 1134319 w 5474825"/>
              <a:gd name="connsiteY2" fmla="*/ 6019 h 4034009"/>
              <a:gd name="connsiteX3" fmla="*/ 1469985 w 5474825"/>
              <a:gd name="connsiteY3" fmla="*/ 17593 h 4034009"/>
              <a:gd name="connsiteX4" fmla="*/ 1608881 w 5474825"/>
              <a:gd name="connsiteY4" fmla="*/ 87042 h 4034009"/>
              <a:gd name="connsiteX5" fmla="*/ 1689904 w 5474825"/>
              <a:gd name="connsiteY5" fmla="*/ 225938 h 4034009"/>
              <a:gd name="connsiteX6" fmla="*/ 3750197 w 5474825"/>
              <a:gd name="connsiteY6" fmla="*/ 3686768 h 4034009"/>
              <a:gd name="connsiteX7" fmla="*/ 3900668 w 5474825"/>
              <a:gd name="connsiteY7" fmla="*/ 3814090 h 4034009"/>
              <a:gd name="connsiteX8" fmla="*/ 4271058 w 5474825"/>
              <a:gd name="connsiteY8" fmla="*/ 3999285 h 4034009"/>
              <a:gd name="connsiteX9" fmla="*/ 4572000 w 5474825"/>
              <a:gd name="connsiteY9" fmla="*/ 4022434 h 4034009"/>
              <a:gd name="connsiteX10" fmla="*/ 5474825 w 5474825"/>
              <a:gd name="connsiteY10" fmla="*/ 4034009 h 4034009"/>
              <a:gd name="connsiteX0" fmla="*/ 0 w 5474825"/>
              <a:gd name="connsiteY0" fmla="*/ 816247 h 4058443"/>
              <a:gd name="connsiteX1" fmla="*/ 844952 w 5474825"/>
              <a:gd name="connsiteY1" fmla="*/ 98616 h 4058443"/>
              <a:gd name="connsiteX2" fmla="*/ 1134319 w 5474825"/>
              <a:gd name="connsiteY2" fmla="*/ 6019 h 4058443"/>
              <a:gd name="connsiteX3" fmla="*/ 1469985 w 5474825"/>
              <a:gd name="connsiteY3" fmla="*/ 17593 h 4058443"/>
              <a:gd name="connsiteX4" fmla="*/ 1608881 w 5474825"/>
              <a:gd name="connsiteY4" fmla="*/ 87042 h 4058443"/>
              <a:gd name="connsiteX5" fmla="*/ 1689904 w 5474825"/>
              <a:gd name="connsiteY5" fmla="*/ 225938 h 4058443"/>
              <a:gd name="connsiteX6" fmla="*/ 3750197 w 5474825"/>
              <a:gd name="connsiteY6" fmla="*/ 3686768 h 4058443"/>
              <a:gd name="connsiteX7" fmla="*/ 4271058 w 5474825"/>
              <a:gd name="connsiteY7" fmla="*/ 3999285 h 4058443"/>
              <a:gd name="connsiteX8" fmla="*/ 4572000 w 5474825"/>
              <a:gd name="connsiteY8" fmla="*/ 4022434 h 4058443"/>
              <a:gd name="connsiteX9" fmla="*/ 5474825 w 5474825"/>
              <a:gd name="connsiteY9" fmla="*/ 4034009 h 4058443"/>
              <a:gd name="connsiteX0" fmla="*/ 0 w 5474825"/>
              <a:gd name="connsiteY0" fmla="*/ 816247 h 4070239"/>
              <a:gd name="connsiteX1" fmla="*/ 844952 w 5474825"/>
              <a:gd name="connsiteY1" fmla="*/ 98616 h 4070239"/>
              <a:gd name="connsiteX2" fmla="*/ 1134319 w 5474825"/>
              <a:gd name="connsiteY2" fmla="*/ 6019 h 4070239"/>
              <a:gd name="connsiteX3" fmla="*/ 1469985 w 5474825"/>
              <a:gd name="connsiteY3" fmla="*/ 17593 h 4070239"/>
              <a:gd name="connsiteX4" fmla="*/ 1608881 w 5474825"/>
              <a:gd name="connsiteY4" fmla="*/ 87042 h 4070239"/>
              <a:gd name="connsiteX5" fmla="*/ 1689904 w 5474825"/>
              <a:gd name="connsiteY5" fmla="*/ 225938 h 4070239"/>
              <a:gd name="connsiteX6" fmla="*/ 3750197 w 5474825"/>
              <a:gd name="connsiteY6" fmla="*/ 3686768 h 4070239"/>
              <a:gd name="connsiteX7" fmla="*/ 4572000 w 5474825"/>
              <a:gd name="connsiteY7" fmla="*/ 4022434 h 4070239"/>
              <a:gd name="connsiteX8" fmla="*/ 5474825 w 5474825"/>
              <a:gd name="connsiteY8" fmla="*/ 4034009 h 4070239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34009 h 4103572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91159 h 410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4825" h="4103572">
                <a:moveTo>
                  <a:pt x="0" y="816247"/>
                </a:moveTo>
                <a:cubicBezTo>
                  <a:pt x="327949" y="524950"/>
                  <a:pt x="655899" y="233654"/>
                  <a:pt x="844952" y="98616"/>
                </a:cubicBezTo>
                <a:cubicBezTo>
                  <a:pt x="1034005" y="-36422"/>
                  <a:pt x="1030147" y="19523"/>
                  <a:pt x="1134319" y="6019"/>
                </a:cubicBezTo>
                <a:cubicBezTo>
                  <a:pt x="1238491" y="-7485"/>
                  <a:pt x="1390891" y="4089"/>
                  <a:pt x="1469985" y="17593"/>
                </a:cubicBezTo>
                <a:cubicBezTo>
                  <a:pt x="1549079" y="31097"/>
                  <a:pt x="1572228" y="52318"/>
                  <a:pt x="1608881" y="87042"/>
                </a:cubicBezTo>
                <a:cubicBezTo>
                  <a:pt x="1645534" y="121766"/>
                  <a:pt x="1689904" y="225938"/>
                  <a:pt x="1689904" y="225938"/>
                </a:cubicBezTo>
                <a:cubicBezTo>
                  <a:pt x="2046790" y="825892"/>
                  <a:pt x="3253973" y="3044494"/>
                  <a:pt x="3750197" y="3686768"/>
                </a:cubicBezTo>
                <a:cubicBezTo>
                  <a:pt x="4246421" y="4329042"/>
                  <a:pt x="4379812" y="4021711"/>
                  <a:pt x="4667250" y="4079584"/>
                </a:cubicBezTo>
                <a:cubicBezTo>
                  <a:pt x="4867878" y="4085371"/>
                  <a:pt x="5123726" y="4088265"/>
                  <a:pt x="5474825" y="4091159"/>
                </a:cubicBezTo>
              </a:path>
            </a:pathLst>
          </a:custGeom>
          <a:noFill/>
          <a:ln w="28575">
            <a:solidFill>
              <a:srgbClr val="00EFD1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14CFDF7-0F8B-B9BF-7A5D-105B9932DC88}"/>
              </a:ext>
            </a:extLst>
          </p:cNvPr>
          <p:cNvSpPr/>
          <p:nvPr/>
        </p:nvSpPr>
        <p:spPr bwMode="auto">
          <a:xfrm>
            <a:off x="2732466" y="820809"/>
            <a:ext cx="5474825" cy="4103572"/>
          </a:xfrm>
          <a:custGeom>
            <a:avLst/>
            <a:gdLst>
              <a:gd name="connsiteX0" fmla="*/ 0 w 5474825"/>
              <a:gd name="connsiteY0" fmla="*/ 816247 h 4034009"/>
              <a:gd name="connsiteX1" fmla="*/ 844952 w 5474825"/>
              <a:gd name="connsiteY1" fmla="*/ 98616 h 4034009"/>
              <a:gd name="connsiteX2" fmla="*/ 1134319 w 5474825"/>
              <a:gd name="connsiteY2" fmla="*/ 6019 h 4034009"/>
              <a:gd name="connsiteX3" fmla="*/ 1469985 w 5474825"/>
              <a:gd name="connsiteY3" fmla="*/ 17593 h 4034009"/>
              <a:gd name="connsiteX4" fmla="*/ 1608881 w 5474825"/>
              <a:gd name="connsiteY4" fmla="*/ 87042 h 4034009"/>
              <a:gd name="connsiteX5" fmla="*/ 1689904 w 5474825"/>
              <a:gd name="connsiteY5" fmla="*/ 225938 h 4034009"/>
              <a:gd name="connsiteX6" fmla="*/ 3750197 w 5474825"/>
              <a:gd name="connsiteY6" fmla="*/ 3686768 h 4034009"/>
              <a:gd name="connsiteX7" fmla="*/ 3900668 w 5474825"/>
              <a:gd name="connsiteY7" fmla="*/ 3814090 h 4034009"/>
              <a:gd name="connsiteX8" fmla="*/ 4271058 w 5474825"/>
              <a:gd name="connsiteY8" fmla="*/ 3999285 h 4034009"/>
              <a:gd name="connsiteX9" fmla="*/ 4572000 w 5474825"/>
              <a:gd name="connsiteY9" fmla="*/ 4022434 h 4034009"/>
              <a:gd name="connsiteX10" fmla="*/ 5474825 w 5474825"/>
              <a:gd name="connsiteY10" fmla="*/ 4034009 h 4034009"/>
              <a:gd name="connsiteX0" fmla="*/ 0 w 5474825"/>
              <a:gd name="connsiteY0" fmla="*/ 816247 h 4058443"/>
              <a:gd name="connsiteX1" fmla="*/ 844952 w 5474825"/>
              <a:gd name="connsiteY1" fmla="*/ 98616 h 4058443"/>
              <a:gd name="connsiteX2" fmla="*/ 1134319 w 5474825"/>
              <a:gd name="connsiteY2" fmla="*/ 6019 h 4058443"/>
              <a:gd name="connsiteX3" fmla="*/ 1469985 w 5474825"/>
              <a:gd name="connsiteY3" fmla="*/ 17593 h 4058443"/>
              <a:gd name="connsiteX4" fmla="*/ 1608881 w 5474825"/>
              <a:gd name="connsiteY4" fmla="*/ 87042 h 4058443"/>
              <a:gd name="connsiteX5" fmla="*/ 1689904 w 5474825"/>
              <a:gd name="connsiteY5" fmla="*/ 225938 h 4058443"/>
              <a:gd name="connsiteX6" fmla="*/ 3750197 w 5474825"/>
              <a:gd name="connsiteY6" fmla="*/ 3686768 h 4058443"/>
              <a:gd name="connsiteX7" fmla="*/ 4271058 w 5474825"/>
              <a:gd name="connsiteY7" fmla="*/ 3999285 h 4058443"/>
              <a:gd name="connsiteX8" fmla="*/ 4572000 w 5474825"/>
              <a:gd name="connsiteY8" fmla="*/ 4022434 h 4058443"/>
              <a:gd name="connsiteX9" fmla="*/ 5474825 w 5474825"/>
              <a:gd name="connsiteY9" fmla="*/ 4034009 h 4058443"/>
              <a:gd name="connsiteX0" fmla="*/ 0 w 5474825"/>
              <a:gd name="connsiteY0" fmla="*/ 816247 h 4070239"/>
              <a:gd name="connsiteX1" fmla="*/ 844952 w 5474825"/>
              <a:gd name="connsiteY1" fmla="*/ 98616 h 4070239"/>
              <a:gd name="connsiteX2" fmla="*/ 1134319 w 5474825"/>
              <a:gd name="connsiteY2" fmla="*/ 6019 h 4070239"/>
              <a:gd name="connsiteX3" fmla="*/ 1469985 w 5474825"/>
              <a:gd name="connsiteY3" fmla="*/ 17593 h 4070239"/>
              <a:gd name="connsiteX4" fmla="*/ 1608881 w 5474825"/>
              <a:gd name="connsiteY4" fmla="*/ 87042 h 4070239"/>
              <a:gd name="connsiteX5" fmla="*/ 1689904 w 5474825"/>
              <a:gd name="connsiteY5" fmla="*/ 225938 h 4070239"/>
              <a:gd name="connsiteX6" fmla="*/ 3750197 w 5474825"/>
              <a:gd name="connsiteY6" fmla="*/ 3686768 h 4070239"/>
              <a:gd name="connsiteX7" fmla="*/ 4572000 w 5474825"/>
              <a:gd name="connsiteY7" fmla="*/ 4022434 h 4070239"/>
              <a:gd name="connsiteX8" fmla="*/ 5474825 w 5474825"/>
              <a:gd name="connsiteY8" fmla="*/ 4034009 h 4070239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34009 h 4103572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91159 h 410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4825" h="4103572">
                <a:moveTo>
                  <a:pt x="0" y="816247"/>
                </a:moveTo>
                <a:cubicBezTo>
                  <a:pt x="327949" y="524950"/>
                  <a:pt x="655899" y="233654"/>
                  <a:pt x="844952" y="98616"/>
                </a:cubicBezTo>
                <a:cubicBezTo>
                  <a:pt x="1034005" y="-36422"/>
                  <a:pt x="1030147" y="19523"/>
                  <a:pt x="1134319" y="6019"/>
                </a:cubicBezTo>
                <a:cubicBezTo>
                  <a:pt x="1238491" y="-7485"/>
                  <a:pt x="1390891" y="4089"/>
                  <a:pt x="1469985" y="17593"/>
                </a:cubicBezTo>
                <a:cubicBezTo>
                  <a:pt x="1549079" y="31097"/>
                  <a:pt x="1572228" y="52318"/>
                  <a:pt x="1608881" y="87042"/>
                </a:cubicBezTo>
                <a:cubicBezTo>
                  <a:pt x="1645534" y="121766"/>
                  <a:pt x="1689904" y="225938"/>
                  <a:pt x="1689904" y="225938"/>
                </a:cubicBezTo>
                <a:cubicBezTo>
                  <a:pt x="2046790" y="825892"/>
                  <a:pt x="3253973" y="3044494"/>
                  <a:pt x="3750197" y="3686768"/>
                </a:cubicBezTo>
                <a:cubicBezTo>
                  <a:pt x="4246421" y="4329042"/>
                  <a:pt x="4379812" y="4021711"/>
                  <a:pt x="4667250" y="4079584"/>
                </a:cubicBezTo>
                <a:cubicBezTo>
                  <a:pt x="4867878" y="4085371"/>
                  <a:pt x="5123726" y="4088265"/>
                  <a:pt x="5474825" y="4091159"/>
                </a:cubicBezTo>
              </a:path>
            </a:pathLst>
          </a:custGeom>
          <a:noFill/>
          <a:ln w="28575">
            <a:solidFill>
              <a:srgbClr val="00EFD1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A854C83-C9FB-7BE4-21D0-637D038A4879}"/>
              </a:ext>
            </a:extLst>
          </p:cNvPr>
          <p:cNvSpPr/>
          <p:nvPr/>
        </p:nvSpPr>
        <p:spPr bwMode="auto">
          <a:xfrm>
            <a:off x="2756456" y="661412"/>
            <a:ext cx="5474825" cy="4103572"/>
          </a:xfrm>
          <a:custGeom>
            <a:avLst/>
            <a:gdLst>
              <a:gd name="connsiteX0" fmla="*/ 0 w 5474825"/>
              <a:gd name="connsiteY0" fmla="*/ 816247 h 4034009"/>
              <a:gd name="connsiteX1" fmla="*/ 844952 w 5474825"/>
              <a:gd name="connsiteY1" fmla="*/ 98616 h 4034009"/>
              <a:gd name="connsiteX2" fmla="*/ 1134319 w 5474825"/>
              <a:gd name="connsiteY2" fmla="*/ 6019 h 4034009"/>
              <a:gd name="connsiteX3" fmla="*/ 1469985 w 5474825"/>
              <a:gd name="connsiteY3" fmla="*/ 17593 h 4034009"/>
              <a:gd name="connsiteX4" fmla="*/ 1608881 w 5474825"/>
              <a:gd name="connsiteY4" fmla="*/ 87042 h 4034009"/>
              <a:gd name="connsiteX5" fmla="*/ 1689904 w 5474825"/>
              <a:gd name="connsiteY5" fmla="*/ 225938 h 4034009"/>
              <a:gd name="connsiteX6" fmla="*/ 3750197 w 5474825"/>
              <a:gd name="connsiteY6" fmla="*/ 3686768 h 4034009"/>
              <a:gd name="connsiteX7" fmla="*/ 3900668 w 5474825"/>
              <a:gd name="connsiteY7" fmla="*/ 3814090 h 4034009"/>
              <a:gd name="connsiteX8" fmla="*/ 4271058 w 5474825"/>
              <a:gd name="connsiteY8" fmla="*/ 3999285 h 4034009"/>
              <a:gd name="connsiteX9" fmla="*/ 4572000 w 5474825"/>
              <a:gd name="connsiteY9" fmla="*/ 4022434 h 4034009"/>
              <a:gd name="connsiteX10" fmla="*/ 5474825 w 5474825"/>
              <a:gd name="connsiteY10" fmla="*/ 4034009 h 4034009"/>
              <a:gd name="connsiteX0" fmla="*/ 0 w 5474825"/>
              <a:gd name="connsiteY0" fmla="*/ 816247 h 4058443"/>
              <a:gd name="connsiteX1" fmla="*/ 844952 w 5474825"/>
              <a:gd name="connsiteY1" fmla="*/ 98616 h 4058443"/>
              <a:gd name="connsiteX2" fmla="*/ 1134319 w 5474825"/>
              <a:gd name="connsiteY2" fmla="*/ 6019 h 4058443"/>
              <a:gd name="connsiteX3" fmla="*/ 1469985 w 5474825"/>
              <a:gd name="connsiteY3" fmla="*/ 17593 h 4058443"/>
              <a:gd name="connsiteX4" fmla="*/ 1608881 w 5474825"/>
              <a:gd name="connsiteY4" fmla="*/ 87042 h 4058443"/>
              <a:gd name="connsiteX5" fmla="*/ 1689904 w 5474825"/>
              <a:gd name="connsiteY5" fmla="*/ 225938 h 4058443"/>
              <a:gd name="connsiteX6" fmla="*/ 3750197 w 5474825"/>
              <a:gd name="connsiteY6" fmla="*/ 3686768 h 4058443"/>
              <a:gd name="connsiteX7" fmla="*/ 4271058 w 5474825"/>
              <a:gd name="connsiteY7" fmla="*/ 3999285 h 4058443"/>
              <a:gd name="connsiteX8" fmla="*/ 4572000 w 5474825"/>
              <a:gd name="connsiteY8" fmla="*/ 4022434 h 4058443"/>
              <a:gd name="connsiteX9" fmla="*/ 5474825 w 5474825"/>
              <a:gd name="connsiteY9" fmla="*/ 4034009 h 4058443"/>
              <a:gd name="connsiteX0" fmla="*/ 0 w 5474825"/>
              <a:gd name="connsiteY0" fmla="*/ 816247 h 4070239"/>
              <a:gd name="connsiteX1" fmla="*/ 844952 w 5474825"/>
              <a:gd name="connsiteY1" fmla="*/ 98616 h 4070239"/>
              <a:gd name="connsiteX2" fmla="*/ 1134319 w 5474825"/>
              <a:gd name="connsiteY2" fmla="*/ 6019 h 4070239"/>
              <a:gd name="connsiteX3" fmla="*/ 1469985 w 5474825"/>
              <a:gd name="connsiteY3" fmla="*/ 17593 h 4070239"/>
              <a:gd name="connsiteX4" fmla="*/ 1608881 w 5474825"/>
              <a:gd name="connsiteY4" fmla="*/ 87042 h 4070239"/>
              <a:gd name="connsiteX5" fmla="*/ 1689904 w 5474825"/>
              <a:gd name="connsiteY5" fmla="*/ 225938 h 4070239"/>
              <a:gd name="connsiteX6" fmla="*/ 3750197 w 5474825"/>
              <a:gd name="connsiteY6" fmla="*/ 3686768 h 4070239"/>
              <a:gd name="connsiteX7" fmla="*/ 4572000 w 5474825"/>
              <a:gd name="connsiteY7" fmla="*/ 4022434 h 4070239"/>
              <a:gd name="connsiteX8" fmla="*/ 5474825 w 5474825"/>
              <a:gd name="connsiteY8" fmla="*/ 4034009 h 4070239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34009 h 4103572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91159 h 410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4825" h="4103572">
                <a:moveTo>
                  <a:pt x="0" y="816247"/>
                </a:moveTo>
                <a:cubicBezTo>
                  <a:pt x="327949" y="524950"/>
                  <a:pt x="655899" y="233654"/>
                  <a:pt x="844952" y="98616"/>
                </a:cubicBezTo>
                <a:cubicBezTo>
                  <a:pt x="1034005" y="-36422"/>
                  <a:pt x="1030147" y="19523"/>
                  <a:pt x="1134319" y="6019"/>
                </a:cubicBezTo>
                <a:cubicBezTo>
                  <a:pt x="1238491" y="-7485"/>
                  <a:pt x="1390891" y="4089"/>
                  <a:pt x="1469985" y="17593"/>
                </a:cubicBezTo>
                <a:cubicBezTo>
                  <a:pt x="1549079" y="31097"/>
                  <a:pt x="1572228" y="52318"/>
                  <a:pt x="1608881" y="87042"/>
                </a:cubicBezTo>
                <a:cubicBezTo>
                  <a:pt x="1645534" y="121766"/>
                  <a:pt x="1689904" y="225938"/>
                  <a:pt x="1689904" y="225938"/>
                </a:cubicBezTo>
                <a:cubicBezTo>
                  <a:pt x="2046790" y="825892"/>
                  <a:pt x="3253973" y="3044494"/>
                  <a:pt x="3750197" y="3686768"/>
                </a:cubicBezTo>
                <a:cubicBezTo>
                  <a:pt x="4246421" y="4329042"/>
                  <a:pt x="4379812" y="4021711"/>
                  <a:pt x="4667250" y="4079584"/>
                </a:cubicBezTo>
                <a:cubicBezTo>
                  <a:pt x="4867878" y="4085371"/>
                  <a:pt x="5123726" y="4088265"/>
                  <a:pt x="5474825" y="4091159"/>
                </a:cubicBezTo>
              </a:path>
            </a:pathLst>
          </a:custGeom>
          <a:noFill/>
          <a:ln w="28575">
            <a:solidFill>
              <a:srgbClr val="00EFD1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F4AC9BD-7062-5C10-3447-160DE6BF8138}"/>
              </a:ext>
            </a:extLst>
          </p:cNvPr>
          <p:cNvSpPr/>
          <p:nvPr/>
        </p:nvSpPr>
        <p:spPr bwMode="auto">
          <a:xfrm>
            <a:off x="2780446" y="502015"/>
            <a:ext cx="5474825" cy="4103572"/>
          </a:xfrm>
          <a:custGeom>
            <a:avLst/>
            <a:gdLst>
              <a:gd name="connsiteX0" fmla="*/ 0 w 5474825"/>
              <a:gd name="connsiteY0" fmla="*/ 816247 h 4034009"/>
              <a:gd name="connsiteX1" fmla="*/ 844952 w 5474825"/>
              <a:gd name="connsiteY1" fmla="*/ 98616 h 4034009"/>
              <a:gd name="connsiteX2" fmla="*/ 1134319 w 5474825"/>
              <a:gd name="connsiteY2" fmla="*/ 6019 h 4034009"/>
              <a:gd name="connsiteX3" fmla="*/ 1469985 w 5474825"/>
              <a:gd name="connsiteY3" fmla="*/ 17593 h 4034009"/>
              <a:gd name="connsiteX4" fmla="*/ 1608881 w 5474825"/>
              <a:gd name="connsiteY4" fmla="*/ 87042 h 4034009"/>
              <a:gd name="connsiteX5" fmla="*/ 1689904 w 5474825"/>
              <a:gd name="connsiteY5" fmla="*/ 225938 h 4034009"/>
              <a:gd name="connsiteX6" fmla="*/ 3750197 w 5474825"/>
              <a:gd name="connsiteY6" fmla="*/ 3686768 h 4034009"/>
              <a:gd name="connsiteX7" fmla="*/ 3900668 w 5474825"/>
              <a:gd name="connsiteY7" fmla="*/ 3814090 h 4034009"/>
              <a:gd name="connsiteX8" fmla="*/ 4271058 w 5474825"/>
              <a:gd name="connsiteY8" fmla="*/ 3999285 h 4034009"/>
              <a:gd name="connsiteX9" fmla="*/ 4572000 w 5474825"/>
              <a:gd name="connsiteY9" fmla="*/ 4022434 h 4034009"/>
              <a:gd name="connsiteX10" fmla="*/ 5474825 w 5474825"/>
              <a:gd name="connsiteY10" fmla="*/ 4034009 h 4034009"/>
              <a:gd name="connsiteX0" fmla="*/ 0 w 5474825"/>
              <a:gd name="connsiteY0" fmla="*/ 816247 h 4058443"/>
              <a:gd name="connsiteX1" fmla="*/ 844952 w 5474825"/>
              <a:gd name="connsiteY1" fmla="*/ 98616 h 4058443"/>
              <a:gd name="connsiteX2" fmla="*/ 1134319 w 5474825"/>
              <a:gd name="connsiteY2" fmla="*/ 6019 h 4058443"/>
              <a:gd name="connsiteX3" fmla="*/ 1469985 w 5474825"/>
              <a:gd name="connsiteY3" fmla="*/ 17593 h 4058443"/>
              <a:gd name="connsiteX4" fmla="*/ 1608881 w 5474825"/>
              <a:gd name="connsiteY4" fmla="*/ 87042 h 4058443"/>
              <a:gd name="connsiteX5" fmla="*/ 1689904 w 5474825"/>
              <a:gd name="connsiteY5" fmla="*/ 225938 h 4058443"/>
              <a:gd name="connsiteX6" fmla="*/ 3750197 w 5474825"/>
              <a:gd name="connsiteY6" fmla="*/ 3686768 h 4058443"/>
              <a:gd name="connsiteX7" fmla="*/ 4271058 w 5474825"/>
              <a:gd name="connsiteY7" fmla="*/ 3999285 h 4058443"/>
              <a:gd name="connsiteX8" fmla="*/ 4572000 w 5474825"/>
              <a:gd name="connsiteY8" fmla="*/ 4022434 h 4058443"/>
              <a:gd name="connsiteX9" fmla="*/ 5474825 w 5474825"/>
              <a:gd name="connsiteY9" fmla="*/ 4034009 h 4058443"/>
              <a:gd name="connsiteX0" fmla="*/ 0 w 5474825"/>
              <a:gd name="connsiteY0" fmla="*/ 816247 h 4070239"/>
              <a:gd name="connsiteX1" fmla="*/ 844952 w 5474825"/>
              <a:gd name="connsiteY1" fmla="*/ 98616 h 4070239"/>
              <a:gd name="connsiteX2" fmla="*/ 1134319 w 5474825"/>
              <a:gd name="connsiteY2" fmla="*/ 6019 h 4070239"/>
              <a:gd name="connsiteX3" fmla="*/ 1469985 w 5474825"/>
              <a:gd name="connsiteY3" fmla="*/ 17593 h 4070239"/>
              <a:gd name="connsiteX4" fmla="*/ 1608881 w 5474825"/>
              <a:gd name="connsiteY4" fmla="*/ 87042 h 4070239"/>
              <a:gd name="connsiteX5" fmla="*/ 1689904 w 5474825"/>
              <a:gd name="connsiteY5" fmla="*/ 225938 h 4070239"/>
              <a:gd name="connsiteX6" fmla="*/ 3750197 w 5474825"/>
              <a:gd name="connsiteY6" fmla="*/ 3686768 h 4070239"/>
              <a:gd name="connsiteX7" fmla="*/ 4572000 w 5474825"/>
              <a:gd name="connsiteY7" fmla="*/ 4022434 h 4070239"/>
              <a:gd name="connsiteX8" fmla="*/ 5474825 w 5474825"/>
              <a:gd name="connsiteY8" fmla="*/ 4034009 h 4070239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34009 h 4103572"/>
              <a:gd name="connsiteX0" fmla="*/ 0 w 5474825"/>
              <a:gd name="connsiteY0" fmla="*/ 816247 h 4103572"/>
              <a:gd name="connsiteX1" fmla="*/ 844952 w 5474825"/>
              <a:gd name="connsiteY1" fmla="*/ 98616 h 4103572"/>
              <a:gd name="connsiteX2" fmla="*/ 1134319 w 5474825"/>
              <a:gd name="connsiteY2" fmla="*/ 6019 h 4103572"/>
              <a:gd name="connsiteX3" fmla="*/ 1469985 w 5474825"/>
              <a:gd name="connsiteY3" fmla="*/ 17593 h 4103572"/>
              <a:gd name="connsiteX4" fmla="*/ 1608881 w 5474825"/>
              <a:gd name="connsiteY4" fmla="*/ 87042 h 4103572"/>
              <a:gd name="connsiteX5" fmla="*/ 1689904 w 5474825"/>
              <a:gd name="connsiteY5" fmla="*/ 225938 h 4103572"/>
              <a:gd name="connsiteX6" fmla="*/ 3750197 w 5474825"/>
              <a:gd name="connsiteY6" fmla="*/ 3686768 h 4103572"/>
              <a:gd name="connsiteX7" fmla="*/ 4667250 w 5474825"/>
              <a:gd name="connsiteY7" fmla="*/ 4079584 h 4103572"/>
              <a:gd name="connsiteX8" fmla="*/ 5474825 w 5474825"/>
              <a:gd name="connsiteY8" fmla="*/ 4091159 h 410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4825" h="4103572">
                <a:moveTo>
                  <a:pt x="0" y="816247"/>
                </a:moveTo>
                <a:cubicBezTo>
                  <a:pt x="327949" y="524950"/>
                  <a:pt x="655899" y="233654"/>
                  <a:pt x="844952" y="98616"/>
                </a:cubicBezTo>
                <a:cubicBezTo>
                  <a:pt x="1034005" y="-36422"/>
                  <a:pt x="1030147" y="19523"/>
                  <a:pt x="1134319" y="6019"/>
                </a:cubicBezTo>
                <a:cubicBezTo>
                  <a:pt x="1238491" y="-7485"/>
                  <a:pt x="1390891" y="4089"/>
                  <a:pt x="1469985" y="17593"/>
                </a:cubicBezTo>
                <a:cubicBezTo>
                  <a:pt x="1549079" y="31097"/>
                  <a:pt x="1572228" y="52318"/>
                  <a:pt x="1608881" y="87042"/>
                </a:cubicBezTo>
                <a:cubicBezTo>
                  <a:pt x="1645534" y="121766"/>
                  <a:pt x="1689904" y="225938"/>
                  <a:pt x="1689904" y="225938"/>
                </a:cubicBezTo>
                <a:cubicBezTo>
                  <a:pt x="2046790" y="825892"/>
                  <a:pt x="3253973" y="3044494"/>
                  <a:pt x="3750197" y="3686768"/>
                </a:cubicBezTo>
                <a:cubicBezTo>
                  <a:pt x="4246421" y="4329042"/>
                  <a:pt x="4379812" y="4021711"/>
                  <a:pt x="4667250" y="4079584"/>
                </a:cubicBezTo>
                <a:cubicBezTo>
                  <a:pt x="4867878" y="4085371"/>
                  <a:pt x="5123726" y="4088265"/>
                  <a:pt x="5474825" y="4091159"/>
                </a:cubicBezTo>
              </a:path>
            </a:pathLst>
          </a:custGeom>
          <a:noFill/>
          <a:ln w="28575">
            <a:solidFill>
              <a:srgbClr val="00EFD1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97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74499" y="1849574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79427" y="1535082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820904" y="4979399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615483" y="123246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67748" y="1814647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5400000" scaled="1"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67042" y="5261573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33CCFF">
                    <a:alpha val="0"/>
                    <a:lumMod val="0"/>
                  </a:srgbClr>
                </a:gs>
                <a:gs pos="56000">
                  <a:srgbClr val="33CCFF">
                    <a:alpha val="73000"/>
                    <a:lumMod val="72000"/>
                  </a:srgbClr>
                </a:gs>
                <a:gs pos="100000">
                  <a:srgbClr val="33CCFF"/>
                </a:gs>
              </a:gsLst>
              <a:lin ang="10800000" scaled="1"/>
              <a:tileRect/>
            </a:gra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67041" y="5385092"/>
            <a:ext cx="1559282" cy="0"/>
          </a:xfrm>
          <a:prstGeom prst="straightConnector1">
            <a:avLst/>
          </a:prstGeom>
          <a:ln w="38100">
            <a:gradFill flip="none" rotWithShape="1"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10800000" scaled="1"/>
              <a:tileRect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931521" y="1712394"/>
            <a:ext cx="1673032" cy="1416581"/>
          </a:xfrm>
          <a:prstGeom prst="straightConnector1">
            <a:avLst/>
          </a:prstGeom>
          <a:ln w="38100">
            <a:gradFill>
              <a:gsLst>
                <a:gs pos="0">
                  <a:srgbClr val="F9AE57"/>
                </a:gs>
                <a:gs pos="56000">
                  <a:srgbClr val="F9AE57">
                    <a:alpha val="46000"/>
                    <a:lumMod val="67000"/>
                  </a:srgbClr>
                </a:gs>
                <a:gs pos="100000">
                  <a:srgbClr val="F9AE57">
                    <a:alpha val="0"/>
                    <a:lumMod val="0"/>
                  </a:srgbClr>
                </a:gs>
              </a:gsLst>
              <a:lin ang="5400000" scaled="1"/>
            </a:gra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5015090" y="296185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447328" y="337424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9BA4C-4332-BBB4-D3E5-18BEDB5AE178}"/>
              </a:ext>
            </a:extLst>
          </p:cNvPr>
          <p:cNvSpPr txBox="1"/>
          <p:nvPr/>
        </p:nvSpPr>
        <p:spPr>
          <a:xfrm>
            <a:off x="5914664" y="275046"/>
            <a:ext cx="59378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800"/>
              <a:t>We add a flow of 4 through BA, capacity of BA decreases by 4 and capacity of AB increases by 4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38358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7E0C3F-78C4-556B-23D4-C328C4B71D2D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E7319B-EBFF-66EC-40DD-7574DF17BC8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35A4AD-30AA-BB99-CE78-D2D4F5A8DC1D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5E7B20-30E6-F2F1-A5A7-A1604A36B82F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DA249F4-15C5-57C5-4BB1-6AE7D4EABA2E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s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468EDF-1DB1-1876-F6EB-6380D703EDA4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t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AFF0C18-59AF-D055-7D34-7DF752F93230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C90B44-1EDA-37A6-C9DF-443C678D84A5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C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1C532CC-53CC-9589-4CD2-4BF32474E8C8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F20991-B040-92C4-BBDB-764368238D8A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A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E82ABC4-6B48-C67A-11B4-2B044FE179D4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F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E4441B-F469-D94C-BA86-AA5AA4BD55AF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E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07523D0-60DE-3CDE-0E1E-653CAB46E0F4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17687F-8061-C0D6-0918-4DB66809540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5DE2340-C490-3005-31A4-2C1D786E2F68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B68E8F-E8A4-C0B5-C6B6-E5A95B91141A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BD3A87-2F7E-750D-EC9F-2A414E2D0A69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17CFF03-786F-F2AA-B453-0DAEFBD0D36B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1C6F1E-6D01-7F0B-B196-E0184973AD21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4801E6-75C5-D1D1-9941-D86019B9DE1B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7D120E-57E8-1EA1-96B2-DDFE61C86322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EE7A907-BE06-1976-E51F-B88616E85340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C22580B-CDC0-B388-157E-BD2695AB82AE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34B09B9-0BA3-8406-FF4F-1DD7D2FEFBCB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F788D52-53DE-6867-5459-EFE20668CE42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40D9B48-BC35-0071-1521-94CBF3CA1216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562C43C-47F9-0917-649D-CE0D5359CD77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ACC207E-AA51-D86B-FAEF-11910BC74508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4BDB646-6964-FBE7-E2DA-48D5DE3E3317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818713B-E842-A695-1166-E718A811ECB5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FC1D7A4-2AA2-671B-5ECF-6E50BF98E39A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10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580702-9AF4-A667-A874-BDF1C47D5AE5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585BC3-F30B-A341-B1C8-B3AB0A946DE9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269B53-917E-851D-E191-F55F77F04B1D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CC875E-7210-A5D0-2F15-94F8783A7451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6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B38771-8C9C-9B7C-F8A2-651B4FBC4766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914620-5767-FC44-0D68-EAA973DCDC0A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869653-4073-67D4-FDCC-92D713363C16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10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9628EE-A04A-A8CD-FF79-9767D663FC01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4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EBDDBD-66D2-C60C-FFA0-D6696902E948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6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53D90B-A291-F637-6757-5B3CF765A06E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974E0E-4942-1DB1-2763-9FE4D7F21929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944A0D-6071-5C60-B17F-CF8173B7660C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DA2E32D-2B47-76DB-7F64-419117C4901F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9BFA0A3-6EA8-4649-46AF-0E28384F3DA2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B37E96A-B744-311F-9F98-C8C13DB68311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61A255A-D4FB-97F8-E62C-E48A5E19EE26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8D2D0F3-A860-EA63-5CA5-F25745415085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F813BC6-45B7-9494-6840-74059DDE4807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ACEC5E0-661E-6D64-0E09-A4E976C7DBF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990A682-47FC-0CCA-D237-43AE11F77B65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DEF0C50-1353-A972-5E6A-1FC36612792F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528803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7E0C3F-78C4-556B-23D4-C328C4B71D2D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E7319B-EBFF-66EC-40DD-7574DF17BC8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35A4AD-30AA-BB99-CE78-D2D4F5A8DC1D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5E7B20-30E6-F2F1-A5A7-A1604A36B82F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DA249F4-15C5-57C5-4BB1-6AE7D4EABA2E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s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468EDF-1DB1-1876-F6EB-6380D703EDA4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t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AFF0C18-59AF-D055-7D34-7DF752F93230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C90B44-1EDA-37A6-C9DF-443C678D84A5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C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1C532CC-53CC-9589-4CD2-4BF32474E8C8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F20991-B040-92C4-BBDB-764368238D8A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A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E82ABC4-6B48-C67A-11B4-2B044FE179D4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F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E4441B-F469-D94C-BA86-AA5AA4BD55AF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E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07523D0-60DE-3CDE-0E1E-653CAB46E0F4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17687F-8061-C0D6-0918-4DB66809540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5DE2340-C490-3005-31A4-2C1D786E2F68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B68E8F-E8A4-C0B5-C6B6-E5A95B91141A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BD3A87-2F7E-750D-EC9F-2A414E2D0A69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17CFF03-786F-F2AA-B453-0DAEFBD0D36B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1C6F1E-6D01-7F0B-B196-E0184973AD21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4801E6-75C5-D1D1-9941-D86019B9DE1B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7D120E-57E8-1EA1-96B2-DDFE61C86322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EE7A907-BE06-1976-E51F-B88616E85340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C22580B-CDC0-B388-157E-BD2695AB82AE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34B09B9-0BA3-8406-FF4F-1DD7D2FEFBCB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F788D52-53DE-6867-5459-EFE20668CE42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40D9B48-BC35-0071-1521-94CBF3CA1216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562C43C-47F9-0917-649D-CE0D5359CD77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ACC207E-AA51-D86B-FAEF-11910BC74508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4BDB646-6964-FBE7-E2DA-48D5DE3E3317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818713B-E842-A695-1166-E718A811ECB5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FC1D7A4-2AA2-671B-5ECF-6E50BF98E39A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10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580702-9AF4-A667-A874-BDF1C47D5AE5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585BC3-F30B-A341-B1C8-B3AB0A946DE9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269B53-917E-851D-E191-F55F77F04B1D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CC875E-7210-A5D0-2F15-94F8783A7451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6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B38771-8C9C-9B7C-F8A2-651B4FBC4766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914620-5767-FC44-0D68-EAA973DCDC0A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869653-4073-67D4-FDCC-92D713363C16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10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9628EE-A04A-A8CD-FF79-9767D663FC01}"/>
              </a:ext>
            </a:extLst>
          </p:cNvPr>
          <p:cNvSpPr txBox="1"/>
          <p:nvPr/>
        </p:nvSpPr>
        <p:spPr>
          <a:xfrm>
            <a:off x="4755902" y="1157067"/>
            <a:ext cx="42388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4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EBDDBD-66D2-C60C-FFA0-D6696902E948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6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53D90B-A291-F637-6757-5B3CF765A06E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974E0E-4942-1DB1-2763-9FE4D7F21929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944A0D-6071-5C60-B17F-CF8173B7660C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DA2E32D-2B47-76DB-7F64-419117C4901F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9BFA0A3-6EA8-4649-46AF-0E28384F3DA2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B37E96A-B744-311F-9F98-C8C13DB68311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61A255A-D4FB-97F8-E62C-E48A5E19EE26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8D2D0F3-A860-EA63-5CA5-F25745415085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F813BC6-45B7-9494-6840-74059DDE4807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ACEC5E0-661E-6D64-0E09-A4E976C7DBF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990A682-47FC-0CCA-D237-43AE11F77B65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DEF0C50-1353-A972-5E6A-1FC36612792F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4726B0-E670-FA70-EF74-58EED5F8691E}"/>
              </a:ext>
            </a:extLst>
          </p:cNvPr>
          <p:cNvSpPr txBox="1"/>
          <p:nvPr/>
        </p:nvSpPr>
        <p:spPr>
          <a:xfrm>
            <a:off x="4554082" y="1735813"/>
            <a:ext cx="21844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>
                <a:solidFill>
                  <a:srgbClr val="00EFD1"/>
                </a:solidFill>
              </a:rPr>
              <a:t>bottleneck capacity</a:t>
            </a:r>
            <a:endParaRPr lang="en-US" sz="2000" b="1" dirty="0">
              <a:solidFill>
                <a:srgbClr val="00EFD1"/>
              </a:solidFill>
            </a:endParaRP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21ACED01-FD21-F4D4-A565-A015A00B61F2}"/>
              </a:ext>
            </a:extLst>
          </p:cNvPr>
          <p:cNvCxnSpPr>
            <a:cxnSpLocks/>
            <a:stCxn id="2" idx="0"/>
            <a:endCxn id="61" idx="3"/>
          </p:cNvCxnSpPr>
          <p:nvPr/>
        </p:nvCxnSpPr>
        <p:spPr>
          <a:xfrm rot="16200000" flipV="1">
            <a:off x="5215997" y="1305524"/>
            <a:ext cx="394080" cy="466498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E291DD-CD2B-AEB7-3E1A-5C5DDA2D1B12}"/>
                  </a:ext>
                </a:extLst>
              </p:cNvPr>
              <p:cNvSpPr txBox="1"/>
              <p:nvPr/>
            </p:nvSpPr>
            <p:spPr>
              <a:xfrm>
                <a:off x="355050" y="5516267"/>
                <a:ext cx="5118516" cy="10391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𝑏𝑜𝑡𝑡𝑙𝑒𝑛𝑒𝑐𝑘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lim>
                          </m:limLow>
                        </m:fName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𝑐𝑎𝑝𝑎𝑐𝑖𝑡𝑦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10, 4, 6, 6, 10</m:t>
                              </m:r>
                            </m:e>
                          </m:d>
                        </m:e>
                      </m:func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0" i="1" smtClean="0">
                          <a:solidFill>
                            <a:srgbClr val="00EFD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E291DD-CD2B-AEB7-3E1A-5C5DDA2D1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50" y="5516267"/>
                <a:ext cx="5118516" cy="10391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776979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89166-B547-306B-CE31-750A7E6B5795}"/>
              </a:ext>
            </a:extLst>
          </p:cNvPr>
          <p:cNvSpPr txBox="1"/>
          <p:nvPr/>
        </p:nvSpPr>
        <p:spPr>
          <a:xfrm>
            <a:off x="9345349" y="4299305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137BD-08AB-A177-49AA-8B9FF737E86E}"/>
              </a:ext>
            </a:extLst>
          </p:cNvPr>
          <p:cNvSpPr txBox="1"/>
          <p:nvPr/>
        </p:nvSpPr>
        <p:spPr>
          <a:xfrm>
            <a:off x="8835787" y="3296249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E74E85-2860-5898-9C54-F6EB6DD7C807}"/>
              </a:ext>
            </a:extLst>
          </p:cNvPr>
          <p:cNvSpPr txBox="1"/>
          <p:nvPr/>
        </p:nvSpPr>
        <p:spPr>
          <a:xfrm>
            <a:off x="2158242" y="1429782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F61228-A7EE-7EAD-1D51-C749C38075FB}"/>
              </a:ext>
            </a:extLst>
          </p:cNvPr>
          <p:cNvSpPr txBox="1"/>
          <p:nvPr/>
        </p:nvSpPr>
        <p:spPr>
          <a:xfrm>
            <a:off x="2923526" y="236581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57DE3C-023D-3921-52EA-6C1116CC5097}"/>
              </a:ext>
            </a:extLst>
          </p:cNvPr>
          <p:cNvSpPr txBox="1"/>
          <p:nvPr/>
        </p:nvSpPr>
        <p:spPr>
          <a:xfrm>
            <a:off x="4709044" y="318570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91EDFA-8E5E-5615-BBA7-FD06D603BC99}"/>
              </a:ext>
            </a:extLst>
          </p:cNvPr>
          <p:cNvSpPr txBox="1"/>
          <p:nvPr/>
        </p:nvSpPr>
        <p:spPr>
          <a:xfrm>
            <a:off x="4694899" y="1474545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20E2F4-09DF-F36B-6246-C96979C0C0D7}"/>
              </a:ext>
            </a:extLst>
          </p:cNvPr>
          <p:cNvSpPr txBox="1"/>
          <p:nvPr/>
        </p:nvSpPr>
        <p:spPr>
          <a:xfrm>
            <a:off x="6962401" y="344837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004B08-43DF-E423-4EC3-848A765590F9}"/>
              </a:ext>
            </a:extLst>
          </p:cNvPr>
          <p:cNvSpPr txBox="1"/>
          <p:nvPr/>
        </p:nvSpPr>
        <p:spPr>
          <a:xfrm>
            <a:off x="6963841" y="148090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DB6E16-927A-856F-D72F-5EEC096EC680}"/>
              </a:ext>
            </a:extLst>
          </p:cNvPr>
          <p:cNvSpPr txBox="1"/>
          <p:nvPr/>
        </p:nvSpPr>
        <p:spPr>
          <a:xfrm>
            <a:off x="8506570" y="2823413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D7C900-379F-7248-73D0-042EE15EE4E2}"/>
              </a:ext>
            </a:extLst>
          </p:cNvPr>
          <p:cNvSpPr txBox="1"/>
          <p:nvPr/>
        </p:nvSpPr>
        <p:spPr>
          <a:xfrm>
            <a:off x="7505991" y="3753529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-4</a:t>
            </a:r>
            <a:endParaRPr lang="en-US" sz="1200" b="1" dirty="0">
              <a:solidFill>
                <a:srgbClr val="00EFD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A803079-7DDC-3475-0B3E-63361D6DA347}"/>
                  </a:ext>
                </a:extLst>
              </p:cNvPr>
              <p:cNvSpPr txBox="1"/>
              <p:nvPr/>
            </p:nvSpPr>
            <p:spPr>
              <a:xfrm>
                <a:off x="355050" y="5516267"/>
                <a:ext cx="5118516" cy="10391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𝑏𝑜𝑡𝑡𝑙𝑒𝑛𝑒𝑐𝑘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lim>
                          </m:limLow>
                        </m:fName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𝑐𝑎𝑝𝑎𝑐𝑖𝑡𝑦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10, 4, 6, 6, 10</m:t>
                              </m:r>
                            </m:e>
                          </m:d>
                        </m:e>
                      </m:func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0" i="1" smtClean="0">
                          <a:solidFill>
                            <a:srgbClr val="00EFD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A803079-7DDC-3475-0B3E-63361D6DA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50" y="5516267"/>
                <a:ext cx="5118516" cy="10391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286906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70DE1-97B5-3B8D-AB21-2F6198A7937B}"/>
              </a:ext>
            </a:extLst>
          </p:cNvPr>
          <p:cNvSpPr txBox="1"/>
          <p:nvPr/>
        </p:nvSpPr>
        <p:spPr>
          <a:xfrm>
            <a:off x="456716" y="309226"/>
            <a:ext cx="9125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>
                <a:solidFill>
                  <a:srgbClr val="8690FA"/>
                </a:solidFill>
              </a:rPr>
              <a:t>Ford-Fulkerson algorithm:</a:t>
            </a:r>
            <a:endParaRPr lang="en-US" sz="5400" b="1" dirty="0">
              <a:solidFill>
                <a:srgbClr val="8690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7E45B5-8D90-3192-9861-5DB54A555D9D}"/>
                  </a:ext>
                </a:extLst>
              </p:cNvPr>
              <p:cNvSpPr txBox="1"/>
              <p:nvPr/>
            </p:nvSpPr>
            <p:spPr>
              <a:xfrm>
                <a:off x="456716" y="1280472"/>
                <a:ext cx="9263818" cy="5268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</a:rPr>
                        <m:t>𝑓𝑙𝑜𝑤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←0</m:t>
                      </m:r>
                    </m:oMath>
                    <m:oMath xmlns:m="http://schemas.openxmlformats.org/officeDocument/2006/math"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𝐰𝐡𝐢𝐥𝐞</m:t>
                      </m:r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𝑡𝑟𝑢𝑒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𝑓𝑖𝑛𝑑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𝑎𝑢𝑔𝑚𝑒𝑛𝑡𝑖𝑛𝑔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𝑝𝑎𝑡h</m:t>
                      </m:r>
                      <m:d>
                        <m:dPr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𝑟𝑒𝑠𝑖𝑑𝑢𝑎𝑙</m:t>
                          </m:r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𝐢𝐟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𝐢𝐬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𝑛𝑢𝑙𝑙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𝐛𝐫𝐞𝐚𝐤</m:t>
                      </m:r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𝑏𝑜𝑡𝑡𝑙𝑒𝑛𝑒𝑐𝑘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unc>
                        <m:funcPr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3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fr-FR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fr-FR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∈ </m:t>
                              </m:r>
                              <m:r>
                                <a:rPr lang="fr-FR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lim>
                          </m:limLow>
                        </m:fName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𝑐𝑎𝑝𝑎𝑐𝑖𝑡𝑦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𝑡𝑜𝑡𝑎𝑙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𝑓𝑙𝑜𝑤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𝑡𝑜𝑡𝑎𝑙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𝑓𝑙𝑜𝑤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𝑏𝑜𝑡𝑡𝑙𝑒𝑛𝑒𝑐𝑘</m:t>
                      </m:r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𝐟𝐨𝐫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𝑟𝑒𝑠𝑖𝑑𝑢𝑎𝑙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𝑟𝑒𝑠𝑖𝑑𝑢𝑎𝑙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𝑏𝑜𝑡𝑡𝑙𝑒𝑛𝑒𝑐𝑘</m:t>
                      </m:r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𝑟𝑒𝑠𝑖𝑑𝑢𝑎𝑙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𝑟𝑒𝑠𝑖𝑑𝑢𝑎𝑙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𝑏𝑜𝑡𝑡𝑙𝑒𝑛𝑒𝑐𝑘</m:t>
                      </m:r>
                    </m:oMath>
                    <m:oMath xmlns:m="http://schemas.openxmlformats.org/officeDocument/2006/math"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𝐫𝐞𝐭𝐮𝐫𝐧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𝑡𝑜𝑡𝑎𝑙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𝑓𝑙𝑜𝑤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7E45B5-8D90-3192-9861-5DB54A555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16" y="1280472"/>
                <a:ext cx="9263818" cy="52683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91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70DE1-97B5-3B8D-AB21-2F6198A7937B}"/>
              </a:ext>
            </a:extLst>
          </p:cNvPr>
          <p:cNvSpPr txBox="1"/>
          <p:nvPr/>
        </p:nvSpPr>
        <p:spPr>
          <a:xfrm>
            <a:off x="456716" y="309226"/>
            <a:ext cx="9125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>
                <a:solidFill>
                  <a:srgbClr val="8690FA"/>
                </a:solidFill>
              </a:rPr>
              <a:t>Ford-Fulkerson algorithm:</a:t>
            </a:r>
            <a:endParaRPr lang="en-US" sz="5400" b="1" dirty="0">
              <a:solidFill>
                <a:srgbClr val="8690F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7E45B5-8D90-3192-9861-5DB54A555D9D}"/>
                  </a:ext>
                </a:extLst>
              </p:cNvPr>
              <p:cNvSpPr txBox="1"/>
              <p:nvPr/>
            </p:nvSpPr>
            <p:spPr>
              <a:xfrm>
                <a:off x="456716" y="1280472"/>
                <a:ext cx="9263818" cy="5268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</a:rPr>
                        <m:t>𝑓𝑙𝑜𝑤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←0</m:t>
                      </m:r>
                    </m:oMath>
                    <m:oMath xmlns:m="http://schemas.openxmlformats.org/officeDocument/2006/math"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𝐰𝐡𝐢𝐥𝐞</m:t>
                      </m:r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𝑡𝑟𝑢𝑒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𝑓𝑖𝑛𝑑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𝑎𝑢𝑔𝑚𝑒𝑛𝑡𝑖𝑛𝑔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𝑝𝑎𝑡h</m:t>
                      </m:r>
                      <m:d>
                        <m:dPr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𝑟𝑒𝑠𝑖𝑑𝑢𝑎𝑙</m:t>
                          </m:r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𝐢𝐟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𝐢𝐬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𝑛𝑢𝑙𝑙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𝐛𝐫𝐞𝐚𝐤</m:t>
                      </m:r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𝑏𝑜𝑡𝑡𝑙𝑒𝑛𝑒𝑐𝑘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func>
                        <m:funcPr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3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fr-FR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fr-FR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∈ </m:t>
                              </m:r>
                              <m:r>
                                <a:rPr lang="fr-FR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lim>
                          </m:limLow>
                        </m:fName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𝑐𝑎𝑝𝑎𝑐𝑖𝑡𝑦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𝑡𝑜𝑡𝑎𝑙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𝑓𝑙𝑜𝑤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𝑡𝑜𝑡𝑎𝑙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𝑓𝑙𝑜𝑤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𝑏𝑜𝑡𝑡𝑙𝑒𝑛𝑒𝑐𝑘</m:t>
                      </m:r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𝐟𝐨𝐫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𝑟𝑒𝑠𝑖𝑑𝑢𝑎𝑙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𝑟𝑒𝑠𝑖𝑑𝑢𝑎𝑙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𝑏𝑜𝑡𝑡𝑙𝑒𝑛𝑒𝑐𝑘</m:t>
                      </m:r>
                    </m:oMath>
                    <m:oMath xmlns:m="http://schemas.openxmlformats.org/officeDocument/2006/math"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𝑟𝑒𝑠𝑖𝑑𝑢𝑎𝑙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𝑟𝑒𝑠𝑖𝑑𝑢𝑎𝑙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𝑏𝑜𝑡𝑡𝑙𝑒𝑛𝑒𝑐𝑘</m:t>
                      </m:r>
                    </m:oMath>
                    <m:oMath xmlns:m="http://schemas.openxmlformats.org/officeDocument/2006/math">
                      <m:r>
                        <a:rPr lang="fr-FR" sz="3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𝐫𝐞𝐭𝐮𝐫𝐧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𝑡𝑜𝑡𝑎𝑙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fr-FR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𝑓𝑙𝑜𝑤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7E45B5-8D90-3192-9861-5DB54A555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16" y="1280472"/>
                <a:ext cx="9263818" cy="52683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4DC5E3-34CE-D767-923C-AA58008434F1}"/>
              </a:ext>
            </a:extLst>
          </p:cNvPr>
          <p:cNvCxnSpPr/>
          <p:nvPr/>
        </p:nvCxnSpPr>
        <p:spPr>
          <a:xfrm>
            <a:off x="1562100" y="2667000"/>
            <a:ext cx="6134100" cy="0"/>
          </a:xfrm>
          <a:prstGeom prst="line">
            <a:avLst/>
          </a:prstGeom>
          <a:ln w="28575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99C8705-D298-04D6-F5F6-81CD23574D80}"/>
              </a:ext>
            </a:extLst>
          </p:cNvPr>
          <p:cNvSpPr txBox="1"/>
          <p:nvPr/>
        </p:nvSpPr>
        <p:spPr>
          <a:xfrm>
            <a:off x="6868009" y="2667000"/>
            <a:ext cx="1933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>
                <a:solidFill>
                  <a:srgbClr val="00EFD1"/>
                </a:solidFill>
              </a:rPr>
              <a:t>dfs?</a:t>
            </a:r>
            <a:endParaRPr lang="en-US" sz="5400" b="1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873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4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29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2B4D39-4F60-4507-3CD2-1FCEAF81C357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049499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260459A-F1F6-2645-2DCE-9161924F6B4B}"/>
              </a:ext>
            </a:extLst>
          </p:cNvPr>
          <p:cNvSpPr/>
          <p:nvPr/>
        </p:nvSpPr>
        <p:spPr bwMode="auto">
          <a:xfrm>
            <a:off x="1142492" y="2876861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6B3E23-F136-971C-7209-A4AE920FF540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155037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25CCD8-FB89-6A98-2C04-6A51678C1661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BD058D0-ACB2-5675-76F7-C2B305739268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E4ACF9CD-6080-4171-8FF5-CCC4C68AD8F5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DA9E2F2-9ACD-3F89-15FB-BB4A2BF120F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0B3187E-7846-B8D3-EE32-54C698A7B9DD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8EFD5BE-26A1-B0EF-1114-BE407AA660A8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FBAC478-CE89-72E8-7ADB-DDF963458560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50F57B5-D0C3-2CCF-2A41-49520F6A8889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73026B-4E05-10F0-DB6D-F7A2FBB4CAB5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69DB49E-10B2-D06F-DCBC-AD33D440339D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742952C-5DB5-F984-C79C-3DC1EA4A0639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0E5055E-2F4D-AB57-1B37-AAC79AB6DF1F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1D1D786-A0C5-E9F7-B4B9-E11CE923736E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433CB40-FAAC-BC66-87C8-63069C8B8D82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3FAF1B4-69AF-8801-BF3A-A27C657FDF61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54F7F3C-6865-9B41-A968-161FBDC0CA74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3A72F9-3BB2-C5D7-388F-2E2A38DB622E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4552C1B-2FEB-846F-80C0-4417CBB4DD74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0166615-1138-3693-FF8D-46941FD3FE8B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9C6D662-FA55-EB35-9D5A-4F36DE18D13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FBDECB-3CD1-2711-35F5-39DF485803C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DE3BCCE-6D10-5CE8-3F85-F7D95EE5E301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FDC4BB2-17DB-7C51-C77D-9EDEDBEEB80A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8165BC6-4A33-C2DD-1AD4-C08891674281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AFB0E8E-4D47-5E03-202A-AB31F1B44733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A521C6A-BEEB-7262-C90D-9AB0F11AD21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4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260459A-F1F6-2645-2DCE-9161924F6B4B}"/>
              </a:ext>
            </a:extLst>
          </p:cNvPr>
          <p:cNvSpPr/>
          <p:nvPr/>
        </p:nvSpPr>
        <p:spPr bwMode="auto">
          <a:xfrm>
            <a:off x="3371104" y="654307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E12CE3D-BC8B-6AC9-C680-EB995B61E0D9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976349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C71A682-6B10-70FE-6964-7F39A45C5B75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43F4ABC-C33E-C7B7-0163-111D6420A102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346B9A3-AA45-E9DC-2C64-503796BBD4EA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65AA800-25E4-CDDF-171E-A477D1FE1763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303BBB-BCD9-C450-9BA2-9272C887AAA7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5937F9-5977-349B-84DD-3DF53DC9343A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588D6BA-CDD7-2149-E5A6-46A5922A87BC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7776FA-38FB-924A-A394-D52B4D2A6A7A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B2EAC5F-1AEC-980E-1D84-B76A42F9C0E9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DC03C3B-17D0-640A-709A-48A4ECD96553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3B64E8B-CF13-B51D-D7A2-51E44D43A44F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3DAC9E-4B08-439C-6D69-225895F7B681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36A8C0-9565-18A8-244B-5155CEF1B32E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6961A56-D654-8BE5-0D16-948541F655D9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446013-AE1D-D061-B3D8-527174E0912F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370685-35CE-CBC9-0CFE-26A06D21AABB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539DEB-1F63-F3A2-4A26-2C0FA42F6C3F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7695E58-48A1-D1BD-52C2-1B40AD25BB8E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8C399A-9E86-03F0-A302-FD039BA2834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2557C7D-F4BE-3396-844B-71E593A51F7F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250F08-59F1-9767-937F-25A3E485DEA9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D8C35A-6F54-8EAB-73FE-20E5AC020599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BB528F-454A-6C1F-6EF0-AF020C56B25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D1254F-BF84-BCBC-2546-4F076718075D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6568B3-A72F-5757-4170-5C85CEAE8E96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340392-CC6E-545B-53C7-89903FAFF891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683F39-953D-9439-292E-0918B71BA19D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A93BAE-E782-38A3-55F0-18911EA1C4F4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A309B7-C7C2-445E-3D40-86ACC516A738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A6F148-3FDC-949F-013A-63E4E9EC6B81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260459A-F1F6-2645-2DCE-9161924F6B4B}"/>
              </a:ext>
            </a:extLst>
          </p:cNvPr>
          <p:cNvSpPr/>
          <p:nvPr/>
        </p:nvSpPr>
        <p:spPr bwMode="auto">
          <a:xfrm>
            <a:off x="6004560" y="49272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AA0F626-972A-79F0-1529-D7CDC732ED94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6D6BAAD-5674-42DF-3187-1ECA1424894F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0B8350-9455-7133-86EB-9A61FCF0B61B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06BFC52-175B-12EF-3252-A57DBDED8B4F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F2FC15B-086C-6209-252A-F56E22D2FA5D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20272B9-5168-9277-3B86-551F4EEE9914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E99270E-2BEB-2450-17F2-A084C58F2850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356045-0BE4-6E51-3485-7758E33A5969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9A7525F-DE77-1574-434D-8BBCCDD83328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D70428-CEB1-A36E-8004-C54F5C8CDB03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8B1F16-5B24-ADB2-D075-8297B9E7BF47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E1E6CB-4144-D56E-FE68-74831FB01EF6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E8F4CF-7DE3-EE47-3F2D-766FF1BE2C35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451786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260459A-F1F6-2645-2DCE-9161924F6B4B}"/>
              </a:ext>
            </a:extLst>
          </p:cNvPr>
          <p:cNvSpPr/>
          <p:nvPr/>
        </p:nvSpPr>
        <p:spPr bwMode="auto">
          <a:xfrm>
            <a:off x="8209981" y="51331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E8A8472-22FD-C1D6-E78F-318BAAFEE68C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0DE45C-A1A7-D5A3-DADC-9870CA7620C4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5DC9AC-BC5F-FC8B-0145-301B6B8BE317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E60EBD-9FC4-59B9-16E4-45F0A1D8F1F0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83D0B70-CC63-6A42-C609-9F9E59213919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2B82545-A742-3269-E506-CFECAB5595C9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5026EFB-A73A-8821-C799-8BF1089D765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7D37387-141F-F208-DEFA-0250DE2AFE57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2711C6E-EA0D-F4D0-959E-94B812B279EF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BD3196A-C556-B55F-FAEF-5D20D6DFBA3C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6693F28-FE41-9629-1DD5-48B66A63F966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CFA1B4C-8A05-B662-4981-A3DA9C22B386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7DFE9D6-6AE7-C8F2-0B9A-D1063F7258F0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49566DE-48A7-F4AF-D458-E344E37227E6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7403B39-1575-0B60-94C1-4A02C92AE301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8385191-8215-2F9C-0F7A-3B11B0D6FDF8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7CEDEA-428C-C7C6-2263-82739FDB2678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407E196-2172-5182-9359-488B40F3983C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E7230F6-6538-82F4-3D4E-EE8E772A57CE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00FE4D3-A5D9-9EF0-31AF-1C5688965A4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EC83133-A1A9-2186-2A27-86D27124A2E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C3FD90B-2E2D-7167-217B-37857B74B80B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71E5B1-A56B-F349-F3AA-DEB4A58AF65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97FE42C-53CF-6723-BDB4-8B0156542B8D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6EBA710-EDE3-BA2A-CB9B-BA98E0DE0266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E5F229C-A6EE-E6A1-A35A-77455B704DA5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FC63957-E9E2-0075-D191-42A379C465BB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5319897-5361-9D0C-D7C3-BBD7302F7AF9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2C4E523-5915-8E3F-5351-BEBA7BE0EBC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E39E614-4417-C47F-C5A3-18CE8298B8A1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7E69265-5541-1BD9-939D-AD134553AA75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A1203B-B689-79E5-FF37-AE22C40AF358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E3CB26-B17F-F56A-FFC2-DDAF6B1F8870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063215-5BBE-7E51-4AD6-D16817E3A793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1E223A-59BE-F4A7-3891-F4F5A80EA99E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812F72-E679-84DF-4AC0-DF0CB016AF56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FE8678-EE54-0D08-E68D-46DE0512F4D9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E6A73A-FB5A-112A-507E-6FC47B1E6EB7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9869FBC-3DDA-07BE-EFB8-5B11901DF6B4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7D271C-DA46-7319-2C47-8D6147A3D9E6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D47F1F-A51D-38AF-521D-8AF6FAA283FA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446046-C7AD-B050-F876-D75E25030D8D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B9DBF4E-016C-7B0F-0ED2-7961E06A42BE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0942053-F709-A26C-2200-C397414D78EF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3F255DC-61E3-62D3-4D38-B8151916F16B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BB77D7C-9CDF-EAF4-8A4A-B1A2B6CE301C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4ACB115-9899-04DF-CCA6-A0AF82D001CE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48E4D30-8036-CA88-9929-0D5B8166EECF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CF3084A-7B67-B25D-6A48-A74C68286B32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DBE1655-69E9-CFF1-072C-3AEE1B2BCF3E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2B81575-068D-5080-39E0-4E87605E3079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0BE5CAC-F5E8-6BF4-D606-725A554C4983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251731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260459A-F1F6-2645-2DCE-9161924F6B4B}"/>
              </a:ext>
            </a:extLst>
          </p:cNvPr>
          <p:cNvSpPr/>
          <p:nvPr/>
        </p:nvSpPr>
        <p:spPr bwMode="auto">
          <a:xfrm>
            <a:off x="8382048" y="520993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AFA3F7-4F20-595E-5238-F122C5CCEA6A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E53E5B-9166-76C1-CA1A-1925C32D35B9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E6F4B4-FF83-E27E-9079-6BDBD47257A4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E43F70-BD0F-4225-45D5-9F97D700AD3A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0E7F5E2-234C-F601-945E-D0655DE1453A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C8CDA06-31F6-40DA-51F6-46D651820B54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22837C8-7E3C-2083-7952-18D1C228B0C1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6E658F2-A02F-ABCB-031F-65495E43E938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4E2C8AF-DDE5-B024-BCC3-7BDA4AE345FC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D638BB-62D7-5307-EC09-97FAE085393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A26C069-3FFE-732C-0517-233933C29013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86AD9D-7849-6679-CF8C-9C662DFA7F11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2A82862-0789-6C4D-CCC2-5A4C6CED791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7183D6E-0570-4356-3B37-4CD33DE66C3B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BF6429-1B56-5E2A-752F-AAAE8E1BAB94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EDE9C6C-2BBF-F9C1-1DDD-85E8B7008687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D120C2E-A0D0-B7B0-209B-005C3AEB579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66E9AED-CB00-5654-5BB4-229CFF9BE5C5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CFEDC3B-19AC-3FF6-1853-B1E3E895F718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903F7EC-8FBA-E257-CBFF-661E0523E84B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883C6B1-A451-8B7A-07D1-0F4BECB15A28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1A28301-5C5E-38C4-5662-624D43D5AE9F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9AC4A10-17C1-350B-4279-6CD60F4A2F7D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0DCA3F9-EED8-41F1-27CB-CB508BD1CC3B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BFAFC82-B3CD-2BEC-2559-8E5573B78713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8E6EF2B-FBC5-53E2-ADEC-442AB4301BD5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8E308E8-0C0F-1ED5-8606-E5BA9104228D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7CB33DD-8ACE-C0E9-3EF0-74E33B877E28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0F0EDDA-CBFD-3431-29AC-D9D6B8892D10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BB008C3-5944-B2F9-EA9F-38C851D18708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F1986CC-0363-9F14-9D0A-5430408B2C3D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E55F21-040F-19E2-978B-D5A83B7D7C1A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541B65-84C5-379E-7BA2-8174E56A51DF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930937-F96C-A0AD-E53B-9A7386A52E49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3EDBE9-9DF5-043D-9FFB-9597B130DC28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6CD28C-7915-EB58-FEBF-2E61C3D976D3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52DA05-532C-199F-7236-6337967A91B9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FF209C-40BA-7EF8-B465-F6E7ED2C50F3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FEF8F3-01C6-A922-6C4F-9A9A35582C4C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58A839-2A13-3AD5-30E7-5E09FA53F554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29287B0-32D5-0358-F278-FFD401F8B1DE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A71D635-380E-051E-F36D-C16B28676F32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860935A-5068-8F24-07D6-4E1FA7A57A1B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93CE2CD-2CAA-75C2-37C7-56B41EDA6FE1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274C1F4-5398-ED55-6141-A471D1543867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9454CC3-3E8F-B664-9EE3-0061B2685A87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7694E21-968C-E83B-3792-3CF75B07075E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205923F-A5CB-3F36-A47D-25CDCDB66FE2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334C1CD-1499-5BF5-0FA1-9A1FDC42B047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97068FC-201E-1105-3F9B-E2B8656F4B19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B833142-2715-4CAD-212B-D891A980C26F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5A5EA03-71A6-B3FD-6D02-4F19F9B2A4A5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965933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260459A-F1F6-2645-2DCE-9161924F6B4B}"/>
              </a:ext>
            </a:extLst>
          </p:cNvPr>
          <p:cNvSpPr/>
          <p:nvPr/>
        </p:nvSpPr>
        <p:spPr bwMode="auto">
          <a:xfrm>
            <a:off x="10817175" y="2876861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AA1A8C-6C19-865A-F80E-3F7068CE34DB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63FFD0-EFA2-3B3E-DB62-CE17C7F0B9C4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D8D09D2-8D38-8C63-2D27-EB3B2A4C8D9B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EA6A59-D0B0-1C9E-BB00-275CEAD1A1DF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F984091-D802-A0A4-21E1-019E668393DD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268CF3A-AD76-4380-92D0-89F7D0FCE147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B798790-3165-A763-55D9-54D21F8416FD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FB3FDF3-BB56-C5AD-5CFE-FE3AE445586A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D8B780A-EEB1-67E2-6A90-8F9F27B1192A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D98A07-3B17-561F-8C5C-72811C9BCCDF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BD8DFC-A997-4E12-E291-A371DE0F8E1F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47105ED-6186-21F3-4C09-4341A5F796BA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5ECCE5-4130-2CE4-0A38-66B1837105FE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319742F-9277-73A4-C036-C698F340B537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4949517-E808-5DAB-A2F2-6847BCB8A8F4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3DA80E5-23DC-DA8B-11A3-8AEE44B8A735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CC6B8E5-5B66-0ACD-2A2A-B82BDC6D9D00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CD7AAF5-8771-4060-FF1A-E664F1E7911B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69C9DCE-BD53-C3BB-66D7-27236EA4A3E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E5B0A19-AD9F-3233-FF70-E2D86119C345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FBFA0D-1412-4F03-0797-F67E88AB40BC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8E24700-B972-BAB6-050B-0E4332B31380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A05C196-77F5-A950-7B57-C3D6E39DB4B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8EB561A-B772-52E1-59BF-CEEC2657B4BD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BCC68E8-B3F8-C870-9AD8-3FF30199F711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8EA80D0-FB1C-EB99-B3ED-17296310F429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25DF136-6FBB-42B6-8168-2ACA028E8667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55B91C3-E313-1E6C-10A5-46CA8456919B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E57BF5E-D7E0-82BC-1FE9-8DF378BBEBAB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DE7E41E-DC22-387E-2F05-2CA8B989555D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04B6B57-2D00-424A-6216-B7063D4AFC50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65DC37-F1F4-32F0-96DB-C6B24E339274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2E1589-2C46-3AED-8FCD-98A1DB02742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2A06CC-E0BC-74E5-4E75-A2118A82EC3C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173B93-922A-F93D-3BB0-95967C56E5BB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C1231D-0A97-DD60-D937-8854B4809068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5982BE-6B37-560B-CF73-2AB4DCD22BB3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342B47-46D7-937E-79AE-2DDBE6A6ADD1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D93D6E-4482-AE20-EB2C-5DD0A396285A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8D5DFD-DE1D-F7C3-7F0D-83F5553EFFEC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266CFC-6BDE-49D9-4A3F-4727F690DD38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CADEB1-99FD-8B90-A8C2-340383B2CFD7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B2AA88-A39D-9768-1E71-E17A3145313F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F794E62-BC0D-725D-CF68-2249C559DCA7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4605A1B-65F6-7070-451E-1A9B1EE55085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1F81186-A3AD-F651-20D0-2B36F760CBC8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9C2469-10B9-A732-07AF-B1D90172EEC2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B1773A3-17DF-12C9-C8FD-4CE2BDA31968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582CC2D-7FD9-F5BE-8BBB-5D99B520C9F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A0CA261-34A9-D7DC-3CAF-5130105C500A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3CE3821-8D38-92E8-D2D2-04FFD41C74A0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AB722EE-A08C-1D36-26CA-E5003FD6BFFD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863602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7E0C3F-78C4-556B-23D4-C328C4B71D2D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E7319B-EBFF-66EC-40DD-7574DF17BC8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35A4AD-30AA-BB99-CE78-D2D4F5A8DC1D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5E7B20-30E6-F2F1-A5A7-A1604A36B82F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DA249F4-15C5-57C5-4BB1-6AE7D4EABA2E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s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468EDF-1DB1-1876-F6EB-6380D703EDA4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t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AFF0C18-59AF-D055-7D34-7DF752F93230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C90B44-1EDA-37A6-C9DF-443C678D84A5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C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1C532CC-53CC-9589-4CD2-4BF32474E8C8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F20991-B040-92C4-BBDB-764368238D8A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A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E82ABC4-6B48-C67A-11B4-2B044FE179D4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F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E4441B-F469-D94C-BA86-AA5AA4BD55AF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rgbClr val="343D46"/>
                </a:solidFill>
                <a:latin typeface="+mj-lt"/>
              </a:rPr>
              <a:t>E</a:t>
            </a:r>
            <a:endParaRPr lang="en-US" sz="2400">
              <a:solidFill>
                <a:srgbClr val="343D46"/>
              </a:solidFill>
              <a:latin typeface="+mj-l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07523D0-60DE-3CDE-0E1E-653CAB46E0F4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17687F-8061-C0D6-0918-4DB66809540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5DE2340-C490-3005-31A4-2C1D786E2F68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B68E8F-E8A4-C0B5-C6B6-E5A95B91141A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BD3A87-2F7E-750D-EC9F-2A414E2D0A69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17CFF03-786F-F2AA-B453-0DAEFBD0D36B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1C6F1E-6D01-7F0B-B196-E0184973AD21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4801E6-75C5-D1D1-9941-D86019B9DE1B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7D120E-57E8-1EA1-96B2-DDFE61C86322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EE7A907-BE06-1976-E51F-B88616E85340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C22580B-CDC0-B388-157E-BD2695AB82AE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34B09B9-0BA3-8406-FF4F-1DD7D2FEFBCB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F788D52-53DE-6867-5459-EFE20668CE42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40D9B48-BC35-0071-1521-94CBF3CA1216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562C43C-47F9-0917-649D-CE0D5359CD77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ACC207E-AA51-D86B-FAEF-11910BC74508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4BDB646-6964-FBE7-E2DA-48D5DE3E3317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818713B-E842-A695-1166-E718A811ECB5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FC1D7A4-2AA2-671B-5ECF-6E50BF98E39A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10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580702-9AF4-A667-A874-BDF1C47D5AE5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585BC3-F30B-A341-B1C8-B3AB0A946DE9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269B53-917E-851D-E191-F55F77F04B1D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CC875E-7210-A5D0-2F15-94F8783A7451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6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B38771-8C9C-9B7C-F8A2-651B4FBC4766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914620-5767-FC44-0D68-EAA973DCDC0A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869653-4073-67D4-FDCC-92D713363C16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10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9628EE-A04A-A8CD-FF79-9767D663FC01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4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EBDDBD-66D2-C60C-FFA0-D6696902E948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6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53D90B-A291-F637-6757-5B3CF765A06E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974E0E-4942-1DB1-2763-9FE4D7F21929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944A0D-6071-5C60-B17F-CF8173B7660C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DA2E32D-2B47-76DB-7F64-419117C4901F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9BFA0A3-6EA8-4649-46AF-0E28384F3DA2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B37E96A-B744-311F-9F98-C8C13DB68311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61A255A-D4FB-97F8-E62C-E48A5E19EE26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8D2D0F3-A860-EA63-5CA5-F25745415085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F813BC6-45B7-9494-6840-74059DDE4807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ACEC5E0-661E-6D64-0E09-A4E976C7DBF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990A682-47FC-0CCA-D237-43AE11F77B65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DEF0C50-1353-A972-5E6A-1FC36612792F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07803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4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E418B9-196D-9AEB-735F-BF69EEED27AD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358997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4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89166-B547-306B-CE31-750A7E6B5795}"/>
              </a:ext>
            </a:extLst>
          </p:cNvPr>
          <p:cNvSpPr txBox="1"/>
          <p:nvPr/>
        </p:nvSpPr>
        <p:spPr>
          <a:xfrm>
            <a:off x="2274507" y="1425860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137BD-08AB-A177-49AA-8B9FF737E86E}"/>
              </a:ext>
            </a:extLst>
          </p:cNvPr>
          <p:cNvSpPr txBox="1"/>
          <p:nvPr/>
        </p:nvSpPr>
        <p:spPr>
          <a:xfrm>
            <a:off x="2773178" y="1913010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B7ED8F-AC18-F2E6-9F00-A0C5882AC8AD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638624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89166-B547-306B-CE31-750A7E6B5795}"/>
              </a:ext>
            </a:extLst>
          </p:cNvPr>
          <p:cNvSpPr txBox="1"/>
          <p:nvPr/>
        </p:nvSpPr>
        <p:spPr>
          <a:xfrm>
            <a:off x="4730031" y="370670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137BD-08AB-A177-49AA-8B9FF737E86E}"/>
              </a:ext>
            </a:extLst>
          </p:cNvPr>
          <p:cNvSpPr txBox="1"/>
          <p:nvPr/>
        </p:nvSpPr>
        <p:spPr>
          <a:xfrm>
            <a:off x="4694667" y="1446947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DCD82F-CFCD-3B48-EBCF-12F77311C2FA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61619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89166-B547-306B-CE31-750A7E6B5795}"/>
              </a:ext>
            </a:extLst>
          </p:cNvPr>
          <p:cNvSpPr txBox="1"/>
          <p:nvPr/>
        </p:nvSpPr>
        <p:spPr>
          <a:xfrm>
            <a:off x="6962401" y="344837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137BD-08AB-A177-49AA-8B9FF737E86E}"/>
              </a:ext>
            </a:extLst>
          </p:cNvPr>
          <p:cNvSpPr txBox="1"/>
          <p:nvPr/>
        </p:nvSpPr>
        <p:spPr>
          <a:xfrm>
            <a:off x="6963841" y="148090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627458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89166-B547-306B-CE31-750A7E6B5795}"/>
              </a:ext>
            </a:extLst>
          </p:cNvPr>
          <p:cNvSpPr txBox="1"/>
          <p:nvPr/>
        </p:nvSpPr>
        <p:spPr>
          <a:xfrm>
            <a:off x="8579376" y="3032547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137BD-08AB-A177-49AA-8B9FF737E86E}"/>
              </a:ext>
            </a:extLst>
          </p:cNvPr>
          <p:cNvSpPr txBox="1"/>
          <p:nvPr/>
        </p:nvSpPr>
        <p:spPr>
          <a:xfrm>
            <a:off x="7553173" y="3610441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137174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89166-B547-306B-CE31-750A7E6B5795}"/>
              </a:ext>
            </a:extLst>
          </p:cNvPr>
          <p:cNvSpPr txBox="1"/>
          <p:nvPr/>
        </p:nvSpPr>
        <p:spPr>
          <a:xfrm>
            <a:off x="9345349" y="4299305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137BD-08AB-A177-49AA-8B9FF737E86E}"/>
              </a:ext>
            </a:extLst>
          </p:cNvPr>
          <p:cNvSpPr txBox="1"/>
          <p:nvPr/>
        </p:nvSpPr>
        <p:spPr>
          <a:xfrm>
            <a:off x="8835787" y="3296249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-4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808475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352825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2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2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56883C-C82C-2C5D-C38E-DBF74FA77035}"/>
              </a:ext>
            </a:extLst>
          </p:cNvPr>
          <p:cNvSpPr/>
          <p:nvPr/>
        </p:nvSpPr>
        <p:spPr bwMode="auto">
          <a:xfrm>
            <a:off x="1135386" y="2876861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5207667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2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2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56883C-C82C-2C5D-C38E-DBF74FA77035}"/>
              </a:ext>
            </a:extLst>
          </p:cNvPr>
          <p:cNvSpPr/>
          <p:nvPr/>
        </p:nvSpPr>
        <p:spPr bwMode="auto">
          <a:xfrm>
            <a:off x="3799139" y="469142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10168881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2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2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56883C-C82C-2C5D-C38E-DBF74FA77035}"/>
              </a:ext>
            </a:extLst>
          </p:cNvPr>
          <p:cNvSpPr/>
          <p:nvPr/>
        </p:nvSpPr>
        <p:spPr bwMode="auto">
          <a:xfrm>
            <a:off x="5985141" y="5223277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18164326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2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2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56883C-C82C-2C5D-C38E-DBF74FA77035}"/>
              </a:ext>
            </a:extLst>
          </p:cNvPr>
          <p:cNvSpPr/>
          <p:nvPr/>
        </p:nvSpPr>
        <p:spPr bwMode="auto">
          <a:xfrm>
            <a:off x="8224855" y="5223277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0553147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>
              <a:alpha val="92000"/>
            </a:srgbClr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2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2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56883C-C82C-2C5D-C38E-DBF74FA77035}"/>
              </a:ext>
            </a:extLst>
          </p:cNvPr>
          <p:cNvSpPr/>
          <p:nvPr/>
        </p:nvSpPr>
        <p:spPr bwMode="auto">
          <a:xfrm>
            <a:off x="10841307" y="2876861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4536535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bg1">
                    <a:lumMod val="5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bg1">
                    <a:lumMod val="5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bg1">
                    <a:lumMod val="5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bg1">
                    <a:lumMod val="5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bg1">
                    <a:lumMod val="5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6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8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2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6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2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00EFD1"/>
                </a:solidFill>
              </a:rPr>
              <a:t>8</a:t>
            </a:r>
            <a:endParaRPr lang="en-US" sz="2400" dirty="0">
              <a:solidFill>
                <a:srgbClr val="00EFD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2B4D39-4F60-4507-3CD2-1FCEAF81C357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4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4DA38-3006-0E63-A95D-1F7510EA4496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234CC4-5413-A70D-DCA8-5D4D61E3A524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03362818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6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2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10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10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6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6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4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5B2CC7-691D-AFB1-5F1C-CCCEE1A46E4F}"/>
              </a:ext>
            </a:extLst>
          </p:cNvPr>
          <p:cNvSpPr txBox="1"/>
          <p:nvPr/>
        </p:nvSpPr>
        <p:spPr>
          <a:xfrm>
            <a:off x="9345349" y="4299305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+6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2F91DF-919A-E362-C08C-1BFEF2CC3D5D}"/>
              </a:ext>
            </a:extLst>
          </p:cNvPr>
          <p:cNvSpPr txBox="1"/>
          <p:nvPr/>
        </p:nvSpPr>
        <p:spPr>
          <a:xfrm>
            <a:off x="8835787" y="3296249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-6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EF020D-9038-5477-FC0E-151B9FE8FDA3}"/>
              </a:ext>
            </a:extLst>
          </p:cNvPr>
          <p:cNvSpPr txBox="1"/>
          <p:nvPr/>
        </p:nvSpPr>
        <p:spPr>
          <a:xfrm>
            <a:off x="6951189" y="5329445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+6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598A10-A8C4-4959-D9B5-12282FC6D632}"/>
              </a:ext>
            </a:extLst>
          </p:cNvPr>
          <p:cNvSpPr txBox="1"/>
          <p:nvPr/>
        </p:nvSpPr>
        <p:spPr>
          <a:xfrm>
            <a:off x="6951189" y="4166847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-6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1526C0-6586-883A-DA16-C7F38B176038}"/>
              </a:ext>
            </a:extLst>
          </p:cNvPr>
          <p:cNvSpPr txBox="1"/>
          <p:nvPr/>
        </p:nvSpPr>
        <p:spPr>
          <a:xfrm>
            <a:off x="4389142" y="3230496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+6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12D835-8358-AEAC-619F-373F6DF8957B}"/>
              </a:ext>
            </a:extLst>
          </p:cNvPr>
          <p:cNvSpPr txBox="1"/>
          <p:nvPr/>
        </p:nvSpPr>
        <p:spPr>
          <a:xfrm>
            <a:off x="4904245" y="2261155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-6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79358A-E44F-7619-63E9-5D96DC23ECF7}"/>
              </a:ext>
            </a:extLst>
          </p:cNvPr>
          <p:cNvSpPr txBox="1"/>
          <p:nvPr/>
        </p:nvSpPr>
        <p:spPr>
          <a:xfrm>
            <a:off x="2300055" y="1348179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+6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F69C59-E9C5-D1A9-CC06-7F0D1BEEE3B4}"/>
              </a:ext>
            </a:extLst>
          </p:cNvPr>
          <p:cNvSpPr txBox="1"/>
          <p:nvPr/>
        </p:nvSpPr>
        <p:spPr>
          <a:xfrm>
            <a:off x="2742351" y="2441706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solidFill>
                  <a:srgbClr val="00EFD1"/>
                </a:solidFill>
              </a:rPr>
              <a:t>-6</a:t>
            </a:r>
            <a:endParaRPr lang="en-US" sz="1200" b="1" dirty="0">
              <a:solidFill>
                <a:srgbClr val="00EFD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20334416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10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34FEC0-8567-638B-7C0B-AD905DAF0BC1}"/>
              </a:ext>
            </a:extLst>
          </p:cNvPr>
          <p:cNvSpPr/>
          <p:nvPr/>
        </p:nvSpPr>
        <p:spPr bwMode="auto">
          <a:xfrm>
            <a:off x="1167685" y="291354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24919728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34FEC0-8567-638B-7C0B-AD905DAF0BC1}"/>
              </a:ext>
            </a:extLst>
          </p:cNvPr>
          <p:cNvSpPr/>
          <p:nvPr/>
        </p:nvSpPr>
        <p:spPr bwMode="auto">
          <a:xfrm>
            <a:off x="3799139" y="5211271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7807455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2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6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6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34FEC0-8567-638B-7C0B-AD905DAF0BC1}"/>
              </a:ext>
            </a:extLst>
          </p:cNvPr>
          <p:cNvSpPr/>
          <p:nvPr/>
        </p:nvSpPr>
        <p:spPr bwMode="auto">
          <a:xfrm>
            <a:off x="6016138" y="5211271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0375842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>
                    <a:alpha val="20000"/>
                  </a:srgbClr>
                </a:solidFill>
              </a:rPr>
              <a:t>8</a:t>
            </a:r>
            <a:endParaRPr lang="en-US" sz="2400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4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34FEC0-8567-638B-7C0B-AD905DAF0BC1}"/>
              </a:ext>
            </a:extLst>
          </p:cNvPr>
          <p:cNvSpPr/>
          <p:nvPr/>
        </p:nvSpPr>
        <p:spPr bwMode="auto">
          <a:xfrm>
            <a:off x="8180507" y="5211271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04000988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33CCFF"/>
                </a:solidFill>
              </a:rPr>
              <a:t>8</a:t>
            </a:r>
            <a:endParaRPr lang="en-US" sz="24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/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34FEC0-8567-638B-7C0B-AD905DAF0BC1}"/>
              </a:ext>
            </a:extLst>
          </p:cNvPr>
          <p:cNvSpPr/>
          <p:nvPr/>
        </p:nvSpPr>
        <p:spPr bwMode="auto">
          <a:xfrm>
            <a:off x="8180507" y="471080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55404577"/>
      </p:ext>
    </p:extLst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34FEC0-8567-638B-7C0B-AD905DAF0BC1}"/>
              </a:ext>
            </a:extLst>
          </p:cNvPr>
          <p:cNvSpPr/>
          <p:nvPr/>
        </p:nvSpPr>
        <p:spPr bwMode="auto">
          <a:xfrm>
            <a:off x="10868769" y="2876861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6327129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bg1">
                    <a:lumMod val="5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bg1">
                    <a:lumMod val="5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bg1">
                    <a:lumMod val="5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bg1">
                    <a:lumMod val="5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bg1">
                    <a:lumMod val="5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bg1">
                    <a:lumMod val="5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00EFD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00EFD1"/>
                </a:solidFill>
              </a:rPr>
              <a:t>10</a:t>
            </a:r>
            <a:endParaRPr lang="en-US" dirty="0">
              <a:solidFill>
                <a:srgbClr val="00EFD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00EFD1"/>
                </a:solidFill>
              </a:rPr>
              <a:t>8</a:t>
            </a:r>
            <a:endParaRPr lang="en-US" dirty="0">
              <a:solidFill>
                <a:srgbClr val="00EFD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00EFD1"/>
                </a:solidFill>
              </a:rPr>
              <a:t>2</a:t>
            </a:r>
            <a:endParaRPr lang="en-US" dirty="0">
              <a:solidFill>
                <a:srgbClr val="00EFD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00EFD1"/>
                </a:solidFill>
              </a:rPr>
              <a:t>8</a:t>
            </a:r>
            <a:endParaRPr lang="en-US" dirty="0">
              <a:solidFill>
                <a:srgbClr val="00EFD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600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00EFD1"/>
                </a:solidFill>
              </a:rPr>
              <a:t>4</a:t>
            </a:r>
            <a:endParaRPr lang="en-US" dirty="0">
              <a:solidFill>
                <a:srgbClr val="00EFD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A84557-EE92-B449-83BC-55AF72572600}"/>
              </a:ext>
            </a:extLst>
          </p:cNvPr>
          <p:cNvSpPr txBox="1"/>
          <p:nvPr/>
        </p:nvSpPr>
        <p:spPr>
          <a:xfrm>
            <a:off x="233577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sBDFEt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32928652"/>
      </p:ext>
    </p:ext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0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8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6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0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4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6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6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0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0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2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2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10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4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4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2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10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8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468359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2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6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0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2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10E567-3A32-5108-9B5B-D7C59B36E182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2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2F5B5-3498-759F-76E4-DA000D9A060F}"/>
              </a:ext>
            </a:extLst>
          </p:cNvPr>
          <p:cNvSpPr txBox="1"/>
          <p:nvPr/>
        </p:nvSpPr>
        <p:spPr>
          <a:xfrm>
            <a:off x="233577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sBDFEt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F411E1-2CFD-FD5C-B665-03D82711F41F}"/>
              </a:ext>
            </a:extLst>
          </p:cNvPr>
          <p:cNvSpPr txBox="1"/>
          <p:nvPr/>
        </p:nvSpPr>
        <p:spPr>
          <a:xfrm>
            <a:off x="2280251" y="4359753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D3991-28C6-5D5D-3398-E30030EAD40D}"/>
              </a:ext>
            </a:extLst>
          </p:cNvPr>
          <p:cNvSpPr txBox="1"/>
          <p:nvPr/>
        </p:nvSpPr>
        <p:spPr>
          <a:xfrm>
            <a:off x="2753382" y="3231316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261BA1-2F94-B649-4629-A59BBFF0500B}"/>
              </a:ext>
            </a:extLst>
          </p:cNvPr>
          <p:cNvSpPr txBox="1"/>
          <p:nvPr/>
        </p:nvSpPr>
        <p:spPr>
          <a:xfrm>
            <a:off x="4468909" y="5221607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5B8627-DD78-0610-A32B-C822DE31BF4A}"/>
              </a:ext>
            </a:extLst>
          </p:cNvPr>
          <p:cNvSpPr txBox="1"/>
          <p:nvPr/>
        </p:nvSpPr>
        <p:spPr>
          <a:xfrm>
            <a:off x="4697418" y="4152103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CC046A-5825-B912-F4F2-685FEE34FB89}"/>
              </a:ext>
            </a:extLst>
          </p:cNvPr>
          <p:cNvSpPr txBox="1"/>
          <p:nvPr/>
        </p:nvSpPr>
        <p:spPr>
          <a:xfrm>
            <a:off x="6729831" y="5221607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80A5EC-0CA4-DED4-9296-4F83F7C9EBB1}"/>
              </a:ext>
            </a:extLst>
          </p:cNvPr>
          <p:cNvSpPr txBox="1"/>
          <p:nvPr/>
        </p:nvSpPr>
        <p:spPr>
          <a:xfrm>
            <a:off x="6932858" y="4152103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441739-9F9C-8114-61A1-2CF3B0B8223E}"/>
              </a:ext>
            </a:extLst>
          </p:cNvPr>
          <p:cNvSpPr txBox="1"/>
          <p:nvPr/>
        </p:nvSpPr>
        <p:spPr>
          <a:xfrm>
            <a:off x="7546742" y="3592481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8BB432-4AF1-CDC5-E3A3-72CF8B157499}"/>
              </a:ext>
            </a:extLst>
          </p:cNvPr>
          <p:cNvSpPr txBox="1"/>
          <p:nvPr/>
        </p:nvSpPr>
        <p:spPr>
          <a:xfrm>
            <a:off x="8574686" y="2850624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6EFADC-9344-58D8-F2A9-6E7666452ED0}"/>
              </a:ext>
            </a:extLst>
          </p:cNvPr>
          <p:cNvSpPr txBox="1"/>
          <p:nvPr/>
        </p:nvSpPr>
        <p:spPr>
          <a:xfrm>
            <a:off x="9579289" y="1441221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79914F-FE5E-2629-FF50-8594C6FEA0AE}"/>
              </a:ext>
            </a:extLst>
          </p:cNvPr>
          <p:cNvSpPr txBox="1"/>
          <p:nvPr/>
        </p:nvSpPr>
        <p:spPr>
          <a:xfrm>
            <a:off x="8641288" y="2251803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519426"/>
      </p:ext>
    </p:ext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34FEC0-8567-638B-7C0B-AD905DAF0BC1}"/>
              </a:ext>
            </a:extLst>
          </p:cNvPr>
          <p:cNvSpPr/>
          <p:nvPr/>
        </p:nvSpPr>
        <p:spPr bwMode="auto">
          <a:xfrm>
            <a:off x="1164177" y="2876861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2F5B5-3498-759F-76E4-DA000D9A060F}"/>
              </a:ext>
            </a:extLst>
          </p:cNvPr>
          <p:cNvSpPr txBox="1"/>
          <p:nvPr/>
        </p:nvSpPr>
        <p:spPr>
          <a:xfrm>
            <a:off x="233577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sBDFEt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33D08-EBD6-2C64-AC29-808393120ACB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8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55B3E-FB00-06B8-5375-D7482EDEEF60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380ABF-237D-8FE0-F913-2FDC990D920A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CBACE-48E1-9A87-AA40-AD50A843ED4C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E3F7A-43A6-B381-8AA0-3C77AEF0F987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A9798-BFFC-515B-B8D9-29485EF27F98}"/>
              </a:ext>
            </a:extLst>
          </p:cNvPr>
          <p:cNvSpPr txBox="1"/>
          <p:nvPr/>
        </p:nvSpPr>
        <p:spPr>
          <a:xfrm>
            <a:off x="468359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64479-93FD-CD6F-BC76-F0D09D5FCE73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F6CA2F-FEC0-7685-DDC2-7241265893E5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043EB0-2131-9774-63AC-C2C0FA1A03F8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19B584-9BF3-BA60-D974-0916B407850A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768150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34FEC0-8567-638B-7C0B-AD905DAF0BC1}"/>
              </a:ext>
            </a:extLst>
          </p:cNvPr>
          <p:cNvSpPr/>
          <p:nvPr/>
        </p:nvSpPr>
        <p:spPr bwMode="auto">
          <a:xfrm>
            <a:off x="3799139" y="5246707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2F5B5-3498-759F-76E4-DA000D9A060F}"/>
              </a:ext>
            </a:extLst>
          </p:cNvPr>
          <p:cNvSpPr txBox="1"/>
          <p:nvPr/>
        </p:nvSpPr>
        <p:spPr>
          <a:xfrm>
            <a:off x="233577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sBDFEt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33D08-EBD6-2C64-AC29-808393120ACB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55B3E-FB00-06B8-5375-D7482EDEEF60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380ABF-237D-8FE0-F913-2FDC990D920A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CBACE-48E1-9A87-AA40-AD50A843ED4C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E3F7A-43A6-B381-8AA0-3C77AEF0F987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A9798-BFFC-515B-B8D9-29485EF27F98}"/>
              </a:ext>
            </a:extLst>
          </p:cNvPr>
          <p:cNvSpPr txBox="1"/>
          <p:nvPr/>
        </p:nvSpPr>
        <p:spPr>
          <a:xfrm>
            <a:off x="468359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64479-93FD-CD6F-BC76-F0D09D5FCE73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F6CA2F-FEC0-7685-DDC2-7241265893E5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043EB0-2131-9774-63AC-C2C0FA1A03F8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19B584-9BF3-BA60-D974-0916B407850A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449821"/>
      </p:ext>
    </p:extLst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6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6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34FEC0-8567-638B-7C0B-AD905DAF0BC1}"/>
              </a:ext>
            </a:extLst>
          </p:cNvPr>
          <p:cNvSpPr/>
          <p:nvPr/>
        </p:nvSpPr>
        <p:spPr bwMode="auto">
          <a:xfrm>
            <a:off x="6007266" y="5246707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2F5B5-3498-759F-76E4-DA000D9A060F}"/>
              </a:ext>
            </a:extLst>
          </p:cNvPr>
          <p:cNvSpPr txBox="1"/>
          <p:nvPr/>
        </p:nvSpPr>
        <p:spPr>
          <a:xfrm>
            <a:off x="233577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sBDFEt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33D08-EBD6-2C64-AC29-808393120ACB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55B3E-FB00-06B8-5375-D7482EDEEF60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380ABF-237D-8FE0-F913-2FDC990D920A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CBACE-48E1-9A87-AA40-AD50A843ED4C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E3F7A-43A6-B381-8AA0-3C77AEF0F987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A9798-BFFC-515B-B8D9-29485EF27F98}"/>
              </a:ext>
            </a:extLst>
          </p:cNvPr>
          <p:cNvSpPr txBox="1"/>
          <p:nvPr/>
        </p:nvSpPr>
        <p:spPr>
          <a:xfrm>
            <a:off x="468359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64479-93FD-CD6F-BC76-F0D09D5FCE73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F6CA2F-FEC0-7685-DDC2-7241265893E5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043EB0-2131-9774-63AC-C2C0FA1A03F8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19B584-9BF3-BA60-D974-0916B407850A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05887"/>
      </p:ext>
    </p:extLst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4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34FEC0-8567-638B-7C0B-AD905DAF0BC1}"/>
              </a:ext>
            </a:extLst>
          </p:cNvPr>
          <p:cNvSpPr/>
          <p:nvPr/>
        </p:nvSpPr>
        <p:spPr bwMode="auto">
          <a:xfrm>
            <a:off x="8207809" y="443733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2F5B5-3498-759F-76E4-DA000D9A060F}"/>
              </a:ext>
            </a:extLst>
          </p:cNvPr>
          <p:cNvSpPr txBox="1"/>
          <p:nvPr/>
        </p:nvSpPr>
        <p:spPr>
          <a:xfrm>
            <a:off x="233577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sBDFEt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33D08-EBD6-2C64-AC29-808393120ACB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55B3E-FB00-06B8-5375-D7482EDEEF60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380ABF-237D-8FE0-F913-2FDC990D920A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CBACE-48E1-9A87-AA40-AD50A843ED4C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E3F7A-43A6-B381-8AA0-3C77AEF0F987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A9798-BFFC-515B-B8D9-29485EF27F98}"/>
              </a:ext>
            </a:extLst>
          </p:cNvPr>
          <p:cNvSpPr txBox="1"/>
          <p:nvPr/>
        </p:nvSpPr>
        <p:spPr>
          <a:xfrm>
            <a:off x="468359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64479-93FD-CD6F-BC76-F0D09D5FCE73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F6CA2F-FEC0-7685-DDC2-7241265893E5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043EB0-2131-9774-63AC-C2C0FA1A03F8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19B584-9BF3-BA60-D974-0916B407850A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041525"/>
      </p:ext>
    </p:extLst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E34FEC0-8567-638B-7C0B-AD905DAF0BC1}"/>
              </a:ext>
            </a:extLst>
          </p:cNvPr>
          <p:cNvSpPr/>
          <p:nvPr/>
        </p:nvSpPr>
        <p:spPr bwMode="auto">
          <a:xfrm>
            <a:off x="10868769" y="291148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2F5B5-3498-759F-76E4-DA000D9A060F}"/>
              </a:ext>
            </a:extLst>
          </p:cNvPr>
          <p:cNvSpPr txBox="1"/>
          <p:nvPr/>
        </p:nvSpPr>
        <p:spPr>
          <a:xfrm>
            <a:off x="233577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sBDFEt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33D08-EBD6-2C64-AC29-808393120ACB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55B3E-FB00-06B8-5375-D7482EDEEF60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380ABF-237D-8FE0-F913-2FDC990D920A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CBACE-48E1-9A87-AA40-AD50A843ED4C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>
                <a:solidFill>
                  <a:srgbClr val="33CCFF">
                    <a:alpha val="20000"/>
                  </a:srgbClr>
                </a:solidFill>
              </a:rPr>
              <a:t>6</a:t>
            </a:r>
            <a:endParaRPr lang="en-US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E3F7A-43A6-B381-8AA0-3C77AEF0F987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A9798-BFFC-515B-B8D9-29485EF27F98}"/>
              </a:ext>
            </a:extLst>
          </p:cNvPr>
          <p:cNvSpPr txBox="1"/>
          <p:nvPr/>
        </p:nvSpPr>
        <p:spPr>
          <a:xfrm>
            <a:off x="468359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64479-93FD-CD6F-BC76-F0D09D5FCE73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F6CA2F-FEC0-7685-DDC2-7241265893E5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043EB0-2131-9774-63AC-C2C0FA1A03F8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19B584-9BF3-BA60-D974-0916B407850A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31709"/>
      </p:ext>
    </p:extLst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bg2">
                    <a:lumMod val="1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bg2">
                    <a:lumMod val="1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bg2">
                    <a:lumMod val="1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bg2">
                    <a:lumMod val="1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bg2">
                    <a:lumMod val="1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00EFD1"/>
                </a:solidFill>
              </a:rPr>
              <a:t>6</a:t>
            </a:r>
            <a:endParaRPr lang="en-US" dirty="0">
              <a:solidFill>
                <a:srgbClr val="00EFD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2F5B5-3498-759F-76E4-DA000D9A060F}"/>
              </a:ext>
            </a:extLst>
          </p:cNvPr>
          <p:cNvSpPr txBox="1"/>
          <p:nvPr/>
        </p:nvSpPr>
        <p:spPr>
          <a:xfrm>
            <a:off x="233577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sBDFEt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33D08-EBD6-2C64-AC29-808393120ACB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00EFD1"/>
                </a:solidFill>
              </a:rPr>
              <a:t>8</a:t>
            </a:r>
            <a:endParaRPr lang="en-US" dirty="0">
              <a:solidFill>
                <a:srgbClr val="00EFD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55B3E-FB00-06B8-5375-D7482EDEEF60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>
                <a:solidFill>
                  <a:srgbClr val="00EFD1"/>
                </a:solidFill>
              </a:rPr>
              <a:t>6</a:t>
            </a:r>
            <a:endParaRPr lang="en-US" dirty="0">
              <a:solidFill>
                <a:srgbClr val="00EFD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380ABF-237D-8FE0-F913-2FDC990D920A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CBACE-48E1-9A87-AA40-AD50A843ED4C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>
                <a:solidFill>
                  <a:srgbClr val="00EFD1"/>
                </a:solidFill>
              </a:rPr>
              <a:t>6</a:t>
            </a:r>
            <a:endParaRPr lang="en-US" dirty="0">
              <a:solidFill>
                <a:srgbClr val="00EFD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E3F7A-43A6-B381-8AA0-3C77AEF0F987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A9798-BFFC-515B-B8D9-29485EF27F98}"/>
              </a:ext>
            </a:extLst>
          </p:cNvPr>
          <p:cNvSpPr txBox="1"/>
          <p:nvPr/>
        </p:nvSpPr>
        <p:spPr>
          <a:xfrm>
            <a:off x="468359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64479-93FD-CD6F-BC76-F0D09D5FCE73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F6CA2F-FEC0-7685-DDC2-7241265893E5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043EB0-2131-9774-63AC-C2C0FA1A03F8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19B584-9BF3-BA60-D974-0916B407850A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FBCE34-1503-64C0-598C-BC38552BE441}"/>
              </a:ext>
            </a:extLst>
          </p:cNvPr>
          <p:cNvSpPr txBox="1"/>
          <p:nvPr/>
        </p:nvSpPr>
        <p:spPr>
          <a:xfrm>
            <a:off x="3929404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sBDEt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97126856"/>
      </p:ext>
    </p:extLst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t</a:t>
            </a:r>
            <a:endParaRPr lang="en-US" sz="24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C</a:t>
            </a:r>
            <a:endParaRPr lang="en-US" sz="24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D</a:t>
            </a:r>
            <a:endParaRPr lang="en-US" sz="24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A</a:t>
            </a:r>
            <a:endParaRPr lang="en-US" sz="24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F</a:t>
            </a:r>
            <a:endParaRPr lang="en-US" sz="24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E</a:t>
            </a:r>
            <a:endParaRPr lang="en-US" sz="24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0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0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0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0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2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2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10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4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4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/>
                </a:solidFill>
              </a:rPr>
              <a:t>10</a:t>
            </a:r>
            <a:endParaRPr lang="en-US" sz="24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6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6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2F5B5-3498-759F-76E4-DA000D9A060F}"/>
              </a:ext>
            </a:extLst>
          </p:cNvPr>
          <p:cNvSpPr txBox="1"/>
          <p:nvPr/>
        </p:nvSpPr>
        <p:spPr>
          <a:xfrm>
            <a:off x="233577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sBDFEt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33D08-EBD6-2C64-AC29-808393120ACB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2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55B3E-FB00-06B8-5375-D7482EDEEF60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380ABF-237D-8FE0-F913-2FDC990D920A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0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CBACE-48E1-9A87-AA40-AD50A843ED4C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E3F7A-43A6-B381-8AA0-3C77AEF0F987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8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A9798-BFFC-515B-B8D9-29485EF27F98}"/>
              </a:ext>
            </a:extLst>
          </p:cNvPr>
          <p:cNvSpPr txBox="1"/>
          <p:nvPr/>
        </p:nvSpPr>
        <p:spPr>
          <a:xfrm>
            <a:off x="468359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8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64479-93FD-CD6F-BC76-F0D09D5FCE73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8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F6CA2F-FEC0-7685-DDC2-7241265893E5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2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043EB0-2131-9774-63AC-C2C0FA1A03F8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4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19B584-9BF3-BA60-D974-0916B407850A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F9AE57"/>
                </a:solidFill>
              </a:rPr>
              <a:t>8</a:t>
            </a:r>
            <a:endParaRPr lang="en-US" dirty="0">
              <a:solidFill>
                <a:srgbClr val="F9AE57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8ED99-C18B-0F32-B5B0-573C0CBEE16D}"/>
              </a:ext>
            </a:extLst>
          </p:cNvPr>
          <p:cNvSpPr txBox="1"/>
          <p:nvPr/>
        </p:nvSpPr>
        <p:spPr>
          <a:xfrm>
            <a:off x="3929404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sBDEt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28E8EC-1CB8-E805-D2C5-D64BC9BD4F74}"/>
              </a:ext>
            </a:extLst>
          </p:cNvPr>
          <p:cNvSpPr txBox="1"/>
          <p:nvPr/>
        </p:nvSpPr>
        <p:spPr>
          <a:xfrm>
            <a:off x="2287156" y="4410226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BD6A40-02AF-3DD4-233C-C8086AC10E0B}"/>
              </a:ext>
            </a:extLst>
          </p:cNvPr>
          <p:cNvSpPr txBox="1"/>
          <p:nvPr/>
        </p:nvSpPr>
        <p:spPr>
          <a:xfrm>
            <a:off x="2768277" y="3207674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EADA4-042F-BB75-31F1-77CBE01CB455}"/>
              </a:ext>
            </a:extLst>
          </p:cNvPr>
          <p:cNvSpPr txBox="1"/>
          <p:nvPr/>
        </p:nvSpPr>
        <p:spPr>
          <a:xfrm>
            <a:off x="4483726" y="5231503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B864C8-6EC3-E40F-2D3D-564087EE612B}"/>
              </a:ext>
            </a:extLst>
          </p:cNvPr>
          <p:cNvSpPr txBox="1"/>
          <p:nvPr/>
        </p:nvSpPr>
        <p:spPr>
          <a:xfrm>
            <a:off x="4709484" y="4128794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400680-7CD6-03FA-94CD-95B2DB755DDE}"/>
              </a:ext>
            </a:extLst>
          </p:cNvPr>
          <p:cNvSpPr txBox="1"/>
          <p:nvPr/>
        </p:nvSpPr>
        <p:spPr>
          <a:xfrm>
            <a:off x="6429443" y="2407646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B24FC4-03D6-C56C-A37C-41DE45EE9112}"/>
              </a:ext>
            </a:extLst>
          </p:cNvPr>
          <p:cNvSpPr txBox="1"/>
          <p:nvPr/>
        </p:nvSpPr>
        <p:spPr>
          <a:xfrm>
            <a:off x="7239638" y="3124919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E3A155-4450-4390-46D7-C2ACAB96E7BD}"/>
              </a:ext>
            </a:extLst>
          </p:cNvPr>
          <p:cNvSpPr txBox="1"/>
          <p:nvPr/>
        </p:nvSpPr>
        <p:spPr>
          <a:xfrm>
            <a:off x="9415639" y="1343287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7006BC-EE0B-858C-0231-E4636B100878}"/>
              </a:ext>
            </a:extLst>
          </p:cNvPr>
          <p:cNvSpPr txBox="1"/>
          <p:nvPr/>
        </p:nvSpPr>
        <p:spPr>
          <a:xfrm>
            <a:off x="8841999" y="2419099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-6</a:t>
            </a:r>
            <a:endParaRPr lang="en-US" sz="1200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221365"/>
      </p:ext>
    </p:extLst>
  </p:cSld>
  <p:clrMapOvr>
    <a:masterClrMapping/>
  </p:clrMapOvr>
  <p:transition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s</a:t>
            </a:r>
            <a:endParaRPr lang="en-US" sz="24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B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2F5B5-3498-759F-76E4-DA000D9A060F}"/>
              </a:ext>
            </a:extLst>
          </p:cNvPr>
          <p:cNvSpPr txBox="1"/>
          <p:nvPr/>
        </p:nvSpPr>
        <p:spPr>
          <a:xfrm>
            <a:off x="233577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sBDFEt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33D08-EBD6-2C64-AC29-808393120ACB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>
                <a:solidFill>
                  <a:srgbClr val="33CCFF"/>
                </a:solidFill>
              </a:rPr>
              <a:t>2</a:t>
            </a:r>
            <a:endParaRPr lang="en-US" dirty="0">
              <a:solidFill>
                <a:srgbClr val="33CC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55B3E-FB00-06B8-5375-D7482EDEEF60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>
                <a:solidFill>
                  <a:srgbClr val="33CCFF">
                    <a:alpha val="20000"/>
                  </a:srgbClr>
                </a:solidFill>
              </a:rPr>
              <a:t>0</a:t>
            </a:r>
            <a:endParaRPr lang="en-US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380ABF-237D-8FE0-F913-2FDC990D920A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CBACE-48E1-9A87-AA40-AD50A843ED4C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>
                <a:solidFill>
                  <a:srgbClr val="33CCFF">
                    <a:alpha val="20000"/>
                  </a:srgbClr>
                </a:solidFill>
              </a:rPr>
              <a:t>0</a:t>
            </a:r>
            <a:endParaRPr lang="en-US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E3F7A-43A6-B381-8AA0-3C77AEF0F987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A9798-BFFC-515B-B8D9-29485EF27F98}"/>
              </a:ext>
            </a:extLst>
          </p:cNvPr>
          <p:cNvSpPr txBox="1"/>
          <p:nvPr/>
        </p:nvSpPr>
        <p:spPr>
          <a:xfrm>
            <a:off x="468359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64479-93FD-CD6F-BC76-F0D09D5FCE73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F6CA2F-FEC0-7685-DDC2-7241265893E5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043EB0-2131-9774-63AC-C2C0FA1A03F8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19B584-9BF3-BA60-D974-0916B407850A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8ED99-C18B-0F32-B5B0-573C0CBEE16D}"/>
              </a:ext>
            </a:extLst>
          </p:cNvPr>
          <p:cNvSpPr txBox="1"/>
          <p:nvPr/>
        </p:nvSpPr>
        <p:spPr>
          <a:xfrm>
            <a:off x="3929404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sBDEt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2F9016-4DC4-2C79-A403-2D812780AEAF}"/>
              </a:ext>
            </a:extLst>
          </p:cNvPr>
          <p:cNvSpPr/>
          <p:nvPr/>
        </p:nvSpPr>
        <p:spPr bwMode="auto">
          <a:xfrm>
            <a:off x="1164177" y="2876861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2507384"/>
      </p:ext>
    </p:extLst>
  </p:cSld>
  <p:clrMapOvr>
    <a:masterClrMapping/>
  </p:clrMapOvr>
  <p:transition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26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6170699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3931454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6180912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1437589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0108272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3567510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577293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577293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3567510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797835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797835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2019775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4213648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2019775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4213648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6419069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8243993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8499193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8499193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6419069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421364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6419068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8360369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421364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6419068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8584899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8581730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1880952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1883548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2747740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7224155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8835787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468360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6939911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4881414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227461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4709044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6939910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9335709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4399355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6627989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sACEFt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7756900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2F5B5-3498-759F-76E4-DA000D9A060F}"/>
              </a:ext>
            </a:extLst>
          </p:cNvPr>
          <p:cNvSpPr txBox="1"/>
          <p:nvPr/>
        </p:nvSpPr>
        <p:spPr>
          <a:xfrm>
            <a:off x="233577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sBDFEt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33D08-EBD6-2C64-AC29-808393120ACB}"/>
              </a:ext>
            </a:extLst>
          </p:cNvPr>
          <p:cNvSpPr txBox="1"/>
          <p:nvPr/>
        </p:nvSpPr>
        <p:spPr>
          <a:xfrm>
            <a:off x="2747740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55B3E-FB00-06B8-5375-D7482EDEEF60}"/>
              </a:ext>
            </a:extLst>
          </p:cNvPr>
          <p:cNvSpPr txBox="1"/>
          <p:nvPr/>
        </p:nvSpPr>
        <p:spPr>
          <a:xfrm>
            <a:off x="468360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>
                <a:solidFill>
                  <a:srgbClr val="33CCFF">
                    <a:alpha val="20000"/>
                  </a:srgbClr>
                </a:solidFill>
              </a:rPr>
              <a:t>0</a:t>
            </a:r>
            <a:endParaRPr lang="en-US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380ABF-237D-8FE0-F913-2FDC990D920A}"/>
              </a:ext>
            </a:extLst>
          </p:cNvPr>
          <p:cNvSpPr txBox="1"/>
          <p:nvPr/>
        </p:nvSpPr>
        <p:spPr>
          <a:xfrm>
            <a:off x="6939911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CBACE-48E1-9A87-AA40-AD50A843ED4C}"/>
              </a:ext>
            </a:extLst>
          </p:cNvPr>
          <p:cNvSpPr txBox="1"/>
          <p:nvPr/>
        </p:nvSpPr>
        <p:spPr>
          <a:xfrm>
            <a:off x="8835787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>
                <a:solidFill>
                  <a:srgbClr val="33CCFF">
                    <a:alpha val="20000"/>
                  </a:srgbClr>
                </a:solidFill>
              </a:rPr>
              <a:t>0</a:t>
            </a:r>
            <a:endParaRPr lang="en-US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E3F7A-43A6-B381-8AA0-3C77AEF0F987}"/>
              </a:ext>
            </a:extLst>
          </p:cNvPr>
          <p:cNvSpPr txBox="1"/>
          <p:nvPr/>
        </p:nvSpPr>
        <p:spPr>
          <a:xfrm>
            <a:off x="940427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A9798-BFFC-515B-B8D9-29485EF27F98}"/>
              </a:ext>
            </a:extLst>
          </p:cNvPr>
          <p:cNvSpPr txBox="1"/>
          <p:nvPr/>
        </p:nvSpPr>
        <p:spPr>
          <a:xfrm>
            <a:off x="468359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64479-93FD-CD6F-BC76-F0D09D5FCE73}"/>
              </a:ext>
            </a:extLst>
          </p:cNvPr>
          <p:cNvSpPr txBox="1"/>
          <p:nvPr/>
        </p:nvSpPr>
        <p:spPr>
          <a:xfrm>
            <a:off x="2273163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F6CA2F-FEC0-7685-DDC2-7241265893E5}"/>
              </a:ext>
            </a:extLst>
          </p:cNvPr>
          <p:cNvSpPr txBox="1"/>
          <p:nvPr/>
        </p:nvSpPr>
        <p:spPr>
          <a:xfrm>
            <a:off x="8316295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043EB0-2131-9774-63AC-C2C0FA1A03F8}"/>
              </a:ext>
            </a:extLst>
          </p:cNvPr>
          <p:cNvSpPr txBox="1"/>
          <p:nvPr/>
        </p:nvSpPr>
        <p:spPr>
          <a:xfrm>
            <a:off x="7772060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19B584-9BF3-BA60-D974-0916B407850A}"/>
              </a:ext>
            </a:extLst>
          </p:cNvPr>
          <p:cNvSpPr txBox="1"/>
          <p:nvPr/>
        </p:nvSpPr>
        <p:spPr>
          <a:xfrm>
            <a:off x="6939909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8ED99-C18B-0F32-B5B0-573C0CBEE16D}"/>
              </a:ext>
            </a:extLst>
          </p:cNvPr>
          <p:cNvSpPr txBox="1"/>
          <p:nvPr/>
        </p:nvSpPr>
        <p:spPr>
          <a:xfrm>
            <a:off x="3929404" y="6113186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sBDEt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2F9016-4DC4-2C79-A403-2D812780AEAF}"/>
              </a:ext>
            </a:extLst>
          </p:cNvPr>
          <p:cNvSpPr/>
          <p:nvPr/>
        </p:nvSpPr>
        <p:spPr bwMode="auto">
          <a:xfrm>
            <a:off x="3799139" y="5267337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73545680"/>
      </p:ext>
    </p:extLst>
  </p:cSld>
  <p:clrMapOvr>
    <a:masterClrMapping/>
  </p:clrMapOvr>
  <p:transition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-7394617" y="1388876"/>
            <a:ext cx="2116573" cy="342386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-5150444" y="1139517"/>
            <a:ext cx="2000993" cy="339419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-7389689" y="1074384"/>
            <a:ext cx="2116573" cy="342386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-5140231" y="1418555"/>
            <a:ext cx="2000993" cy="339419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-9883554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s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-1212871" y="2645232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t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-7753633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latin typeface="+mj-lt"/>
              </a:rPr>
              <a:t>B</a:t>
            </a:r>
            <a:endParaRPr lang="en-US" sz="24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-5548212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C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-5548212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D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-7753633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A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-3342791" y="4518701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F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-3342791" y="771764"/>
            <a:ext cx="646139" cy="646139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>
                <a:alpha val="20000"/>
              </a:schemeClr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400">
                <a:solidFill>
                  <a:schemeClr val="tx1">
                    <a:alpha val="20000"/>
                  </a:schemeClr>
                </a:solidFill>
                <a:latin typeface="+mj-lt"/>
              </a:rPr>
              <a:t>E</a:t>
            </a:r>
            <a:endParaRPr lang="en-US" sz="2400">
              <a:solidFill>
                <a:schemeClr val="tx1">
                  <a:alpha val="20000"/>
                </a:schemeClr>
              </a:solidFill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-9301368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-7107495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-9301368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-7107495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-4902074" y="1114640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-3077150" y="1417902"/>
            <a:ext cx="0" cy="3100799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-2821950" y="1353949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-2821950" y="3166074"/>
            <a:ext cx="1673032" cy="1416581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-4902074" y="4800875"/>
            <a:ext cx="1559282" cy="0"/>
          </a:xfrm>
          <a:prstGeom prst="straightConnector1">
            <a:avLst/>
          </a:prstGeom>
          <a:ln w="38100">
            <a:solidFill>
              <a:srgbClr val="33CCFF">
                <a:alpha val="20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-7107495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-4902075" y="988265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-2960774" y="1417902"/>
            <a:ext cx="0" cy="3100799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-7107495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-4902075" y="4924394"/>
            <a:ext cx="1559282" cy="0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-2736244" y="3270923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-2739413" y="1228652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-9440191" y="3291371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-9437595" y="1251696"/>
            <a:ext cx="1673032" cy="1416581"/>
          </a:xfrm>
          <a:prstGeom prst="straightConnector1">
            <a:avLst/>
          </a:prstGeom>
          <a:ln w="38100">
            <a:solidFill>
              <a:srgbClr val="F9AE57">
                <a:alpha val="20000"/>
              </a:srgbClr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-8573403" y="211015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-4096988" y="27772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-2485356" y="352062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-6637542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-4381232" y="115706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-6439729" y="246879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-9046526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10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-6612099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-4381233" y="567161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-1985434" y="3979213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F9AE57">
                    <a:alpha val="20000"/>
                  </a:srgbClr>
                </a:solidFill>
              </a:rPr>
              <a:t>10</a:t>
            </a:r>
            <a:endParaRPr lang="en-US" sz="2400" dirty="0">
              <a:solidFill>
                <a:srgbClr val="F9AE57">
                  <a:alpha val="20000"/>
                </a:srgb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-6921788" y="2913546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-4693154" y="256712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6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674883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9EF54-957B-7FBB-F923-332DB562CE4F}"/>
              </a:ext>
            </a:extLst>
          </p:cNvPr>
          <p:cNvSpPr txBox="1"/>
          <p:nvPr/>
        </p:nvSpPr>
        <p:spPr>
          <a:xfrm>
            <a:off x="1451702" y="1611341"/>
            <a:ext cx="6567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rgbClr val="00EFD1"/>
                </a:solidFill>
              </a:rPr>
              <a:t>sACEFt</a:t>
            </a:r>
            <a:r>
              <a:rPr lang="fr-FR" sz="4800"/>
              <a:t> </a:t>
            </a:r>
            <a:r>
              <a:rPr lang="fr-FR" sz="3600"/>
              <a:t>(bottleneck = 4)</a:t>
            </a:r>
            <a:endParaRPr lang="en-US" sz="4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56087A-DE5B-0642-1FCE-CEA55A199096}"/>
              </a:ext>
            </a:extLst>
          </p:cNvPr>
          <p:cNvSpPr txBox="1"/>
          <p:nvPr/>
        </p:nvSpPr>
        <p:spPr>
          <a:xfrm>
            <a:off x="1647632" y="2377053"/>
            <a:ext cx="6567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rgbClr val="00EFD1"/>
                </a:solidFill>
              </a:rPr>
              <a:t>sADFt</a:t>
            </a:r>
            <a:r>
              <a:rPr lang="fr-FR" sz="4800"/>
              <a:t> </a:t>
            </a:r>
            <a:r>
              <a:rPr lang="fr-FR" sz="3600"/>
              <a:t>(bottleneck = 6)</a:t>
            </a:r>
            <a:endParaRPr lang="en-US" sz="4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2F5B5-3498-759F-76E4-DA000D9A060F}"/>
              </a:ext>
            </a:extLst>
          </p:cNvPr>
          <p:cNvSpPr txBox="1"/>
          <p:nvPr/>
        </p:nvSpPr>
        <p:spPr>
          <a:xfrm>
            <a:off x="1470752" y="3234452"/>
            <a:ext cx="6567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rgbClr val="00EFD1"/>
                </a:solidFill>
              </a:rPr>
              <a:t>sBDFEt</a:t>
            </a:r>
            <a:r>
              <a:rPr lang="fr-FR" sz="4800"/>
              <a:t> </a:t>
            </a:r>
            <a:r>
              <a:rPr lang="fr-FR" sz="3600"/>
              <a:t>(bottleneck = 2)</a:t>
            </a:r>
            <a:endParaRPr lang="en-US" sz="4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33D08-EBD6-2C64-AC29-808393120ACB}"/>
              </a:ext>
            </a:extLst>
          </p:cNvPr>
          <p:cNvSpPr txBox="1"/>
          <p:nvPr/>
        </p:nvSpPr>
        <p:spPr>
          <a:xfrm>
            <a:off x="-8573403" y="345642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55B3E-FB00-06B8-5375-D7482EDEEF60}"/>
              </a:ext>
            </a:extLst>
          </p:cNvPr>
          <p:cNvSpPr txBox="1"/>
          <p:nvPr/>
        </p:nvSpPr>
        <p:spPr>
          <a:xfrm>
            <a:off x="-6637542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>
                <a:solidFill>
                  <a:srgbClr val="33CCFF">
                    <a:alpha val="20000"/>
                  </a:srgbClr>
                </a:solidFill>
              </a:rPr>
              <a:t>0</a:t>
            </a:r>
            <a:endParaRPr lang="en-US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380ABF-237D-8FE0-F913-2FDC990D920A}"/>
              </a:ext>
            </a:extLst>
          </p:cNvPr>
          <p:cNvSpPr txBox="1"/>
          <p:nvPr/>
        </p:nvSpPr>
        <p:spPr>
          <a:xfrm>
            <a:off x="-4381232" y="437760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0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CBACE-48E1-9A87-AA40-AD50A843ED4C}"/>
              </a:ext>
            </a:extLst>
          </p:cNvPr>
          <p:cNvSpPr txBox="1"/>
          <p:nvPr/>
        </p:nvSpPr>
        <p:spPr>
          <a:xfrm>
            <a:off x="-2485356" y="2062239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/>
                </a:solidFill>
              </a:defRPr>
            </a:lvl1pPr>
          </a:lstStyle>
          <a:p>
            <a:r>
              <a:rPr lang="fr-FR">
                <a:solidFill>
                  <a:srgbClr val="33CCFF">
                    <a:alpha val="20000"/>
                  </a:srgbClr>
                </a:solidFill>
              </a:rPr>
              <a:t>0</a:t>
            </a:r>
            <a:endParaRPr lang="en-US" dirty="0">
              <a:solidFill>
                <a:srgbClr val="33CCFF">
                  <a:alpha val="20000"/>
                </a:srgb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E3F7A-43A6-B381-8AA0-3C77AEF0F987}"/>
              </a:ext>
            </a:extLst>
          </p:cNvPr>
          <p:cNvSpPr txBox="1"/>
          <p:nvPr/>
        </p:nvSpPr>
        <p:spPr>
          <a:xfrm>
            <a:off x="-1916867" y="161940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A9798-BFFC-515B-B8D9-29485EF27F98}"/>
              </a:ext>
            </a:extLst>
          </p:cNvPr>
          <p:cNvSpPr txBox="1"/>
          <p:nvPr/>
        </p:nvSpPr>
        <p:spPr>
          <a:xfrm>
            <a:off x="-6637544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64479-93FD-CD6F-BC76-F0D09D5FCE73}"/>
              </a:ext>
            </a:extLst>
          </p:cNvPr>
          <p:cNvSpPr txBox="1"/>
          <p:nvPr/>
        </p:nvSpPr>
        <p:spPr>
          <a:xfrm>
            <a:off x="-9047980" y="4074514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F6CA2F-FEC0-7685-DDC2-7241265893E5}"/>
              </a:ext>
            </a:extLst>
          </p:cNvPr>
          <p:cNvSpPr txBox="1"/>
          <p:nvPr/>
        </p:nvSpPr>
        <p:spPr>
          <a:xfrm>
            <a:off x="-3004848" y="3006138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043EB0-2131-9774-63AC-C2C0FA1A03F8}"/>
              </a:ext>
            </a:extLst>
          </p:cNvPr>
          <p:cNvSpPr txBox="1"/>
          <p:nvPr/>
        </p:nvSpPr>
        <p:spPr>
          <a:xfrm>
            <a:off x="-3549083" y="3549547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33CCFF">
                    <a:alpha val="20000"/>
                  </a:srgbClr>
                </a:solidFill>
              </a:defRPr>
            </a:lvl1pPr>
          </a:lstStyle>
          <a:p>
            <a:r>
              <a:rPr lang="fr-FR"/>
              <a:t>4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19B584-9BF3-BA60-D974-0916B407850A}"/>
              </a:ext>
            </a:extLst>
          </p:cNvPr>
          <p:cNvSpPr txBox="1"/>
          <p:nvPr/>
        </p:nvSpPr>
        <p:spPr>
          <a:xfrm>
            <a:off x="-4381234" y="5023482"/>
            <a:ext cx="5684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9AE57">
                    <a:alpha val="20000"/>
                  </a:srgbClr>
                </a:solidFill>
              </a:defRPr>
            </a:lvl1pPr>
          </a:lstStyle>
          <a:p>
            <a:r>
              <a:rPr lang="fr-FR"/>
              <a:t>8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8ED99-C18B-0F32-B5B0-573C0CBEE16D}"/>
              </a:ext>
            </a:extLst>
          </p:cNvPr>
          <p:cNvSpPr txBox="1"/>
          <p:nvPr/>
        </p:nvSpPr>
        <p:spPr>
          <a:xfrm>
            <a:off x="1648092" y="4009897"/>
            <a:ext cx="6567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rgbClr val="00EFD1"/>
                </a:solidFill>
              </a:rPr>
              <a:t>sBDEt</a:t>
            </a:r>
            <a:r>
              <a:rPr lang="fr-FR" sz="4800"/>
              <a:t> </a:t>
            </a:r>
            <a:r>
              <a:rPr lang="fr-FR" sz="3600"/>
              <a:t>(bottleneck = 6)</a:t>
            </a:r>
            <a:endParaRPr lang="en-US" sz="4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2F9016-4DC4-2C79-A403-2D812780AEAF}"/>
              </a:ext>
            </a:extLst>
          </p:cNvPr>
          <p:cNvSpPr/>
          <p:nvPr/>
        </p:nvSpPr>
        <p:spPr bwMode="auto">
          <a:xfrm>
            <a:off x="-7522004" y="5267337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B1335ED-D298-94A6-28A9-CD2146217549}"/>
                  </a:ext>
                </a:extLst>
              </p:cNvPr>
              <p:cNvSpPr txBox="1"/>
              <p:nvPr/>
            </p:nvSpPr>
            <p:spPr>
              <a:xfrm>
                <a:off x="7233099" y="2274341"/>
                <a:ext cx="2821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B1335ED-D298-94A6-28A9-CD214621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099" y="2274341"/>
                <a:ext cx="282129" cy="369332"/>
              </a:xfrm>
              <a:prstGeom prst="rect">
                <a:avLst/>
              </a:prstGeom>
              <a:blipFill>
                <a:blip r:embed="rId2"/>
                <a:stretch>
                  <a:fillRect l="-36957" r="-13043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85B8A59-FC48-72AC-D15A-FE823A0E1BE8}"/>
                  </a:ext>
                </a:extLst>
              </p:cNvPr>
              <p:cNvSpPr txBox="1"/>
              <p:nvPr/>
            </p:nvSpPr>
            <p:spPr>
              <a:xfrm>
                <a:off x="7233099" y="3087096"/>
                <a:ext cx="2821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85B8A59-FC48-72AC-D15A-FE823A0E1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099" y="3087096"/>
                <a:ext cx="282129" cy="369332"/>
              </a:xfrm>
              <a:prstGeom prst="rect">
                <a:avLst/>
              </a:prstGeom>
              <a:blipFill>
                <a:blip r:embed="rId3"/>
                <a:stretch>
                  <a:fillRect l="-36957" r="-13043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BF6ACF2-F708-0124-091B-CCC3AD3E71D0}"/>
                  </a:ext>
                </a:extLst>
              </p:cNvPr>
              <p:cNvSpPr txBox="1"/>
              <p:nvPr/>
            </p:nvSpPr>
            <p:spPr>
              <a:xfrm>
                <a:off x="7233099" y="3888943"/>
                <a:ext cx="2821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BF6ACF2-F708-0124-091B-CCC3AD3E7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099" y="3888943"/>
                <a:ext cx="282129" cy="369332"/>
              </a:xfrm>
              <a:prstGeom prst="rect">
                <a:avLst/>
              </a:prstGeom>
              <a:blipFill>
                <a:blip r:embed="rId4"/>
                <a:stretch>
                  <a:fillRect l="-36957" r="-13043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38B7FE-27AD-76E3-6714-BAA4DC672D1C}"/>
                  </a:ext>
                </a:extLst>
              </p:cNvPr>
              <p:cNvSpPr txBox="1"/>
              <p:nvPr/>
            </p:nvSpPr>
            <p:spPr>
              <a:xfrm>
                <a:off x="7115227" y="4857563"/>
                <a:ext cx="1299651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4400" b="0" i="1" smtClean="0">
                          <a:solidFill>
                            <a:srgbClr val="8690FA"/>
                          </a:solidFill>
                          <a:latin typeface="Cambria Math" panose="02040503050406030204" pitchFamily="18" charset="0"/>
                        </a:rPr>
                        <m:t>=18</m:t>
                      </m:r>
                    </m:oMath>
                  </m:oMathPara>
                </a14:m>
                <a:endParaRPr lang="en-US" sz="4400" dirty="0">
                  <a:solidFill>
                    <a:srgbClr val="8690FA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38B7FE-27AD-76E3-6714-BAA4DC672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227" y="4857563"/>
                <a:ext cx="1299651" cy="677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8BFB4533-D224-F196-0588-538BA350625C}"/>
              </a:ext>
            </a:extLst>
          </p:cNvPr>
          <p:cNvSpPr/>
          <p:nvPr/>
        </p:nvSpPr>
        <p:spPr bwMode="auto">
          <a:xfrm>
            <a:off x="1157468" y="1611341"/>
            <a:ext cx="5957759" cy="3923330"/>
          </a:xfrm>
          <a:prstGeom prst="rect">
            <a:avLst/>
          </a:prstGeom>
          <a:solidFill>
            <a:srgbClr val="343D46">
              <a:alpha val="50000"/>
            </a:srgb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EC4C63-6B62-5602-5F16-ACA13EA2FDEC}"/>
              </a:ext>
            </a:extLst>
          </p:cNvPr>
          <p:cNvSpPr txBox="1"/>
          <p:nvPr/>
        </p:nvSpPr>
        <p:spPr>
          <a:xfrm>
            <a:off x="8663318" y="3489898"/>
            <a:ext cx="2819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>
                <a:solidFill>
                  <a:srgbClr val="8690FA"/>
                </a:solidFill>
              </a:rPr>
              <a:t>maximum flow</a:t>
            </a:r>
            <a:endParaRPr lang="en-US" sz="4000" b="1" dirty="0">
              <a:solidFill>
                <a:srgbClr val="8690FA"/>
              </a:solidFill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B763AC7-951F-080D-4984-40E766E110A2}"/>
              </a:ext>
            </a:extLst>
          </p:cNvPr>
          <p:cNvSpPr/>
          <p:nvPr/>
        </p:nvSpPr>
        <p:spPr bwMode="auto">
          <a:xfrm>
            <a:off x="7986532" y="4178461"/>
            <a:ext cx="625033" cy="740780"/>
          </a:xfrm>
          <a:custGeom>
            <a:avLst/>
            <a:gdLst>
              <a:gd name="connsiteX0" fmla="*/ 625033 w 625033"/>
              <a:gd name="connsiteY0" fmla="*/ 0 h 740780"/>
              <a:gd name="connsiteX1" fmla="*/ 150471 w 625033"/>
              <a:gd name="connsiteY1" fmla="*/ 300942 h 740780"/>
              <a:gd name="connsiteX2" fmla="*/ 0 w 625033"/>
              <a:gd name="connsiteY2" fmla="*/ 740780 h 74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5033" h="740780">
                <a:moveTo>
                  <a:pt x="625033" y="0"/>
                </a:moveTo>
                <a:cubicBezTo>
                  <a:pt x="439838" y="88739"/>
                  <a:pt x="254643" y="177479"/>
                  <a:pt x="150471" y="300942"/>
                </a:cubicBezTo>
                <a:cubicBezTo>
                  <a:pt x="46299" y="424405"/>
                  <a:pt x="23149" y="582592"/>
                  <a:pt x="0" y="740780"/>
                </a:cubicBezTo>
              </a:path>
            </a:pathLst>
          </a:custGeom>
          <a:noFill/>
          <a:ln w="28575">
            <a:solidFill>
              <a:srgbClr val="8690FA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53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18A0FE-F756-B332-300A-4DE06F2DC89E}"/>
              </a:ext>
            </a:extLst>
          </p:cNvPr>
          <p:cNvSpPr txBox="1"/>
          <p:nvPr/>
        </p:nvSpPr>
        <p:spPr>
          <a:xfrm>
            <a:off x="825179" y="1012954"/>
            <a:ext cx="10541642" cy="483209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if u == sink:</a:t>
            </a:r>
          </a:p>
          <a:p>
            <a:r>
              <a:rPr lang="en-US" sz="28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return path</a:t>
            </a:r>
          </a:p>
          <a:p>
            <a:r>
              <a:rPr lang="en-US" sz="28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visited.add(u)</a:t>
            </a:r>
          </a:p>
          <a:p>
            <a:r>
              <a:rPr lang="en-US" sz="28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for v in residual[u]:</a:t>
            </a:r>
          </a:p>
          <a:p>
            <a:r>
              <a:rPr lang="en-US" sz="28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if v not in visited and residual[u][v] &gt; 0:</a:t>
            </a:r>
          </a:p>
          <a:p>
            <a:r>
              <a:rPr lang="en-US" sz="28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path.append((u, v))</a:t>
            </a:r>
          </a:p>
          <a:p>
            <a:r>
              <a:rPr lang="en-US" sz="28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dfs(residual, v, sink, path, visited):</a:t>
            </a:r>
          </a:p>
          <a:p>
            <a:r>
              <a:rPr lang="en-US" sz="28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return path</a:t>
            </a:r>
          </a:p>
          <a:p>
            <a:r>
              <a:rPr lang="en-US" sz="28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path.pop()</a:t>
            </a:r>
          </a:p>
          <a:p>
            <a:r>
              <a:rPr lang="en-US" sz="28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3679629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6D3E8A0-4D02-1FFD-A87F-5706F3768645}"/>
              </a:ext>
            </a:extLst>
          </p:cNvPr>
          <p:cNvSpPr txBox="1"/>
          <p:nvPr/>
        </p:nvSpPr>
        <p:spPr>
          <a:xfrm>
            <a:off x="302293" y="3345115"/>
            <a:ext cx="6057035" cy="317009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'F'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2BE839-5C50-9841-A684-305CBF574B0E}"/>
              </a:ext>
            </a:extLst>
          </p:cNvPr>
          <p:cNvGrpSpPr/>
          <p:nvPr/>
        </p:nvGrpSpPr>
        <p:grpSpPr>
          <a:xfrm>
            <a:off x="4836284" y="257866"/>
            <a:ext cx="7056708" cy="3621509"/>
            <a:chOff x="1437589" y="567161"/>
            <a:chExt cx="9316822" cy="4781401"/>
          </a:xfrm>
        </p:grpSpPr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A9B7CD42-657A-8B80-F8D1-7A43D776E9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26526" y="1388876"/>
              <a:ext cx="2116573" cy="3423869"/>
            </a:xfrm>
            <a:prstGeom prst="straightConnector1">
              <a:avLst/>
            </a:prstGeom>
            <a:ln w="38100">
              <a:solidFill>
                <a:srgbClr val="F9AE57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9D3772C7-00D5-D51C-E20C-051CFFCA50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0699" y="1139517"/>
              <a:ext cx="2000993" cy="3394190"/>
            </a:xfrm>
            <a:prstGeom prst="straightConnector1">
              <a:avLst/>
            </a:prstGeom>
            <a:ln w="38100">
              <a:solidFill>
                <a:srgbClr val="F9AE57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F36F175-0652-F2E4-4192-2F7E587A7971}"/>
                </a:ext>
              </a:extLst>
            </p:cNvPr>
            <p:cNvCxnSpPr>
              <a:cxnSpLocks/>
            </p:cNvCxnSpPr>
            <p:nvPr/>
          </p:nvCxnSpPr>
          <p:spPr>
            <a:xfrm>
              <a:off x="3931454" y="1074384"/>
              <a:ext cx="2116573" cy="3423869"/>
            </a:xfrm>
            <a:prstGeom prst="straightConnector1">
              <a:avLst/>
            </a:prstGeom>
            <a:ln w="38100">
              <a:solidFill>
                <a:srgbClr val="33CC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72981E2-3998-55A6-7E8A-3EF001FCF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0912" y="1418555"/>
              <a:ext cx="2000993" cy="3394190"/>
            </a:xfrm>
            <a:prstGeom prst="straightConnector1">
              <a:avLst/>
            </a:prstGeom>
            <a:ln w="38100">
              <a:solidFill>
                <a:srgbClr val="33CC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24FA30B-611D-0509-4818-1D18F6BEEFDB}"/>
                </a:ext>
              </a:extLst>
            </p:cNvPr>
            <p:cNvSpPr/>
            <p:nvPr/>
          </p:nvSpPr>
          <p:spPr bwMode="auto">
            <a:xfrm>
              <a:off x="1437589" y="2645232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s</a:t>
              </a:r>
              <a:endParaRPr lang="en-US" sz="1600">
                <a:latin typeface="+mj-l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2AFD8D6-67FA-2415-D44D-3466467B2531}"/>
                </a:ext>
              </a:extLst>
            </p:cNvPr>
            <p:cNvSpPr/>
            <p:nvPr/>
          </p:nvSpPr>
          <p:spPr bwMode="auto">
            <a:xfrm>
              <a:off x="10108272" y="2645232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t</a:t>
              </a:r>
              <a:endParaRPr lang="en-US" sz="1600">
                <a:latin typeface="+mj-lt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3597814-C18A-50BE-105C-A517C687C039}"/>
                </a:ext>
              </a:extLst>
            </p:cNvPr>
            <p:cNvSpPr/>
            <p:nvPr/>
          </p:nvSpPr>
          <p:spPr bwMode="auto">
            <a:xfrm>
              <a:off x="3567510" y="4518701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B</a:t>
              </a:r>
              <a:endParaRPr lang="en-US" sz="1600"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B2DA560-844C-2E8C-1025-7DA4EB217014}"/>
                </a:ext>
              </a:extLst>
            </p:cNvPr>
            <p:cNvSpPr/>
            <p:nvPr/>
          </p:nvSpPr>
          <p:spPr bwMode="auto">
            <a:xfrm>
              <a:off x="5772931" y="77176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C</a:t>
              </a:r>
              <a:endParaRPr lang="en-US" sz="1600">
                <a:latin typeface="+mj-lt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C4E55C9-E040-73B7-F27C-C44472F4AD9D}"/>
                </a:ext>
              </a:extLst>
            </p:cNvPr>
            <p:cNvSpPr/>
            <p:nvPr/>
          </p:nvSpPr>
          <p:spPr bwMode="auto">
            <a:xfrm>
              <a:off x="5772931" y="4518701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D</a:t>
              </a:r>
              <a:endParaRPr lang="en-US" sz="1600">
                <a:latin typeface="+mj-lt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3D210C-D593-2147-4110-55154D2E91B5}"/>
                </a:ext>
              </a:extLst>
            </p:cNvPr>
            <p:cNvSpPr/>
            <p:nvPr/>
          </p:nvSpPr>
          <p:spPr bwMode="auto">
            <a:xfrm>
              <a:off x="3567510" y="77176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A</a:t>
              </a:r>
              <a:endParaRPr lang="en-US" sz="1600">
                <a:latin typeface="+mj-lt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85EF26E-1F23-7E83-E620-62C2C063241C}"/>
                </a:ext>
              </a:extLst>
            </p:cNvPr>
            <p:cNvSpPr/>
            <p:nvPr/>
          </p:nvSpPr>
          <p:spPr bwMode="auto">
            <a:xfrm>
              <a:off x="7978352" y="4518701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F</a:t>
              </a:r>
              <a:endParaRPr lang="en-US" sz="1600">
                <a:latin typeface="+mj-l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98B1F41-9A0B-7344-0985-2A78F30FB50C}"/>
                </a:ext>
              </a:extLst>
            </p:cNvPr>
            <p:cNvSpPr/>
            <p:nvPr/>
          </p:nvSpPr>
          <p:spPr bwMode="auto">
            <a:xfrm>
              <a:off x="7978352" y="771764"/>
              <a:ext cx="646139" cy="646139"/>
            </a:xfrm>
            <a:prstGeom prst="ellipse">
              <a:avLst/>
            </a:prstGeom>
            <a:solidFill>
              <a:srgbClr val="343D46"/>
            </a:solidFill>
            <a:ln w="28575"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sz="1600">
                  <a:latin typeface="+mj-lt"/>
                </a:rPr>
                <a:t>E</a:t>
              </a:r>
              <a:endParaRPr lang="en-US" sz="1600">
                <a:latin typeface="+mj-lt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8A406F-EE16-290F-664F-0BA24EDB01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9775" y="1353949"/>
              <a:ext cx="1673032" cy="1416581"/>
            </a:xfrm>
            <a:prstGeom prst="straightConnector1">
              <a:avLst/>
            </a:prstGeom>
            <a:ln w="38100">
              <a:solidFill>
                <a:srgbClr val="33CC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CB8E568-8FC2-CA29-0DDE-4B695D54ACAF}"/>
                </a:ext>
              </a:extLst>
            </p:cNvPr>
            <p:cNvCxnSpPr>
              <a:cxnSpLocks/>
            </p:cNvCxnSpPr>
            <p:nvPr/>
          </p:nvCxnSpPr>
          <p:spPr>
            <a:xfrm>
              <a:off x="4213648" y="1114640"/>
              <a:ext cx="1559282" cy="0"/>
            </a:xfrm>
            <a:prstGeom prst="straightConnector1">
              <a:avLst/>
            </a:prstGeom>
            <a:ln w="38100">
              <a:solidFill>
                <a:srgbClr val="33CC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FBD34CC-EBE7-3ABB-BC9D-73E60EB30013}"/>
                </a:ext>
              </a:extLst>
            </p:cNvPr>
            <p:cNvCxnSpPr>
              <a:cxnSpLocks/>
            </p:cNvCxnSpPr>
            <p:nvPr/>
          </p:nvCxnSpPr>
          <p:spPr>
            <a:xfrm>
              <a:off x="2019775" y="3166074"/>
              <a:ext cx="1673032" cy="1416581"/>
            </a:xfrm>
            <a:prstGeom prst="straightConnector1">
              <a:avLst/>
            </a:prstGeom>
            <a:ln w="38100">
              <a:solidFill>
                <a:srgbClr val="33CC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006E376-538F-0FE1-699E-1FC6D0F801B3}"/>
                </a:ext>
              </a:extLst>
            </p:cNvPr>
            <p:cNvCxnSpPr>
              <a:cxnSpLocks/>
            </p:cNvCxnSpPr>
            <p:nvPr/>
          </p:nvCxnSpPr>
          <p:spPr>
            <a:xfrm>
              <a:off x="4213648" y="4800875"/>
              <a:ext cx="1559282" cy="0"/>
            </a:xfrm>
            <a:prstGeom prst="straightConnector1">
              <a:avLst/>
            </a:prstGeom>
            <a:ln w="38100">
              <a:solidFill>
                <a:srgbClr val="33CC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9AAB6FA-44D3-346C-382D-AECF6AF0AA02}"/>
                </a:ext>
              </a:extLst>
            </p:cNvPr>
            <p:cNvCxnSpPr>
              <a:cxnSpLocks/>
            </p:cNvCxnSpPr>
            <p:nvPr/>
          </p:nvCxnSpPr>
          <p:spPr>
            <a:xfrm>
              <a:off x="6419069" y="1114640"/>
              <a:ext cx="1559282" cy="0"/>
            </a:xfrm>
            <a:prstGeom prst="straightConnector1">
              <a:avLst/>
            </a:prstGeom>
            <a:ln w="38100">
              <a:solidFill>
                <a:srgbClr val="33CC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BA3FA0C-0956-82EE-A216-AE51F346F48A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93" y="1417902"/>
              <a:ext cx="0" cy="3100799"/>
            </a:xfrm>
            <a:prstGeom prst="straightConnector1">
              <a:avLst/>
            </a:prstGeom>
            <a:ln w="38100">
              <a:solidFill>
                <a:srgbClr val="33CC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714F65C-973B-6B61-9E5D-E4384E6B030C}"/>
                </a:ext>
              </a:extLst>
            </p:cNvPr>
            <p:cNvCxnSpPr>
              <a:cxnSpLocks/>
            </p:cNvCxnSpPr>
            <p:nvPr/>
          </p:nvCxnSpPr>
          <p:spPr>
            <a:xfrm>
              <a:off x="8499193" y="1353949"/>
              <a:ext cx="1673032" cy="1416581"/>
            </a:xfrm>
            <a:prstGeom prst="straightConnector1">
              <a:avLst/>
            </a:prstGeom>
            <a:ln w="38100">
              <a:solidFill>
                <a:srgbClr val="33CC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9C919DE-A4EA-BD42-AAF0-6297D69F62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9193" y="3166074"/>
              <a:ext cx="1673032" cy="1416581"/>
            </a:xfrm>
            <a:prstGeom prst="straightConnector1">
              <a:avLst/>
            </a:prstGeom>
            <a:ln w="38100">
              <a:solidFill>
                <a:srgbClr val="33CC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1977A2D-261E-009F-A23A-788F7D0BA4CA}"/>
                </a:ext>
              </a:extLst>
            </p:cNvPr>
            <p:cNvCxnSpPr>
              <a:cxnSpLocks/>
            </p:cNvCxnSpPr>
            <p:nvPr/>
          </p:nvCxnSpPr>
          <p:spPr>
            <a:xfrm>
              <a:off x="6419069" y="4800875"/>
              <a:ext cx="1559282" cy="0"/>
            </a:xfrm>
            <a:prstGeom prst="straightConnector1">
              <a:avLst/>
            </a:prstGeom>
            <a:ln w="38100">
              <a:solidFill>
                <a:srgbClr val="33CCFF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0B175E2-974B-8F3F-207B-B0FEE920E4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3648" y="988265"/>
              <a:ext cx="1559282" cy="0"/>
            </a:xfrm>
            <a:prstGeom prst="straightConnector1">
              <a:avLst/>
            </a:prstGeom>
            <a:ln w="38100">
              <a:solidFill>
                <a:srgbClr val="F9AE57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8CB5920B-FD2E-B73E-DA44-3F1643F736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9068" y="988265"/>
              <a:ext cx="1559282" cy="0"/>
            </a:xfrm>
            <a:prstGeom prst="straightConnector1">
              <a:avLst/>
            </a:prstGeom>
            <a:ln w="38100">
              <a:solidFill>
                <a:srgbClr val="F9AE57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8908E6D9-DF1F-70FB-8DED-A351E3AE2E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0369" y="1417902"/>
              <a:ext cx="0" cy="3100799"/>
            </a:xfrm>
            <a:prstGeom prst="straightConnector1">
              <a:avLst/>
            </a:prstGeom>
            <a:ln w="38100">
              <a:solidFill>
                <a:srgbClr val="F9AE57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E33A5501-5D7D-6882-863C-E4807F0F0E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3648" y="4924394"/>
              <a:ext cx="1559282" cy="0"/>
            </a:xfrm>
            <a:prstGeom prst="straightConnector1">
              <a:avLst/>
            </a:prstGeom>
            <a:ln w="38100">
              <a:solidFill>
                <a:srgbClr val="F9AE57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D1CD268E-F99A-2E5E-A279-2A882A3D84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9068" y="4924394"/>
              <a:ext cx="1559282" cy="0"/>
            </a:xfrm>
            <a:prstGeom prst="straightConnector1">
              <a:avLst/>
            </a:prstGeom>
            <a:ln w="38100">
              <a:solidFill>
                <a:srgbClr val="F9AE57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8DB613EC-8A56-B7CB-F0C8-D7C1508000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84899" y="3270923"/>
              <a:ext cx="1673032" cy="1416581"/>
            </a:xfrm>
            <a:prstGeom prst="straightConnector1">
              <a:avLst/>
            </a:prstGeom>
            <a:ln w="38100">
              <a:solidFill>
                <a:srgbClr val="F9AE57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CDF300A-2319-DD8D-4B75-24540A9CC1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1730" y="1228652"/>
              <a:ext cx="1673032" cy="1416581"/>
            </a:xfrm>
            <a:prstGeom prst="straightConnector1">
              <a:avLst/>
            </a:prstGeom>
            <a:ln w="38100">
              <a:solidFill>
                <a:srgbClr val="F9AE57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9733533-9378-4438-A00A-1D4A6A9F2B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80952" y="3291371"/>
              <a:ext cx="1673032" cy="1416581"/>
            </a:xfrm>
            <a:prstGeom prst="straightConnector1">
              <a:avLst/>
            </a:prstGeom>
            <a:ln w="38100">
              <a:solidFill>
                <a:srgbClr val="F9AE57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E8147CFB-9091-5EBC-73C6-FCA6B0A15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3548" y="1251696"/>
              <a:ext cx="1673032" cy="1416581"/>
            </a:xfrm>
            <a:prstGeom prst="straightConnector1">
              <a:avLst/>
            </a:prstGeom>
            <a:ln w="38100">
              <a:solidFill>
                <a:srgbClr val="F9AE57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CD8F45C-78C5-D8A1-2BB3-EC10097ED49B}"/>
                </a:ext>
              </a:extLst>
            </p:cNvPr>
            <p:cNvSpPr txBox="1"/>
            <p:nvPr/>
          </p:nvSpPr>
          <p:spPr>
            <a:xfrm>
              <a:off x="2747740" y="2110153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33CCFF"/>
                  </a:solidFill>
                </a:rPr>
                <a:t>10</a:t>
              </a:r>
              <a:endParaRPr lang="en-US" sz="1600" dirty="0">
                <a:solidFill>
                  <a:srgbClr val="33CCFF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66C90C1-0C3A-E640-D307-837C889853D1}"/>
                </a:ext>
              </a:extLst>
            </p:cNvPr>
            <p:cNvSpPr txBox="1"/>
            <p:nvPr/>
          </p:nvSpPr>
          <p:spPr>
            <a:xfrm>
              <a:off x="2747740" y="3456428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33CCFF"/>
                  </a:solidFill>
                </a:rPr>
                <a:t>10</a:t>
              </a:r>
              <a:endParaRPr lang="en-US" sz="1600" dirty="0">
                <a:solidFill>
                  <a:srgbClr val="33CCFF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ABCB18-CE89-7E09-D044-941D1DCDFCB1}"/>
                </a:ext>
              </a:extLst>
            </p:cNvPr>
            <p:cNvSpPr txBox="1"/>
            <p:nvPr/>
          </p:nvSpPr>
          <p:spPr>
            <a:xfrm>
              <a:off x="4683601" y="4377603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33CCFF"/>
                  </a:solidFill>
                </a:rPr>
                <a:t>8</a:t>
              </a:r>
              <a:endParaRPr lang="en-US" sz="1600" dirty="0">
                <a:solidFill>
                  <a:srgbClr val="33CCFF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EC0E2C4-7DED-78BA-B2C7-7BFEAB117DD0}"/>
                </a:ext>
              </a:extLst>
            </p:cNvPr>
            <p:cNvSpPr txBox="1"/>
            <p:nvPr/>
          </p:nvSpPr>
          <p:spPr>
            <a:xfrm>
              <a:off x="6939912" y="4377603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33CCFF"/>
                  </a:solidFill>
                </a:rPr>
                <a:t>8</a:t>
              </a:r>
              <a:endParaRPr lang="en-US" sz="1600" dirty="0">
                <a:solidFill>
                  <a:srgbClr val="33CCFF"/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7896A57-ACAC-2E39-C115-1C6839C241A4}"/>
                </a:ext>
              </a:extLst>
            </p:cNvPr>
            <p:cNvSpPr txBox="1"/>
            <p:nvPr/>
          </p:nvSpPr>
          <p:spPr>
            <a:xfrm>
              <a:off x="7772060" y="3549548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33CCFF"/>
                  </a:solidFill>
                </a:rPr>
                <a:t>6</a:t>
              </a:r>
              <a:endParaRPr lang="en-US" sz="1600" dirty="0">
                <a:solidFill>
                  <a:srgbClr val="33CCFF"/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ACD94D1-C81D-488F-93CF-14C6C2260B85}"/>
                </a:ext>
              </a:extLst>
            </p:cNvPr>
            <p:cNvSpPr txBox="1"/>
            <p:nvPr/>
          </p:nvSpPr>
          <p:spPr>
            <a:xfrm>
              <a:off x="7224154" y="2777247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33CCFF"/>
                  </a:solidFill>
                </a:rPr>
                <a:t>6</a:t>
              </a:r>
              <a:endParaRPr lang="en-US" sz="1600" dirty="0">
                <a:solidFill>
                  <a:srgbClr val="33CCFF"/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0C338A-A627-D466-891F-FD644AC17CBE}"/>
                </a:ext>
              </a:extLst>
            </p:cNvPr>
            <p:cNvSpPr txBox="1"/>
            <p:nvPr/>
          </p:nvSpPr>
          <p:spPr>
            <a:xfrm>
              <a:off x="8835787" y="2062239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33CCFF"/>
                  </a:solidFill>
                </a:rPr>
                <a:t>8</a:t>
              </a:r>
              <a:endParaRPr lang="en-US" sz="1600" dirty="0">
                <a:solidFill>
                  <a:srgbClr val="33CCFF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0DFE2D7-2A46-3AFF-B017-D8631D02FDEC}"/>
                </a:ext>
              </a:extLst>
            </p:cNvPr>
            <p:cNvSpPr txBox="1"/>
            <p:nvPr/>
          </p:nvSpPr>
          <p:spPr>
            <a:xfrm>
              <a:off x="8835787" y="3520622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33CCFF"/>
                  </a:solidFill>
                </a:rPr>
                <a:t>10</a:t>
              </a:r>
              <a:endParaRPr lang="en-US" sz="1600" dirty="0">
                <a:solidFill>
                  <a:srgbClr val="33CCFF"/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BC57288-E721-DBB5-F0D3-52BB1002AA49}"/>
                </a:ext>
              </a:extLst>
            </p:cNvPr>
            <p:cNvSpPr txBox="1"/>
            <p:nvPr/>
          </p:nvSpPr>
          <p:spPr>
            <a:xfrm>
              <a:off x="4683601" y="1157067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33CCFF"/>
                  </a:solidFill>
                </a:rPr>
                <a:t>4</a:t>
              </a:r>
              <a:endParaRPr lang="en-US" sz="1600" dirty="0">
                <a:solidFill>
                  <a:srgbClr val="33CCFF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31DAE3C-23C8-CC3B-8046-85A645DB7723}"/>
                </a:ext>
              </a:extLst>
            </p:cNvPr>
            <p:cNvSpPr txBox="1"/>
            <p:nvPr/>
          </p:nvSpPr>
          <p:spPr>
            <a:xfrm>
              <a:off x="6939912" y="1157067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33CCFF"/>
                  </a:solidFill>
                </a:rPr>
                <a:t>6</a:t>
              </a:r>
              <a:endParaRPr lang="en-US" sz="1600" dirty="0">
                <a:solidFill>
                  <a:srgbClr val="33CCFF"/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4CE68CB-EB1C-3C94-0DED-8D599CED92F0}"/>
                </a:ext>
              </a:extLst>
            </p:cNvPr>
            <p:cNvSpPr txBox="1"/>
            <p:nvPr/>
          </p:nvSpPr>
          <p:spPr>
            <a:xfrm>
              <a:off x="4881413" y="2468799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33CCFF"/>
                  </a:solidFill>
                </a:rPr>
                <a:t>8</a:t>
              </a:r>
              <a:endParaRPr lang="en-US" sz="1600" dirty="0">
                <a:solidFill>
                  <a:srgbClr val="33CCFF"/>
                </a:solidFill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E80AEF6-FAF7-3031-5EA8-611C6B184D9B}"/>
                </a:ext>
              </a:extLst>
            </p:cNvPr>
            <p:cNvSpPr txBox="1"/>
            <p:nvPr/>
          </p:nvSpPr>
          <p:spPr>
            <a:xfrm>
              <a:off x="2274617" y="1619409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F9AE57"/>
                  </a:solidFill>
                </a:rPr>
                <a:t>0</a:t>
              </a:r>
              <a:endParaRPr lang="en-US" sz="1600" dirty="0">
                <a:solidFill>
                  <a:srgbClr val="F9AE57"/>
                </a:solidFill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369C3AA-A735-EF95-2B39-2E36C04B76C5}"/>
                </a:ext>
              </a:extLst>
            </p:cNvPr>
            <p:cNvSpPr txBox="1"/>
            <p:nvPr/>
          </p:nvSpPr>
          <p:spPr>
            <a:xfrm>
              <a:off x="4709044" y="567161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F9AE57"/>
                  </a:solidFill>
                </a:rPr>
                <a:t>0</a:t>
              </a:r>
              <a:endParaRPr lang="en-US" sz="1600" dirty="0">
                <a:solidFill>
                  <a:srgbClr val="F9AE57"/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F240AAD-4A87-BB6E-4EE9-C745F46FFD85}"/>
                </a:ext>
              </a:extLst>
            </p:cNvPr>
            <p:cNvSpPr txBox="1"/>
            <p:nvPr/>
          </p:nvSpPr>
          <p:spPr>
            <a:xfrm>
              <a:off x="6939910" y="567161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F9AE57"/>
                  </a:solidFill>
                </a:rPr>
                <a:t>0</a:t>
              </a:r>
              <a:endParaRPr lang="en-US" sz="1600" dirty="0">
                <a:solidFill>
                  <a:srgbClr val="F9AE57"/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69AB2A7-1CA6-02C3-C7F1-6E24CEAB5929}"/>
                </a:ext>
              </a:extLst>
            </p:cNvPr>
            <p:cNvSpPr txBox="1"/>
            <p:nvPr/>
          </p:nvSpPr>
          <p:spPr>
            <a:xfrm>
              <a:off x="9404275" y="1619409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F9AE57"/>
                  </a:solidFill>
                </a:rPr>
                <a:t>0</a:t>
              </a:r>
              <a:endParaRPr lang="en-US" sz="1600" dirty="0">
                <a:solidFill>
                  <a:srgbClr val="F9AE57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24943ED-EA8A-A312-CB68-7BEF35183D6A}"/>
                </a:ext>
              </a:extLst>
            </p:cNvPr>
            <p:cNvSpPr txBox="1"/>
            <p:nvPr/>
          </p:nvSpPr>
          <p:spPr>
            <a:xfrm>
              <a:off x="9335709" y="3979213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F9AE57"/>
                  </a:solidFill>
                </a:rPr>
                <a:t>0</a:t>
              </a:r>
              <a:endParaRPr lang="en-US" sz="1600" dirty="0">
                <a:solidFill>
                  <a:srgbClr val="F9AE57"/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331160B-7400-E6D9-F7E3-B612B2757C80}"/>
                </a:ext>
              </a:extLst>
            </p:cNvPr>
            <p:cNvSpPr txBox="1"/>
            <p:nvPr/>
          </p:nvSpPr>
          <p:spPr>
            <a:xfrm>
              <a:off x="6939909" y="5023482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F9AE57"/>
                  </a:solidFill>
                </a:rPr>
                <a:t>0</a:t>
              </a:r>
              <a:endParaRPr lang="en-US" sz="1600" dirty="0">
                <a:solidFill>
                  <a:srgbClr val="F9AE57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8AD1184-EB70-E974-599C-B75F74A74666}"/>
                </a:ext>
              </a:extLst>
            </p:cNvPr>
            <p:cNvSpPr txBox="1"/>
            <p:nvPr/>
          </p:nvSpPr>
          <p:spPr>
            <a:xfrm>
              <a:off x="4683600" y="5023482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F9AE57"/>
                  </a:solidFill>
                </a:rPr>
                <a:t>0</a:t>
              </a:r>
              <a:endParaRPr lang="en-US" sz="1600" dirty="0">
                <a:solidFill>
                  <a:srgbClr val="F9AE57"/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93F549A-B19D-EF3F-6E45-E696C5AFFF1C}"/>
                </a:ext>
              </a:extLst>
            </p:cNvPr>
            <p:cNvSpPr txBox="1"/>
            <p:nvPr/>
          </p:nvSpPr>
          <p:spPr>
            <a:xfrm>
              <a:off x="4399355" y="2913546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F9AE57"/>
                  </a:solidFill>
                </a:rPr>
                <a:t>0</a:t>
              </a:r>
              <a:endParaRPr lang="en-US" sz="1600" dirty="0">
                <a:solidFill>
                  <a:srgbClr val="F9AE57"/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D54D076-AEC0-2239-F73A-91C87ED8128F}"/>
                </a:ext>
              </a:extLst>
            </p:cNvPr>
            <p:cNvSpPr txBox="1"/>
            <p:nvPr/>
          </p:nvSpPr>
          <p:spPr>
            <a:xfrm>
              <a:off x="6627989" y="2567124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F9AE57"/>
                  </a:solidFill>
                </a:rPr>
                <a:t>0</a:t>
              </a:r>
              <a:endParaRPr lang="en-US" sz="1600" dirty="0">
                <a:solidFill>
                  <a:srgbClr val="F9AE57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B50BFA3-CF53-70F4-AC8A-CBB30F2EF7DC}"/>
                </a:ext>
              </a:extLst>
            </p:cNvPr>
            <p:cNvSpPr txBox="1"/>
            <p:nvPr/>
          </p:nvSpPr>
          <p:spPr>
            <a:xfrm>
              <a:off x="2273163" y="4074514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F9AE57"/>
                  </a:solidFill>
                </a:rPr>
                <a:t>0</a:t>
              </a:r>
              <a:endParaRPr lang="en-US" sz="1600" dirty="0">
                <a:solidFill>
                  <a:srgbClr val="F9AE57"/>
                </a:solidFill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40B7858-6425-B92E-90B3-3F859702DAC8}"/>
                </a:ext>
              </a:extLst>
            </p:cNvPr>
            <p:cNvSpPr txBox="1"/>
            <p:nvPr/>
          </p:nvSpPr>
          <p:spPr>
            <a:xfrm>
              <a:off x="8316294" y="3006138"/>
              <a:ext cx="568488" cy="325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600">
                  <a:solidFill>
                    <a:srgbClr val="F9AE57"/>
                  </a:solidFill>
                </a:rPr>
                <a:t>0</a:t>
              </a:r>
              <a:endParaRPr lang="en-US" sz="1600" dirty="0">
                <a:solidFill>
                  <a:srgbClr val="F9AE57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9932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18A0FE-F756-B332-300A-4DE06F2DC89E}"/>
              </a:ext>
            </a:extLst>
          </p:cNvPr>
          <p:cNvSpPr txBox="1"/>
          <p:nvPr/>
        </p:nvSpPr>
        <p:spPr>
          <a:xfrm>
            <a:off x="825179" y="1012954"/>
            <a:ext cx="10541642" cy="483209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sz="28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.add(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.append((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sz="28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.pop()</a:t>
            </a:r>
          </a:p>
          <a:p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sz="28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446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0A92B-34B3-677F-D692-151C73D2A178}"/>
              </a:ext>
            </a:extLst>
          </p:cNvPr>
          <p:cNvSpPr txBox="1"/>
          <p:nvPr/>
        </p:nvSpPr>
        <p:spPr>
          <a:xfrm>
            <a:off x="460577" y="243513"/>
            <a:ext cx="9789288" cy="6370975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ford_fulkerson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defaultdict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{})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't'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[], </a:t>
            </a:r>
            <a:r>
              <a:rPr lang="en-US" sz="2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496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0A92B-34B3-677F-D692-151C73D2A178}"/>
              </a:ext>
            </a:extLst>
          </p:cNvPr>
          <p:cNvSpPr txBox="1"/>
          <p:nvPr/>
        </p:nvSpPr>
        <p:spPr>
          <a:xfrm>
            <a:off x="460577" y="243513"/>
            <a:ext cx="9789288" cy="6370975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ford_fulkerson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defaultdict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{})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't'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[], </a:t>
            </a:r>
            <a:r>
              <a:rPr lang="en-US" sz="2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53BBBD8-A994-84C0-9871-2C9824054D40}"/>
                  </a:ext>
                </a:extLst>
              </p:cNvPr>
              <p:cNvSpPr/>
              <p:nvPr/>
            </p:nvSpPr>
            <p:spPr>
              <a:xfrm>
                <a:off x="1807186" y="3259983"/>
                <a:ext cx="7044714" cy="308717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34000">
                    <a:schemeClr val="tx1">
                      <a:alpha val="51000"/>
                    </a:schemeClr>
                  </a:gs>
                  <a:gs pos="68000">
                    <a:schemeClr val="tx1">
                      <a:alpha val="71000"/>
                    </a:schemeClr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181717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FR" sz="2400" b="0" i="1" smtClean="0">
                          <a:solidFill>
                            <a:srgbClr val="181717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FR" sz="2400" b="0" i="1" smtClean="0">
                          <a:solidFill>
                            <a:srgbClr val="181717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sz="2400">
                  <a:solidFill>
                    <a:srgbClr val="181717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53BBBD8-A994-84C0-9871-2C9824054D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186" y="3259983"/>
                <a:ext cx="7044714" cy="308717"/>
              </a:xfrm>
              <a:prstGeom prst="rect">
                <a:avLst/>
              </a:prstGeom>
              <a:blipFill>
                <a:blip r:embed="rId2"/>
                <a:stretch>
                  <a:fillRect l="-692" t="-6000" b="-58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3001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0A92B-34B3-677F-D692-151C73D2A178}"/>
              </a:ext>
            </a:extLst>
          </p:cNvPr>
          <p:cNvSpPr txBox="1"/>
          <p:nvPr/>
        </p:nvSpPr>
        <p:spPr>
          <a:xfrm>
            <a:off x="460577" y="243513"/>
            <a:ext cx="9789288" cy="6370975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ford_fulkerson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defaultdict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{})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't'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[], </a:t>
            </a:r>
            <a:r>
              <a:rPr lang="en-US" sz="2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97DCAC0-7226-8A17-5E06-F9FB3CB3BFA9}"/>
                  </a:ext>
                </a:extLst>
              </p:cNvPr>
              <p:cNvSpPr/>
              <p:nvPr/>
            </p:nvSpPr>
            <p:spPr>
              <a:xfrm>
                <a:off x="1157592" y="2841527"/>
                <a:ext cx="9092273" cy="335607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alpha val="0"/>
                    </a:schemeClr>
                  </a:gs>
                  <a:gs pos="34000">
                    <a:schemeClr val="accent1">
                      <a:lumMod val="40000"/>
                      <a:lumOff val="60000"/>
                      <a:alpha val="40000"/>
                    </a:schemeClr>
                  </a:gs>
                  <a:gs pos="68000">
                    <a:schemeClr val="accent1">
                      <a:lumMod val="40000"/>
                      <a:lumOff val="60000"/>
                      <a:alpha val="72000"/>
                    </a:schemeClr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108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4400" b="0" i="1" smtClean="0">
                          <a:solidFill>
                            <a:srgbClr val="343D46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sz="4400">
                  <a:solidFill>
                    <a:srgbClr val="343D46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97DCAC0-7226-8A17-5E06-F9FB3CB3BF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592" y="2841527"/>
                <a:ext cx="9092273" cy="33560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C3A5E9A-66EE-FE42-6913-6683EC184EB4}"/>
                  </a:ext>
                </a:extLst>
              </p:cNvPr>
              <p:cNvSpPr/>
              <p:nvPr/>
            </p:nvSpPr>
            <p:spPr>
              <a:xfrm>
                <a:off x="1807186" y="3259983"/>
                <a:ext cx="7044714" cy="308717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34000">
                    <a:schemeClr val="tx1">
                      <a:alpha val="51000"/>
                    </a:schemeClr>
                  </a:gs>
                  <a:gs pos="68000">
                    <a:schemeClr val="tx1">
                      <a:alpha val="71000"/>
                    </a:schemeClr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181717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FR" sz="2400" b="0" i="1" smtClean="0">
                          <a:solidFill>
                            <a:srgbClr val="181717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FR" sz="2400" b="0" i="1" smtClean="0">
                          <a:solidFill>
                            <a:srgbClr val="181717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sz="2400">
                  <a:solidFill>
                    <a:srgbClr val="181717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C3A5E9A-66EE-FE42-6913-6683EC184E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186" y="3259983"/>
                <a:ext cx="7044714" cy="308717"/>
              </a:xfrm>
              <a:prstGeom prst="rect">
                <a:avLst/>
              </a:prstGeom>
              <a:blipFill>
                <a:blip r:embed="rId3"/>
                <a:stretch>
                  <a:fillRect l="-692" t="-6000" b="-58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232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19881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19881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8002945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708973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29049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08C043-6324-C138-0F98-B85101B4A831}"/>
              </a:ext>
            </a:extLst>
          </p:cNvPr>
          <p:cNvSpPr txBox="1"/>
          <p:nvPr/>
        </p:nvSpPr>
        <p:spPr>
          <a:xfrm>
            <a:off x="5498557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815867-CCD5-8698-6DD0-0728C0C21EA3}"/>
              </a:ext>
            </a:extLst>
          </p:cNvPr>
          <p:cNvSpPr txBox="1"/>
          <p:nvPr/>
        </p:nvSpPr>
        <p:spPr>
          <a:xfrm>
            <a:off x="5498557" y="4190833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857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19881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19881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8002945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708973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29049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498557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498557" y="4190833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264711"/>
      </p:ext>
    </p:extLst>
  </p:cSld>
  <p:clrMapOvr>
    <a:masterClrMapping/>
  </p:clrMapOvr>
  <p:transition>
    <p:fad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19881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19881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708973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29049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498557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498557" y="4190833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F900D-91F7-3061-2F12-6B3FF952664E}"/>
              </a:ext>
            </a:extLst>
          </p:cNvPr>
          <p:cNvSpPr txBox="1"/>
          <p:nvPr/>
        </p:nvSpPr>
        <p:spPr>
          <a:xfrm>
            <a:off x="5534787" y="1159700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757FCF-0BF8-031B-C5C1-ECF5FC625E91}"/>
              </a:ext>
            </a:extLst>
          </p:cNvPr>
          <p:cNvSpPr txBox="1"/>
          <p:nvPr/>
        </p:nvSpPr>
        <p:spPr>
          <a:xfrm>
            <a:off x="5975741" y="2503487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2DFB56-5A51-6F3B-FA73-009058BEAFF3}"/>
              </a:ext>
            </a:extLst>
          </p:cNvPr>
          <p:cNvSpPr txBox="1"/>
          <p:nvPr/>
        </p:nvSpPr>
        <p:spPr>
          <a:xfrm>
            <a:off x="7135210" y="2902352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A1AA8C-3224-8FC6-5ACF-4B1C1E2BD111}"/>
              </a:ext>
            </a:extLst>
          </p:cNvPr>
          <p:cNvSpPr txBox="1"/>
          <p:nvPr/>
        </p:nvSpPr>
        <p:spPr>
          <a:xfrm>
            <a:off x="8198368" y="2499926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30DA93-AF55-F7CD-BCE3-C26E9800A078}"/>
              </a:ext>
            </a:extLst>
          </p:cNvPr>
          <p:cNvSpPr txBox="1"/>
          <p:nvPr/>
        </p:nvSpPr>
        <p:spPr>
          <a:xfrm>
            <a:off x="9220127" y="3175874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3EB62D-590A-A6F9-574E-05DD36D68342}"/>
              </a:ext>
            </a:extLst>
          </p:cNvPr>
          <p:cNvSpPr txBox="1"/>
          <p:nvPr/>
        </p:nvSpPr>
        <p:spPr>
          <a:xfrm>
            <a:off x="9357097" y="4616874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975229"/>
      </p:ext>
    </p:extLst>
  </p:cSld>
  <p:clrMapOvr>
    <a:masterClrMapping/>
  </p:clrMapOvr>
  <p:transition>
    <p:fade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19881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19881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708973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29049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498557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498557" y="4190833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8014-8FD7-7592-005B-6144CC2A6530}"/>
              </a:ext>
            </a:extLst>
          </p:cNvPr>
          <p:cNvSpPr txBox="1"/>
          <p:nvPr/>
        </p:nvSpPr>
        <p:spPr>
          <a:xfrm>
            <a:off x="266217" y="136702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08752833"/>
      </p:ext>
    </p:extLst>
  </p:cSld>
  <p:clrMapOvr>
    <a:masterClrMapping/>
  </p:clrMapOvr>
  <p:transition>
    <p:fad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19881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19881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708973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29049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498557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498557" y="4190833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8014-8FD7-7592-005B-6144CC2A6530}"/>
              </a:ext>
            </a:extLst>
          </p:cNvPr>
          <p:cNvSpPr txBox="1"/>
          <p:nvPr/>
        </p:nvSpPr>
        <p:spPr>
          <a:xfrm>
            <a:off x="266217" y="136702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E730F5-C149-C83A-1FD8-CB9A3943D4F7}"/>
              </a:ext>
            </a:extLst>
          </p:cNvPr>
          <p:cNvSpPr txBox="1"/>
          <p:nvPr/>
        </p:nvSpPr>
        <p:spPr>
          <a:xfrm>
            <a:off x="5537572" y="4526779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9C18B9-3EA6-D5AC-6395-800B09707716}"/>
              </a:ext>
            </a:extLst>
          </p:cNvPr>
          <p:cNvSpPr txBox="1"/>
          <p:nvPr/>
        </p:nvSpPr>
        <p:spPr>
          <a:xfrm>
            <a:off x="5975741" y="3122941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643AA1-5BF6-1DA9-0E50-CEDB80845E32}"/>
              </a:ext>
            </a:extLst>
          </p:cNvPr>
          <p:cNvSpPr txBox="1"/>
          <p:nvPr/>
        </p:nvSpPr>
        <p:spPr>
          <a:xfrm>
            <a:off x="7135210" y="2902352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B70A84-8126-0B8A-D810-8F1981FF3C18}"/>
              </a:ext>
            </a:extLst>
          </p:cNvPr>
          <p:cNvSpPr txBox="1"/>
          <p:nvPr/>
        </p:nvSpPr>
        <p:spPr>
          <a:xfrm>
            <a:off x="8198368" y="2499926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2BF3CD-B2B0-4AE7-FBC9-349EDBE94D1F}"/>
              </a:ext>
            </a:extLst>
          </p:cNvPr>
          <p:cNvSpPr txBox="1"/>
          <p:nvPr/>
        </p:nvSpPr>
        <p:spPr>
          <a:xfrm>
            <a:off x="9220127" y="2494520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0B13B5-6152-4335-C147-99BC566938EA}"/>
              </a:ext>
            </a:extLst>
          </p:cNvPr>
          <p:cNvSpPr txBox="1"/>
          <p:nvPr/>
        </p:nvSpPr>
        <p:spPr>
          <a:xfrm>
            <a:off x="9768633" y="1148161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085891"/>
      </p:ext>
    </p:extLst>
  </p:cSld>
  <p:clrMapOvr>
    <a:masterClrMapping/>
  </p:clrMapOvr>
  <p:transition>
    <p:fade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19881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19881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708973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29049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498557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498557" y="4190833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8014-8FD7-7592-005B-6144CC2A6530}"/>
              </a:ext>
            </a:extLst>
          </p:cNvPr>
          <p:cNvSpPr txBox="1"/>
          <p:nvPr/>
        </p:nvSpPr>
        <p:spPr>
          <a:xfrm>
            <a:off x="266217" y="136702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13849-74A3-4F93-3F45-3CA46A3E7502}"/>
              </a:ext>
            </a:extLst>
          </p:cNvPr>
          <p:cNvSpPr txBox="1"/>
          <p:nvPr/>
        </p:nvSpPr>
        <p:spPr>
          <a:xfrm>
            <a:off x="266217" y="1929499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34771713"/>
      </p:ext>
    </p:extLst>
  </p:cSld>
  <p:clrMapOvr>
    <a:masterClrMapping/>
  </p:clrMapOvr>
  <p:transition>
    <p:fad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19881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19881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708973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29049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498557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498557" y="4190833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8014-8FD7-7592-005B-6144CC2A6530}"/>
              </a:ext>
            </a:extLst>
          </p:cNvPr>
          <p:cNvSpPr txBox="1"/>
          <p:nvPr/>
        </p:nvSpPr>
        <p:spPr>
          <a:xfrm>
            <a:off x="266217" y="136702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13849-74A3-4F93-3F45-3CA46A3E7502}"/>
              </a:ext>
            </a:extLst>
          </p:cNvPr>
          <p:cNvSpPr txBox="1"/>
          <p:nvPr/>
        </p:nvSpPr>
        <p:spPr>
          <a:xfrm>
            <a:off x="266217" y="1929499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9CFDAE-A0B5-A0A8-9FCC-AC87DE2F4DAA}"/>
              </a:ext>
            </a:extLst>
          </p:cNvPr>
          <p:cNvSpPr txBox="1"/>
          <p:nvPr/>
        </p:nvSpPr>
        <p:spPr>
          <a:xfrm>
            <a:off x="5534787" y="1159700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8B02F-557D-D4CC-D8CF-A4D3A3A54376}"/>
              </a:ext>
            </a:extLst>
          </p:cNvPr>
          <p:cNvSpPr txBox="1"/>
          <p:nvPr/>
        </p:nvSpPr>
        <p:spPr>
          <a:xfrm>
            <a:off x="5975741" y="2503487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00AD1F-7EE7-886E-97BD-0FB4BF99E597}"/>
              </a:ext>
            </a:extLst>
          </p:cNvPr>
          <p:cNvSpPr txBox="1"/>
          <p:nvPr/>
        </p:nvSpPr>
        <p:spPr>
          <a:xfrm>
            <a:off x="7135210" y="2902352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253D97-DA07-4AF3-AC0C-EC16C99B60F1}"/>
              </a:ext>
            </a:extLst>
          </p:cNvPr>
          <p:cNvSpPr txBox="1"/>
          <p:nvPr/>
        </p:nvSpPr>
        <p:spPr>
          <a:xfrm>
            <a:off x="8198368" y="2499926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7C8E63-4029-B280-64A5-E054777022B9}"/>
              </a:ext>
            </a:extLst>
          </p:cNvPr>
          <p:cNvSpPr txBox="1"/>
          <p:nvPr/>
        </p:nvSpPr>
        <p:spPr>
          <a:xfrm>
            <a:off x="9220127" y="3175874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A0B05-64BC-534F-39A3-E8C15CD86C7E}"/>
              </a:ext>
            </a:extLst>
          </p:cNvPr>
          <p:cNvSpPr txBox="1"/>
          <p:nvPr/>
        </p:nvSpPr>
        <p:spPr>
          <a:xfrm>
            <a:off x="9357097" y="4616874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166760"/>
      </p:ext>
    </p:extLst>
  </p:cSld>
  <p:clrMapOvr>
    <a:masterClrMapping/>
  </p:clrMapOvr>
  <p:transition>
    <p:fade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19881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19881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708973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29049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9999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498557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498557" y="4190833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8014-8FD7-7592-005B-6144CC2A6530}"/>
              </a:ext>
            </a:extLst>
          </p:cNvPr>
          <p:cNvSpPr txBox="1"/>
          <p:nvPr/>
        </p:nvSpPr>
        <p:spPr>
          <a:xfrm>
            <a:off x="266217" y="136702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13849-74A3-4F93-3F45-3CA46A3E7502}"/>
              </a:ext>
            </a:extLst>
          </p:cNvPr>
          <p:cNvSpPr txBox="1"/>
          <p:nvPr/>
        </p:nvSpPr>
        <p:spPr>
          <a:xfrm>
            <a:off x="266217" y="1929499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E7F1AC-EABC-306E-75FF-ED7D48EB8440}"/>
              </a:ext>
            </a:extLst>
          </p:cNvPr>
          <p:cNvSpPr txBox="1"/>
          <p:nvPr/>
        </p:nvSpPr>
        <p:spPr>
          <a:xfrm>
            <a:off x="266217" y="2492390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19523800"/>
      </p:ext>
    </p:extLst>
  </p:cSld>
  <p:clrMapOvr>
    <a:masterClrMapping/>
  </p:clrMapOvr>
  <p:transition>
    <p:fade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19881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19881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708973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29049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9998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498557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498557" y="4190833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8014-8FD7-7592-005B-6144CC2A6530}"/>
              </a:ext>
            </a:extLst>
          </p:cNvPr>
          <p:cNvSpPr txBox="1"/>
          <p:nvPr/>
        </p:nvSpPr>
        <p:spPr>
          <a:xfrm>
            <a:off x="266217" y="136702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13849-74A3-4F93-3F45-3CA46A3E7502}"/>
              </a:ext>
            </a:extLst>
          </p:cNvPr>
          <p:cNvSpPr txBox="1"/>
          <p:nvPr/>
        </p:nvSpPr>
        <p:spPr>
          <a:xfrm>
            <a:off x="266217" y="1929499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E7F1AC-EABC-306E-75FF-ED7D48EB8440}"/>
              </a:ext>
            </a:extLst>
          </p:cNvPr>
          <p:cNvSpPr txBox="1"/>
          <p:nvPr/>
        </p:nvSpPr>
        <p:spPr>
          <a:xfrm>
            <a:off x="266217" y="2492390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900C3-2EBF-5D6E-2EB4-89AEA02F7D45}"/>
              </a:ext>
            </a:extLst>
          </p:cNvPr>
          <p:cNvSpPr txBox="1"/>
          <p:nvPr/>
        </p:nvSpPr>
        <p:spPr>
          <a:xfrm>
            <a:off x="5537572" y="4526779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AD187B-562A-8E80-11EB-5D47D687B58F}"/>
              </a:ext>
            </a:extLst>
          </p:cNvPr>
          <p:cNvSpPr txBox="1"/>
          <p:nvPr/>
        </p:nvSpPr>
        <p:spPr>
          <a:xfrm>
            <a:off x="5975741" y="3122941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76E044-6FB7-6917-B47D-CD74BB2606FE}"/>
              </a:ext>
            </a:extLst>
          </p:cNvPr>
          <p:cNvSpPr txBox="1"/>
          <p:nvPr/>
        </p:nvSpPr>
        <p:spPr>
          <a:xfrm>
            <a:off x="7135210" y="2902352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9440B-1596-888E-0AB4-07E35D7D2BF8}"/>
              </a:ext>
            </a:extLst>
          </p:cNvPr>
          <p:cNvSpPr txBox="1"/>
          <p:nvPr/>
        </p:nvSpPr>
        <p:spPr>
          <a:xfrm>
            <a:off x="8198368" y="2499926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99E669-DD6E-55C0-AB67-F4C428DF1561}"/>
              </a:ext>
            </a:extLst>
          </p:cNvPr>
          <p:cNvSpPr txBox="1"/>
          <p:nvPr/>
        </p:nvSpPr>
        <p:spPr>
          <a:xfrm>
            <a:off x="9220127" y="2494520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D315EE-8CC4-471F-76FD-8ED369DE3AC6}"/>
              </a:ext>
            </a:extLst>
          </p:cNvPr>
          <p:cNvSpPr txBox="1"/>
          <p:nvPr/>
        </p:nvSpPr>
        <p:spPr>
          <a:xfrm>
            <a:off x="9768633" y="1148161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608309"/>
      </p:ext>
    </p:extLst>
  </p:cSld>
  <p:clrMapOvr>
    <a:masterClrMapping/>
  </p:clrMapOvr>
  <p:transition>
    <p:fad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99147" y="2097877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40844" y="3606426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818502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9999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539396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9999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498557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9999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372586" y="4207736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9999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8014-8FD7-7592-005B-6144CC2A6530}"/>
              </a:ext>
            </a:extLst>
          </p:cNvPr>
          <p:cNvSpPr txBox="1"/>
          <p:nvPr/>
        </p:nvSpPr>
        <p:spPr>
          <a:xfrm>
            <a:off x="266217" y="136702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13849-74A3-4F93-3F45-3CA46A3E7502}"/>
              </a:ext>
            </a:extLst>
          </p:cNvPr>
          <p:cNvSpPr txBox="1"/>
          <p:nvPr/>
        </p:nvSpPr>
        <p:spPr>
          <a:xfrm>
            <a:off x="266217" y="1929499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E7F1AC-EABC-306E-75FF-ED7D48EB8440}"/>
              </a:ext>
            </a:extLst>
          </p:cNvPr>
          <p:cNvSpPr txBox="1"/>
          <p:nvPr/>
        </p:nvSpPr>
        <p:spPr>
          <a:xfrm>
            <a:off x="266217" y="2492390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7C628-2B51-B3DB-C2FB-09D3A1EA0355}"/>
              </a:ext>
            </a:extLst>
          </p:cNvPr>
          <p:cNvSpPr txBox="1"/>
          <p:nvPr/>
        </p:nvSpPr>
        <p:spPr>
          <a:xfrm>
            <a:off x="926388" y="2862538"/>
            <a:ext cx="12919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/>
              <a:t>.</a:t>
            </a:r>
          </a:p>
          <a:p>
            <a:pPr algn="ctr"/>
            <a:r>
              <a:rPr lang="fr-FR" sz="3600" b="1"/>
              <a:t>.</a:t>
            </a:r>
          </a:p>
          <a:p>
            <a:pPr algn="ctr"/>
            <a:r>
              <a:rPr lang="fr-FR" sz="3600" b="1"/>
              <a:t>.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195356640"/>
      </p:ext>
    </p:extLst>
  </p:cSld>
  <p:clrMapOvr>
    <a:masterClrMapping/>
  </p:clrMapOvr>
  <p:transition>
    <p:fad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99147" y="2097877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40844" y="3606426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818502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9999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539396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9999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498557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9999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372586" y="4207736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9999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8014-8FD7-7592-005B-6144CC2A6530}"/>
              </a:ext>
            </a:extLst>
          </p:cNvPr>
          <p:cNvSpPr txBox="1"/>
          <p:nvPr/>
        </p:nvSpPr>
        <p:spPr>
          <a:xfrm>
            <a:off x="266217" y="136702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13849-74A3-4F93-3F45-3CA46A3E7502}"/>
              </a:ext>
            </a:extLst>
          </p:cNvPr>
          <p:cNvSpPr txBox="1"/>
          <p:nvPr/>
        </p:nvSpPr>
        <p:spPr>
          <a:xfrm>
            <a:off x="266217" y="1929499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E7F1AC-EABC-306E-75FF-ED7D48EB8440}"/>
              </a:ext>
            </a:extLst>
          </p:cNvPr>
          <p:cNvSpPr txBox="1"/>
          <p:nvPr/>
        </p:nvSpPr>
        <p:spPr>
          <a:xfrm>
            <a:off x="266217" y="2492390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7C628-2B51-B3DB-C2FB-09D3A1EA0355}"/>
              </a:ext>
            </a:extLst>
          </p:cNvPr>
          <p:cNvSpPr txBox="1"/>
          <p:nvPr/>
        </p:nvSpPr>
        <p:spPr>
          <a:xfrm>
            <a:off x="926388" y="2862538"/>
            <a:ext cx="12919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/>
              <a:t>.</a:t>
            </a:r>
          </a:p>
          <a:p>
            <a:pPr algn="ctr"/>
            <a:r>
              <a:rPr lang="fr-FR" sz="3600" b="1"/>
              <a:t>.</a:t>
            </a:r>
          </a:p>
          <a:p>
            <a:pPr algn="ctr"/>
            <a:r>
              <a:rPr lang="fr-FR" sz="3600" b="1"/>
              <a:t>.</a:t>
            </a:r>
            <a:endParaRPr lang="en-US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973C0-233D-25EA-7BC7-4275D2367670}"/>
              </a:ext>
            </a:extLst>
          </p:cNvPr>
          <p:cNvSpPr txBox="1"/>
          <p:nvPr/>
        </p:nvSpPr>
        <p:spPr>
          <a:xfrm>
            <a:off x="266217" y="4616864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12845096"/>
      </p:ext>
    </p:extLst>
  </p:cSld>
  <p:clrMapOvr>
    <a:masterClrMapping/>
  </p:clrMapOvr>
  <p:transition>
    <p:fade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99147" y="2097877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40844" y="3606426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818502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9999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89625" y="4285946"/>
            <a:ext cx="110307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166553" y="1474745"/>
            <a:ext cx="109303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372586" y="4207736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9999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8014-8FD7-7592-005B-6144CC2A6530}"/>
              </a:ext>
            </a:extLst>
          </p:cNvPr>
          <p:cNvSpPr txBox="1"/>
          <p:nvPr/>
        </p:nvSpPr>
        <p:spPr>
          <a:xfrm>
            <a:off x="266217" y="136702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13849-74A3-4F93-3F45-3CA46A3E7502}"/>
              </a:ext>
            </a:extLst>
          </p:cNvPr>
          <p:cNvSpPr txBox="1"/>
          <p:nvPr/>
        </p:nvSpPr>
        <p:spPr>
          <a:xfrm>
            <a:off x="266217" y="1929499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E7F1AC-EABC-306E-75FF-ED7D48EB8440}"/>
              </a:ext>
            </a:extLst>
          </p:cNvPr>
          <p:cNvSpPr txBox="1"/>
          <p:nvPr/>
        </p:nvSpPr>
        <p:spPr>
          <a:xfrm>
            <a:off x="266217" y="2492390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7C628-2B51-B3DB-C2FB-09D3A1EA0355}"/>
              </a:ext>
            </a:extLst>
          </p:cNvPr>
          <p:cNvSpPr txBox="1"/>
          <p:nvPr/>
        </p:nvSpPr>
        <p:spPr>
          <a:xfrm>
            <a:off x="926388" y="2862538"/>
            <a:ext cx="12919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/>
              <a:t>.</a:t>
            </a:r>
          </a:p>
          <a:p>
            <a:pPr algn="ctr"/>
            <a:r>
              <a:rPr lang="fr-FR" sz="3600" b="1"/>
              <a:t>.</a:t>
            </a:r>
          </a:p>
          <a:p>
            <a:pPr algn="ctr"/>
            <a:r>
              <a:rPr lang="fr-FR" sz="3600" b="1"/>
              <a:t>.</a:t>
            </a:r>
            <a:endParaRPr lang="en-US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973C0-233D-25EA-7BC7-4275D2367670}"/>
              </a:ext>
            </a:extLst>
          </p:cNvPr>
          <p:cNvSpPr txBox="1"/>
          <p:nvPr/>
        </p:nvSpPr>
        <p:spPr>
          <a:xfrm>
            <a:off x="266217" y="4616864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0DAFAF-9B23-258F-8738-996396391D30}"/>
              </a:ext>
            </a:extLst>
          </p:cNvPr>
          <p:cNvSpPr txBox="1"/>
          <p:nvPr/>
        </p:nvSpPr>
        <p:spPr>
          <a:xfrm>
            <a:off x="5534787" y="1159700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8E853C-0DB8-B77F-80BB-2FFCDFD5CBBE}"/>
              </a:ext>
            </a:extLst>
          </p:cNvPr>
          <p:cNvSpPr txBox="1"/>
          <p:nvPr/>
        </p:nvSpPr>
        <p:spPr>
          <a:xfrm>
            <a:off x="5975741" y="2503487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24A5E-7B95-CA86-9F50-407DC632AE72}"/>
              </a:ext>
            </a:extLst>
          </p:cNvPr>
          <p:cNvSpPr txBox="1"/>
          <p:nvPr/>
        </p:nvSpPr>
        <p:spPr>
          <a:xfrm>
            <a:off x="7135210" y="2902352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0ADA53-1E23-F340-A43F-88DE3970DDBE}"/>
              </a:ext>
            </a:extLst>
          </p:cNvPr>
          <p:cNvSpPr txBox="1"/>
          <p:nvPr/>
        </p:nvSpPr>
        <p:spPr>
          <a:xfrm>
            <a:off x="8198368" y="2499926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2F99BB-5B8F-4DB4-1750-002482E8C40B}"/>
              </a:ext>
            </a:extLst>
          </p:cNvPr>
          <p:cNvSpPr txBox="1"/>
          <p:nvPr/>
        </p:nvSpPr>
        <p:spPr>
          <a:xfrm>
            <a:off x="9220127" y="3175874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58D79E-A6DB-27B0-F96F-43A8AAE648A1}"/>
              </a:ext>
            </a:extLst>
          </p:cNvPr>
          <p:cNvSpPr txBox="1"/>
          <p:nvPr/>
        </p:nvSpPr>
        <p:spPr>
          <a:xfrm>
            <a:off x="9357097" y="4616874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597076"/>
      </p:ext>
    </p:extLst>
  </p:cSld>
  <p:clrMapOvr>
    <a:masterClrMapping/>
  </p:clrMapOvr>
  <p:transition>
    <p:fade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99147" y="2097877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40844" y="3606426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818502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9999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89625" y="4285946"/>
            <a:ext cx="110307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166553" y="1474745"/>
            <a:ext cx="109303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372586" y="4207736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9999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8014-8FD7-7592-005B-6144CC2A6530}"/>
              </a:ext>
            </a:extLst>
          </p:cNvPr>
          <p:cNvSpPr txBox="1"/>
          <p:nvPr/>
        </p:nvSpPr>
        <p:spPr>
          <a:xfrm>
            <a:off x="266217" y="136702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13849-74A3-4F93-3F45-3CA46A3E7502}"/>
              </a:ext>
            </a:extLst>
          </p:cNvPr>
          <p:cNvSpPr txBox="1"/>
          <p:nvPr/>
        </p:nvSpPr>
        <p:spPr>
          <a:xfrm>
            <a:off x="266217" y="1929499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E7F1AC-EABC-306E-75FF-ED7D48EB8440}"/>
              </a:ext>
            </a:extLst>
          </p:cNvPr>
          <p:cNvSpPr txBox="1"/>
          <p:nvPr/>
        </p:nvSpPr>
        <p:spPr>
          <a:xfrm>
            <a:off x="266217" y="2492390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7C628-2B51-B3DB-C2FB-09D3A1EA0355}"/>
              </a:ext>
            </a:extLst>
          </p:cNvPr>
          <p:cNvSpPr txBox="1"/>
          <p:nvPr/>
        </p:nvSpPr>
        <p:spPr>
          <a:xfrm>
            <a:off x="926388" y="2862538"/>
            <a:ext cx="12919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/>
              <a:t>.</a:t>
            </a:r>
          </a:p>
          <a:p>
            <a:pPr algn="ctr"/>
            <a:r>
              <a:rPr lang="fr-FR" sz="3600" b="1"/>
              <a:t>.</a:t>
            </a:r>
          </a:p>
          <a:p>
            <a:pPr algn="ctr"/>
            <a:r>
              <a:rPr lang="fr-FR" sz="3600" b="1"/>
              <a:t>.</a:t>
            </a:r>
            <a:endParaRPr lang="en-US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973C0-233D-25EA-7BC7-4275D2367670}"/>
              </a:ext>
            </a:extLst>
          </p:cNvPr>
          <p:cNvSpPr txBox="1"/>
          <p:nvPr/>
        </p:nvSpPr>
        <p:spPr>
          <a:xfrm>
            <a:off x="266217" y="4616864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6A735C-E089-DBB1-180B-9EC72025ABA6}"/>
              </a:ext>
            </a:extLst>
          </p:cNvPr>
          <p:cNvSpPr txBox="1"/>
          <p:nvPr/>
        </p:nvSpPr>
        <p:spPr>
          <a:xfrm>
            <a:off x="266217" y="515145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80647798"/>
      </p:ext>
    </p:extLst>
  </p:cSld>
  <p:clrMapOvr>
    <a:masterClrMapping/>
  </p:clrMapOvr>
  <p:transition>
    <p:fade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99147" y="2097877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40844" y="3606426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536845" y="1474745"/>
            <a:ext cx="119219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89625" y="4285946"/>
            <a:ext cx="110307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166553" y="1474745"/>
            <a:ext cx="109303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166553" y="4207736"/>
            <a:ext cx="10409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8014-8FD7-7592-005B-6144CC2A6530}"/>
              </a:ext>
            </a:extLst>
          </p:cNvPr>
          <p:cNvSpPr txBox="1"/>
          <p:nvPr/>
        </p:nvSpPr>
        <p:spPr>
          <a:xfrm>
            <a:off x="266217" y="136702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13849-74A3-4F93-3F45-3CA46A3E7502}"/>
              </a:ext>
            </a:extLst>
          </p:cNvPr>
          <p:cNvSpPr txBox="1"/>
          <p:nvPr/>
        </p:nvSpPr>
        <p:spPr>
          <a:xfrm>
            <a:off x="266217" y="1929499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E7F1AC-EABC-306E-75FF-ED7D48EB8440}"/>
              </a:ext>
            </a:extLst>
          </p:cNvPr>
          <p:cNvSpPr txBox="1"/>
          <p:nvPr/>
        </p:nvSpPr>
        <p:spPr>
          <a:xfrm>
            <a:off x="266217" y="2492390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7C628-2B51-B3DB-C2FB-09D3A1EA0355}"/>
              </a:ext>
            </a:extLst>
          </p:cNvPr>
          <p:cNvSpPr txBox="1"/>
          <p:nvPr/>
        </p:nvSpPr>
        <p:spPr>
          <a:xfrm>
            <a:off x="926388" y="2862538"/>
            <a:ext cx="12919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/>
              <a:t>.</a:t>
            </a:r>
          </a:p>
          <a:p>
            <a:pPr algn="ctr"/>
            <a:r>
              <a:rPr lang="fr-FR" sz="3600" b="1"/>
              <a:t>.</a:t>
            </a:r>
          </a:p>
          <a:p>
            <a:pPr algn="ctr"/>
            <a:r>
              <a:rPr lang="fr-FR" sz="3600" b="1"/>
              <a:t>.</a:t>
            </a:r>
            <a:endParaRPr lang="en-US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973C0-233D-25EA-7BC7-4275D2367670}"/>
              </a:ext>
            </a:extLst>
          </p:cNvPr>
          <p:cNvSpPr txBox="1"/>
          <p:nvPr/>
        </p:nvSpPr>
        <p:spPr>
          <a:xfrm>
            <a:off x="266217" y="4616864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6A735C-E089-DBB1-180B-9EC72025ABA6}"/>
              </a:ext>
            </a:extLst>
          </p:cNvPr>
          <p:cNvSpPr txBox="1"/>
          <p:nvPr/>
        </p:nvSpPr>
        <p:spPr>
          <a:xfrm>
            <a:off x="266217" y="515145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CC9DE2-1AC2-B116-8D64-77BDECEB2D70}"/>
              </a:ext>
            </a:extLst>
          </p:cNvPr>
          <p:cNvSpPr txBox="1"/>
          <p:nvPr/>
        </p:nvSpPr>
        <p:spPr>
          <a:xfrm>
            <a:off x="5537572" y="4526779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6B0FB2-B267-C548-8265-B756D2CBB6E6}"/>
              </a:ext>
            </a:extLst>
          </p:cNvPr>
          <p:cNvSpPr txBox="1"/>
          <p:nvPr/>
        </p:nvSpPr>
        <p:spPr>
          <a:xfrm>
            <a:off x="5975741" y="3122941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55B753-C8C3-8834-FEB9-AF21AF28BFA7}"/>
              </a:ext>
            </a:extLst>
          </p:cNvPr>
          <p:cNvSpPr txBox="1"/>
          <p:nvPr/>
        </p:nvSpPr>
        <p:spPr>
          <a:xfrm>
            <a:off x="7135210" y="2902352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03DE73-7CBF-378E-7675-CB9BC7C92AA4}"/>
              </a:ext>
            </a:extLst>
          </p:cNvPr>
          <p:cNvSpPr txBox="1"/>
          <p:nvPr/>
        </p:nvSpPr>
        <p:spPr>
          <a:xfrm>
            <a:off x="8198368" y="2499926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EA6573-8137-41CE-3DB0-483FEE3708B1}"/>
              </a:ext>
            </a:extLst>
          </p:cNvPr>
          <p:cNvSpPr txBox="1"/>
          <p:nvPr/>
        </p:nvSpPr>
        <p:spPr>
          <a:xfrm>
            <a:off x="9220127" y="2494520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-1</a:t>
            </a:r>
            <a:endParaRPr lang="en-US" sz="1600" dirty="0">
              <a:solidFill>
                <a:srgbClr val="00EFD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170B17-095E-8446-5B2C-666BB1ABF864}"/>
              </a:ext>
            </a:extLst>
          </p:cNvPr>
          <p:cNvSpPr txBox="1"/>
          <p:nvPr/>
        </p:nvSpPr>
        <p:spPr>
          <a:xfrm>
            <a:off x="9768633" y="1148161"/>
            <a:ext cx="509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rgbClr val="00EFD1"/>
                </a:solidFill>
              </a:rPr>
              <a:t>+1</a:t>
            </a:r>
            <a:endParaRPr lang="en-US" sz="1600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389066"/>
      </p:ext>
    </p:extLst>
  </p:cSld>
  <p:clrMapOvr>
    <a:masterClrMapping/>
  </p:clrMapOvr>
  <p:transition>
    <p:fade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99147" y="2097877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40844" y="3606426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7944211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536845" y="1474745"/>
            <a:ext cx="119219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89625" y="4285946"/>
            <a:ext cx="110307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0DDE5-CC35-EBF5-2098-AC78DDD889F8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EDD7-EBD3-8D12-A336-A79D93F2B80B}"/>
              </a:ext>
            </a:extLst>
          </p:cNvPr>
          <p:cNvSpPr txBox="1"/>
          <p:nvPr/>
        </p:nvSpPr>
        <p:spPr>
          <a:xfrm>
            <a:off x="5166553" y="1474745"/>
            <a:ext cx="109303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674E8-267E-29D0-1B4F-0912F0597FF9}"/>
              </a:ext>
            </a:extLst>
          </p:cNvPr>
          <p:cNvSpPr txBox="1"/>
          <p:nvPr/>
        </p:nvSpPr>
        <p:spPr>
          <a:xfrm>
            <a:off x="5166553" y="4207736"/>
            <a:ext cx="10409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EB8014-8FD7-7592-005B-6144CC2A6530}"/>
              </a:ext>
            </a:extLst>
          </p:cNvPr>
          <p:cNvSpPr txBox="1"/>
          <p:nvPr/>
        </p:nvSpPr>
        <p:spPr>
          <a:xfrm>
            <a:off x="266217" y="136702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13849-74A3-4F93-3F45-3CA46A3E7502}"/>
              </a:ext>
            </a:extLst>
          </p:cNvPr>
          <p:cNvSpPr txBox="1"/>
          <p:nvPr/>
        </p:nvSpPr>
        <p:spPr>
          <a:xfrm>
            <a:off x="266217" y="1929499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E7F1AC-EABC-306E-75FF-ED7D48EB8440}"/>
              </a:ext>
            </a:extLst>
          </p:cNvPr>
          <p:cNvSpPr txBox="1"/>
          <p:nvPr/>
        </p:nvSpPr>
        <p:spPr>
          <a:xfrm>
            <a:off x="266217" y="2492390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7C628-2B51-B3DB-C2FB-09D3A1EA0355}"/>
              </a:ext>
            </a:extLst>
          </p:cNvPr>
          <p:cNvSpPr txBox="1"/>
          <p:nvPr/>
        </p:nvSpPr>
        <p:spPr>
          <a:xfrm>
            <a:off x="926388" y="2862538"/>
            <a:ext cx="12919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/>
              <a:t>.</a:t>
            </a:r>
          </a:p>
          <a:p>
            <a:pPr algn="ctr"/>
            <a:r>
              <a:rPr lang="fr-FR" sz="3600" b="1"/>
              <a:t>.</a:t>
            </a:r>
          </a:p>
          <a:p>
            <a:pPr algn="ctr"/>
            <a:r>
              <a:rPr lang="fr-FR" sz="3600" b="1"/>
              <a:t>.</a:t>
            </a:r>
            <a:endParaRPr lang="en-US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973C0-233D-25EA-7BC7-4275D2367670}"/>
              </a:ext>
            </a:extLst>
          </p:cNvPr>
          <p:cNvSpPr txBox="1"/>
          <p:nvPr/>
        </p:nvSpPr>
        <p:spPr>
          <a:xfrm>
            <a:off x="266217" y="4616864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sABt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6A735C-E089-DBB1-180B-9EC72025ABA6}"/>
              </a:ext>
            </a:extLst>
          </p:cNvPr>
          <p:cNvSpPr txBox="1"/>
          <p:nvPr/>
        </p:nvSpPr>
        <p:spPr>
          <a:xfrm>
            <a:off x="266217" y="5151453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sBAt</a:t>
            </a:r>
            <a:r>
              <a:rPr lang="fr-FR" sz="2800"/>
              <a:t> </a:t>
            </a:r>
            <a:r>
              <a:rPr lang="fr-FR"/>
              <a:t>(bottleneck = 1)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56735C-03B4-D08B-C730-66072AE809BC}"/>
                  </a:ext>
                </a:extLst>
              </p:cNvPr>
              <p:cNvSpPr txBox="1"/>
              <p:nvPr/>
            </p:nvSpPr>
            <p:spPr>
              <a:xfrm>
                <a:off x="926388" y="5894952"/>
                <a:ext cx="55503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3600"/>
                  <a:t>maximum flow </a:t>
                </a:r>
                <a14:m>
                  <m:oMath xmlns:m="http://schemas.openxmlformats.org/officeDocument/2006/math">
                    <m:r>
                      <a:rPr lang="fr-FR" sz="3600" b="0" i="1" smtClean="0">
                        <a:solidFill>
                          <a:srgbClr val="8690FA"/>
                        </a:solidFill>
                        <a:latin typeface="Cambria Math" panose="02040503050406030204" pitchFamily="18" charset="0"/>
                      </a:rPr>
                      <m:t>=20000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56735C-03B4-D08B-C730-66072AE80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88" y="5894952"/>
                <a:ext cx="5550305" cy="646331"/>
              </a:xfrm>
              <a:prstGeom prst="rect">
                <a:avLst/>
              </a:prstGeom>
              <a:blipFill>
                <a:blip r:embed="rId2"/>
                <a:stretch>
                  <a:fillRect t="-15094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B7F6FE4-1E2F-AFC7-ECC8-7A5F2724F19D}"/>
              </a:ext>
            </a:extLst>
          </p:cNvPr>
          <p:cNvSpPr txBox="1"/>
          <p:nvPr/>
        </p:nvSpPr>
        <p:spPr>
          <a:xfrm>
            <a:off x="6291401" y="5957349"/>
            <a:ext cx="5405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/>
              <a:t>and we did 20000 iterations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72324940"/>
      </p:ext>
    </p:extLst>
  </p:cSld>
  <p:clrMapOvr>
    <a:masterClrMapping/>
  </p:clrMapOvr>
  <p:transition>
    <p:fade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0A92B-34B3-677F-D692-151C73D2A178}"/>
              </a:ext>
            </a:extLst>
          </p:cNvPr>
          <p:cNvSpPr txBox="1"/>
          <p:nvPr/>
        </p:nvSpPr>
        <p:spPr>
          <a:xfrm>
            <a:off x="460577" y="243513"/>
            <a:ext cx="9789288" cy="6370975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ford_fulkerson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defaultdict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{})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't'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[], </a:t>
            </a:r>
            <a:r>
              <a:rPr lang="en-US" sz="2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97DCAC0-7226-8A17-5E06-F9FB3CB3BFA9}"/>
                  </a:ext>
                </a:extLst>
              </p:cNvPr>
              <p:cNvSpPr/>
              <p:nvPr/>
            </p:nvSpPr>
            <p:spPr>
              <a:xfrm>
                <a:off x="1157592" y="2841527"/>
                <a:ext cx="9092273" cy="335607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alpha val="0"/>
                    </a:schemeClr>
                  </a:gs>
                  <a:gs pos="34000">
                    <a:schemeClr val="accent1">
                      <a:lumMod val="40000"/>
                      <a:lumOff val="60000"/>
                      <a:alpha val="40000"/>
                    </a:schemeClr>
                  </a:gs>
                  <a:gs pos="68000">
                    <a:schemeClr val="accent1">
                      <a:lumMod val="40000"/>
                      <a:lumOff val="60000"/>
                      <a:alpha val="72000"/>
                    </a:schemeClr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108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45720" rIns="91440" bIns="45720" rtlCol="0" anchor="t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3600" b="0" i="1" smtClean="0">
                          <a:solidFill>
                            <a:srgbClr val="343D4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sz="3600">
                  <a:solidFill>
                    <a:srgbClr val="343D46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97DCAC0-7226-8A17-5E06-F9FB3CB3BF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592" y="2841527"/>
                <a:ext cx="9092273" cy="33560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C3A5E9A-66EE-FE42-6913-6683EC184EB4}"/>
                  </a:ext>
                </a:extLst>
              </p:cNvPr>
              <p:cNvSpPr/>
              <p:nvPr/>
            </p:nvSpPr>
            <p:spPr>
              <a:xfrm>
                <a:off x="1807186" y="3259983"/>
                <a:ext cx="7044714" cy="308717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34000">
                    <a:schemeClr val="tx1">
                      <a:alpha val="51000"/>
                    </a:schemeClr>
                  </a:gs>
                  <a:gs pos="68000">
                    <a:schemeClr val="tx1">
                      <a:alpha val="71000"/>
                    </a:schemeClr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181717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FR" sz="2400" b="0" i="1" smtClean="0">
                          <a:solidFill>
                            <a:srgbClr val="181717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FR" sz="2400" b="0" i="1" smtClean="0">
                          <a:solidFill>
                            <a:srgbClr val="181717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sz="2400">
                  <a:solidFill>
                    <a:srgbClr val="181717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C3A5E9A-66EE-FE42-6913-6683EC184E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186" y="3259983"/>
                <a:ext cx="7044714" cy="308717"/>
              </a:xfrm>
              <a:prstGeom prst="rect">
                <a:avLst/>
              </a:prstGeom>
              <a:blipFill>
                <a:blip r:embed="rId3"/>
                <a:stretch>
                  <a:fillRect l="-692" t="-6000" b="-58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5CEDF3-2D96-BE1A-8BC2-3F5B2A74C98D}"/>
                  </a:ext>
                </a:extLst>
              </p:cNvPr>
              <p:cNvSpPr txBox="1"/>
              <p:nvPr/>
            </p:nvSpPr>
            <p:spPr>
              <a:xfrm>
                <a:off x="8714130" y="212627"/>
                <a:ext cx="347787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fr-FR" sz="3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600" dirty="0"/>
                  <a:t> </a:t>
                </a:r>
                <a:r>
                  <a:rPr lang="en-US" sz="3600"/>
                  <a:t>max flow</a:t>
                </a:r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5CEDF3-2D96-BE1A-8BC2-3F5B2A74C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130" y="212627"/>
                <a:ext cx="3477870" cy="646331"/>
              </a:xfrm>
              <a:prstGeom prst="rect">
                <a:avLst/>
              </a:prstGeom>
              <a:blipFill>
                <a:blip r:embed="rId4"/>
                <a:stretch>
                  <a:fillRect t="-16038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04E338-C920-1B69-C74E-FB0C76C59A72}"/>
                  </a:ext>
                </a:extLst>
              </p:cNvPr>
              <p:cNvSpPr txBox="1"/>
              <p:nvPr/>
            </p:nvSpPr>
            <p:spPr>
              <a:xfrm>
                <a:off x="7372840" y="1623616"/>
                <a:ext cx="4526175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4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fr-FR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4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fr-FR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4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fr-FR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4400" b="0" i="1" smtClean="0">
                          <a:solidFill>
                            <a:srgbClr val="F97B57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fr-FR" sz="4400" b="0" i="1" smtClean="0">
                              <a:solidFill>
                                <a:srgbClr val="F97B5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4400" b="0" i="1" smtClean="0">
                              <a:solidFill>
                                <a:srgbClr val="F97B5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fr-FR" sz="4400" b="0" i="1" smtClean="0">
                                  <a:solidFill>
                                    <a:srgbClr val="F97B5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4400" b="0" i="1" smtClean="0">
                                  <a:solidFill>
                                    <a:srgbClr val="F97B57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04E338-C920-1B69-C74E-FB0C76C59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840" y="1623616"/>
                <a:ext cx="4526175" cy="677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198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456716" y="309226"/>
            <a:ext cx="912543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800" b="1">
                <a:solidFill>
                  <a:srgbClr val="8690FA"/>
                </a:solidFill>
              </a:rPr>
              <a:t>Edmonds-Karp</a:t>
            </a:r>
          </a:p>
          <a:p>
            <a:r>
              <a:rPr lang="fr-FR" sz="8800" b="1">
                <a:solidFill>
                  <a:srgbClr val="8690FA"/>
                </a:solidFill>
              </a:rPr>
              <a:t>algorithm</a:t>
            </a:r>
            <a:endParaRPr lang="en-US" sz="8800" b="1" dirty="0">
              <a:solidFill>
                <a:srgbClr val="8690FA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B70910-7FF7-17D1-E047-493858931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841" y="2816722"/>
            <a:ext cx="6525443" cy="35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85923"/>
      </p:ext>
    </p:extLst>
  </p:cSld>
  <p:clrMapOvr>
    <a:masterClrMapping/>
  </p:clrMapOvr>
  <p:transition>
    <p:fade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0A92B-34B3-677F-D692-151C73D2A178}"/>
              </a:ext>
            </a:extLst>
          </p:cNvPr>
          <p:cNvSpPr txBox="1"/>
          <p:nvPr/>
        </p:nvSpPr>
        <p:spPr>
          <a:xfrm>
            <a:off x="460577" y="243513"/>
            <a:ext cx="9789288" cy="6370975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ford_fulkerson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defaultdict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{})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't'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[], </a:t>
            </a:r>
            <a:r>
              <a:rPr lang="en-US" sz="2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493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0A92B-34B3-677F-D692-151C73D2A178}"/>
              </a:ext>
            </a:extLst>
          </p:cNvPr>
          <p:cNvSpPr txBox="1"/>
          <p:nvPr/>
        </p:nvSpPr>
        <p:spPr>
          <a:xfrm>
            <a:off x="460577" y="243513"/>
            <a:ext cx="9789288" cy="6370975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ford_fulkerson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defaultdict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{})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't'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[], </a:t>
            </a:r>
            <a:r>
              <a:rPr lang="en-US" sz="2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endParaRPr lang="en-US" sz="2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F22993-A2BD-5B83-F15A-9C8CB490901D}"/>
              </a:ext>
            </a:extLst>
          </p:cNvPr>
          <p:cNvSpPr/>
          <p:nvPr/>
        </p:nvSpPr>
        <p:spPr bwMode="auto">
          <a:xfrm>
            <a:off x="3098800" y="3340100"/>
            <a:ext cx="5702300" cy="152400"/>
          </a:xfrm>
          <a:prstGeom prst="roundRect">
            <a:avLst>
              <a:gd name="adj" fmla="val 50000"/>
            </a:avLst>
          </a:prstGeom>
          <a:solidFill>
            <a:srgbClr val="FD003A"/>
          </a:solidFill>
          <a:ln w="28575">
            <a:solidFill>
              <a:srgbClr val="FD003A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6C33A-149A-68BB-36AC-98E197BF8E1D}"/>
              </a:ext>
            </a:extLst>
          </p:cNvPr>
          <p:cNvSpPr txBox="1"/>
          <p:nvPr/>
        </p:nvSpPr>
        <p:spPr>
          <a:xfrm>
            <a:off x="8605344" y="2875002"/>
            <a:ext cx="21740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>
                <a:solidFill>
                  <a:srgbClr val="FD003A"/>
                </a:solidFill>
              </a:rPr>
              <a:t>bfs</a:t>
            </a:r>
            <a:endParaRPr lang="en-US" sz="6600" b="1" dirty="0">
              <a:solidFill>
                <a:srgbClr val="FD00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468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48813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8000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3064248" y="2528099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31045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3E04E6C4-D0FD-3CE1-6147-2D9CA446BA29}"/>
              </a:ext>
            </a:extLst>
          </p:cNvPr>
          <p:cNvSpPr/>
          <p:nvPr/>
        </p:nvSpPr>
        <p:spPr>
          <a:xfrm>
            <a:off x="572830" y="1076708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3064248" y="2528099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4380DD1D-25D0-E90E-49B5-A68145EBE4D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572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5071812" y="647475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4380DD1D-25D0-E90E-49B5-A68145EBE4D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915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rganigramme : Disque magnétique 31">
            <a:extLst>
              <a:ext uri="{FF2B5EF4-FFF2-40B4-BE49-F238E27FC236}">
                <a16:creationId xmlns:a16="http://schemas.microsoft.com/office/drawing/2014/main" id="{AB8815A1-9057-D624-CB8B-FB59B242698A}"/>
              </a:ext>
            </a:extLst>
          </p:cNvPr>
          <p:cNvSpPr/>
          <p:nvPr/>
        </p:nvSpPr>
        <p:spPr>
          <a:xfrm>
            <a:off x="572830" y="1461502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6EDCF97B-BAA9-2AF1-311E-03AAA2FA2A74}"/>
              </a:ext>
            </a:extLst>
          </p:cNvPr>
          <p:cNvSpPr/>
          <p:nvPr/>
        </p:nvSpPr>
        <p:spPr>
          <a:xfrm>
            <a:off x="572830" y="1055952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5071812" y="647475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4380DD1D-25D0-E90E-49B5-A68145EBE4D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8D670-BCA8-2F93-55BD-16A2818A5E91}"/>
              </a:ext>
            </a:extLst>
          </p:cNvPr>
          <p:cNvSpPr txBox="1"/>
          <p:nvPr/>
        </p:nvSpPr>
        <p:spPr>
          <a:xfrm>
            <a:off x="720201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62443-16A5-5667-AFCB-8D1A1B3C9014}"/>
              </a:ext>
            </a:extLst>
          </p:cNvPr>
          <p:cNvSpPr txBox="1"/>
          <p:nvPr/>
        </p:nvSpPr>
        <p:spPr>
          <a:xfrm>
            <a:off x="7202016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44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6EDCF97B-BAA9-2AF1-311E-03AAA2FA2A74}"/>
              </a:ext>
            </a:extLst>
          </p:cNvPr>
          <p:cNvSpPr/>
          <p:nvPr/>
        </p:nvSpPr>
        <p:spPr>
          <a:xfrm>
            <a:off x="572830" y="1055952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5071812" y="442368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4380DD1D-25D0-E90E-49B5-A68145EBE4D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8D670-BCA8-2F93-55BD-16A2818A5E91}"/>
              </a:ext>
            </a:extLst>
          </p:cNvPr>
          <p:cNvSpPr txBox="1"/>
          <p:nvPr/>
        </p:nvSpPr>
        <p:spPr>
          <a:xfrm>
            <a:off x="720201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62443-16A5-5667-AFCB-8D1A1B3C9014}"/>
              </a:ext>
            </a:extLst>
          </p:cNvPr>
          <p:cNvSpPr txBox="1"/>
          <p:nvPr/>
        </p:nvSpPr>
        <p:spPr>
          <a:xfrm>
            <a:off x="7202016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706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7091665" y="56943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4380DD1D-25D0-E90E-49B5-A68145EBE4D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8D670-BCA8-2F93-55BD-16A2818A5E91}"/>
              </a:ext>
            </a:extLst>
          </p:cNvPr>
          <p:cNvSpPr txBox="1"/>
          <p:nvPr/>
        </p:nvSpPr>
        <p:spPr>
          <a:xfrm>
            <a:off x="720201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62443-16A5-5667-AFCB-8D1A1B3C9014}"/>
              </a:ext>
            </a:extLst>
          </p:cNvPr>
          <p:cNvSpPr txBox="1"/>
          <p:nvPr/>
        </p:nvSpPr>
        <p:spPr>
          <a:xfrm>
            <a:off x="7202016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19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52539865-7C16-22DA-A3B6-E9860BDFF742}"/>
              </a:ext>
            </a:extLst>
          </p:cNvPr>
          <p:cNvSpPr/>
          <p:nvPr/>
        </p:nvSpPr>
        <p:spPr>
          <a:xfrm>
            <a:off x="572830" y="1055952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7091665" y="56943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4380DD1D-25D0-E90E-49B5-A68145EBE4D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8D670-BCA8-2F93-55BD-16A2818A5E91}"/>
              </a:ext>
            </a:extLst>
          </p:cNvPr>
          <p:cNvSpPr txBox="1"/>
          <p:nvPr/>
        </p:nvSpPr>
        <p:spPr>
          <a:xfrm>
            <a:off x="720201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62443-16A5-5667-AFCB-8D1A1B3C9014}"/>
              </a:ext>
            </a:extLst>
          </p:cNvPr>
          <p:cNvSpPr txBox="1"/>
          <p:nvPr/>
        </p:nvSpPr>
        <p:spPr>
          <a:xfrm>
            <a:off x="7202016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EE4634-638A-1206-A299-7969A0918935}"/>
              </a:ext>
            </a:extLst>
          </p:cNvPr>
          <p:cNvSpPr txBox="1"/>
          <p:nvPr/>
        </p:nvSpPr>
        <p:spPr>
          <a:xfrm>
            <a:off x="914168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C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052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7091665" y="4505372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4380DD1D-25D0-E90E-49B5-A68145EBE4D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8D670-BCA8-2F93-55BD-16A2818A5E91}"/>
              </a:ext>
            </a:extLst>
          </p:cNvPr>
          <p:cNvSpPr txBox="1"/>
          <p:nvPr/>
        </p:nvSpPr>
        <p:spPr>
          <a:xfrm>
            <a:off x="720201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62443-16A5-5667-AFCB-8D1A1B3C9014}"/>
              </a:ext>
            </a:extLst>
          </p:cNvPr>
          <p:cNvSpPr txBox="1"/>
          <p:nvPr/>
        </p:nvSpPr>
        <p:spPr>
          <a:xfrm>
            <a:off x="7202016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EE4634-638A-1206-A299-7969A0918935}"/>
              </a:ext>
            </a:extLst>
          </p:cNvPr>
          <p:cNvSpPr txBox="1"/>
          <p:nvPr/>
        </p:nvSpPr>
        <p:spPr>
          <a:xfrm>
            <a:off x="914168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C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215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F340050E-0DF1-6C62-AB5D-E4EF016492BF}"/>
              </a:ext>
            </a:extLst>
          </p:cNvPr>
          <p:cNvSpPr/>
          <p:nvPr/>
        </p:nvSpPr>
        <p:spPr>
          <a:xfrm>
            <a:off x="572830" y="1055952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7091665" y="4505372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4380DD1D-25D0-E90E-49B5-A68145EBE4D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8D670-BCA8-2F93-55BD-16A2818A5E91}"/>
              </a:ext>
            </a:extLst>
          </p:cNvPr>
          <p:cNvSpPr txBox="1"/>
          <p:nvPr/>
        </p:nvSpPr>
        <p:spPr>
          <a:xfrm>
            <a:off x="720201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62443-16A5-5667-AFCB-8D1A1B3C9014}"/>
              </a:ext>
            </a:extLst>
          </p:cNvPr>
          <p:cNvSpPr txBox="1"/>
          <p:nvPr/>
        </p:nvSpPr>
        <p:spPr>
          <a:xfrm>
            <a:off x="7202016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EE4634-638A-1206-A299-7969A0918935}"/>
              </a:ext>
            </a:extLst>
          </p:cNvPr>
          <p:cNvSpPr txBox="1"/>
          <p:nvPr/>
        </p:nvSpPr>
        <p:spPr>
          <a:xfrm>
            <a:off x="914168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C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8D043D-4B62-9CBF-69E6-470251D32D74}"/>
              </a:ext>
            </a:extLst>
          </p:cNvPr>
          <p:cNvSpPr txBox="1"/>
          <p:nvPr/>
        </p:nvSpPr>
        <p:spPr>
          <a:xfrm>
            <a:off x="9136570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050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9728111" y="67381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4380DD1D-25D0-E90E-49B5-A68145EBE4D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8D670-BCA8-2F93-55BD-16A2818A5E91}"/>
              </a:ext>
            </a:extLst>
          </p:cNvPr>
          <p:cNvSpPr txBox="1"/>
          <p:nvPr/>
        </p:nvSpPr>
        <p:spPr>
          <a:xfrm>
            <a:off x="720201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62443-16A5-5667-AFCB-8D1A1B3C9014}"/>
              </a:ext>
            </a:extLst>
          </p:cNvPr>
          <p:cNvSpPr txBox="1"/>
          <p:nvPr/>
        </p:nvSpPr>
        <p:spPr>
          <a:xfrm>
            <a:off x="7202016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EE4634-638A-1206-A299-7969A0918935}"/>
              </a:ext>
            </a:extLst>
          </p:cNvPr>
          <p:cNvSpPr txBox="1"/>
          <p:nvPr/>
        </p:nvSpPr>
        <p:spPr>
          <a:xfrm>
            <a:off x="914168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C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8D043D-4B62-9CBF-69E6-470251D32D74}"/>
              </a:ext>
            </a:extLst>
          </p:cNvPr>
          <p:cNvSpPr txBox="1"/>
          <p:nvPr/>
        </p:nvSpPr>
        <p:spPr>
          <a:xfrm>
            <a:off x="9136570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981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4CA7CDAE-77FA-3E0F-AE3B-97825BD79798}"/>
              </a:ext>
            </a:extLst>
          </p:cNvPr>
          <p:cNvSpPr/>
          <p:nvPr/>
        </p:nvSpPr>
        <p:spPr>
          <a:xfrm>
            <a:off x="572830" y="1055952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9728111" y="67381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4380DD1D-25D0-E90E-49B5-A68145EBE4D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8D670-BCA8-2F93-55BD-16A2818A5E91}"/>
              </a:ext>
            </a:extLst>
          </p:cNvPr>
          <p:cNvSpPr txBox="1"/>
          <p:nvPr/>
        </p:nvSpPr>
        <p:spPr>
          <a:xfrm>
            <a:off x="720201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62443-16A5-5667-AFCB-8D1A1B3C9014}"/>
              </a:ext>
            </a:extLst>
          </p:cNvPr>
          <p:cNvSpPr txBox="1"/>
          <p:nvPr/>
        </p:nvSpPr>
        <p:spPr>
          <a:xfrm>
            <a:off x="7202016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EE4634-638A-1206-A299-7969A0918935}"/>
              </a:ext>
            </a:extLst>
          </p:cNvPr>
          <p:cNvSpPr txBox="1"/>
          <p:nvPr/>
        </p:nvSpPr>
        <p:spPr>
          <a:xfrm>
            <a:off x="914168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C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8D043D-4B62-9CBF-69E6-470251D32D74}"/>
              </a:ext>
            </a:extLst>
          </p:cNvPr>
          <p:cNvSpPr txBox="1"/>
          <p:nvPr/>
        </p:nvSpPr>
        <p:spPr>
          <a:xfrm>
            <a:off x="9136570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15D94D-590C-D2B5-0757-4BCCE22D02DD}"/>
              </a:ext>
            </a:extLst>
          </p:cNvPr>
          <p:cNvSpPr txBox="1"/>
          <p:nvPr/>
        </p:nvSpPr>
        <p:spPr>
          <a:xfrm>
            <a:off x="11135628" y="1970263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145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9728111" y="4413705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4380DD1D-25D0-E90E-49B5-A68145EBE4D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8D670-BCA8-2F93-55BD-16A2818A5E91}"/>
              </a:ext>
            </a:extLst>
          </p:cNvPr>
          <p:cNvSpPr txBox="1"/>
          <p:nvPr/>
        </p:nvSpPr>
        <p:spPr>
          <a:xfrm>
            <a:off x="720201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62443-16A5-5667-AFCB-8D1A1B3C9014}"/>
              </a:ext>
            </a:extLst>
          </p:cNvPr>
          <p:cNvSpPr txBox="1"/>
          <p:nvPr/>
        </p:nvSpPr>
        <p:spPr>
          <a:xfrm>
            <a:off x="7202016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EE4634-638A-1206-A299-7969A0918935}"/>
              </a:ext>
            </a:extLst>
          </p:cNvPr>
          <p:cNvSpPr txBox="1"/>
          <p:nvPr/>
        </p:nvSpPr>
        <p:spPr>
          <a:xfrm>
            <a:off x="914168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C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8D043D-4B62-9CBF-69E6-470251D32D74}"/>
              </a:ext>
            </a:extLst>
          </p:cNvPr>
          <p:cNvSpPr txBox="1"/>
          <p:nvPr/>
        </p:nvSpPr>
        <p:spPr>
          <a:xfrm>
            <a:off x="9136570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E61C3E-A302-5913-E929-7FBD5847B01A}"/>
              </a:ext>
            </a:extLst>
          </p:cNvPr>
          <p:cNvSpPr txBox="1"/>
          <p:nvPr/>
        </p:nvSpPr>
        <p:spPr>
          <a:xfrm>
            <a:off x="11135628" y="1970263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022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429C8BC4-63BC-2D70-A2FA-DA2DC9F00A58}"/>
              </a:ext>
            </a:extLst>
          </p:cNvPr>
          <p:cNvSpPr/>
          <p:nvPr/>
        </p:nvSpPr>
        <p:spPr>
          <a:xfrm>
            <a:off x="2019249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B2050-CB43-2C40-C879-AB62A07F5BB7}"/>
              </a:ext>
            </a:extLst>
          </p:cNvPr>
          <p:cNvSpPr/>
          <p:nvPr/>
        </p:nvSpPr>
        <p:spPr bwMode="auto">
          <a:xfrm>
            <a:off x="11695807" y="2528099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8D670-BCA8-2F93-55BD-16A2818A5E91}"/>
              </a:ext>
            </a:extLst>
          </p:cNvPr>
          <p:cNvSpPr txBox="1"/>
          <p:nvPr/>
        </p:nvSpPr>
        <p:spPr>
          <a:xfrm>
            <a:off x="720201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62443-16A5-5667-AFCB-8D1A1B3C9014}"/>
              </a:ext>
            </a:extLst>
          </p:cNvPr>
          <p:cNvSpPr txBox="1"/>
          <p:nvPr/>
        </p:nvSpPr>
        <p:spPr>
          <a:xfrm>
            <a:off x="7202016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EE4634-638A-1206-A299-7969A0918935}"/>
              </a:ext>
            </a:extLst>
          </p:cNvPr>
          <p:cNvSpPr txBox="1"/>
          <p:nvPr/>
        </p:nvSpPr>
        <p:spPr>
          <a:xfrm>
            <a:off x="914168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C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8D043D-4B62-9CBF-69E6-470251D32D74}"/>
              </a:ext>
            </a:extLst>
          </p:cNvPr>
          <p:cNvSpPr txBox="1"/>
          <p:nvPr/>
        </p:nvSpPr>
        <p:spPr>
          <a:xfrm>
            <a:off x="9136570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35AFD-9406-1491-412F-85D4CFE72483}"/>
              </a:ext>
            </a:extLst>
          </p:cNvPr>
          <p:cNvSpPr txBox="1"/>
          <p:nvPr/>
        </p:nvSpPr>
        <p:spPr>
          <a:xfrm>
            <a:off x="11135628" y="1970263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746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8D670-BCA8-2F93-55BD-16A2818A5E91}"/>
              </a:ext>
            </a:extLst>
          </p:cNvPr>
          <p:cNvSpPr txBox="1"/>
          <p:nvPr/>
        </p:nvSpPr>
        <p:spPr>
          <a:xfrm>
            <a:off x="720201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62443-16A5-5667-AFCB-8D1A1B3C9014}"/>
              </a:ext>
            </a:extLst>
          </p:cNvPr>
          <p:cNvSpPr txBox="1"/>
          <p:nvPr/>
        </p:nvSpPr>
        <p:spPr>
          <a:xfrm>
            <a:off x="7202016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EE4634-638A-1206-A299-7969A0918935}"/>
              </a:ext>
            </a:extLst>
          </p:cNvPr>
          <p:cNvSpPr txBox="1"/>
          <p:nvPr/>
        </p:nvSpPr>
        <p:spPr>
          <a:xfrm>
            <a:off x="914168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C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8D043D-4B62-9CBF-69E6-470251D32D74}"/>
              </a:ext>
            </a:extLst>
          </p:cNvPr>
          <p:cNvSpPr txBox="1"/>
          <p:nvPr/>
        </p:nvSpPr>
        <p:spPr>
          <a:xfrm>
            <a:off x="9136570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35AFD-9406-1491-412F-85D4CFE72483}"/>
              </a:ext>
            </a:extLst>
          </p:cNvPr>
          <p:cNvSpPr txBox="1"/>
          <p:nvPr/>
        </p:nvSpPr>
        <p:spPr>
          <a:xfrm>
            <a:off x="11135628" y="1970263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D9940-8AA7-EF8F-F2B6-1F63548A052F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43786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  <p:set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  <p:set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  <p:set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0"/>
                            </p:stCondLst>
                            <p:childTnLst>
                              <p:par>
                                <p:cTn id="4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  <p:set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EFD1"/>
                                      </p:to>
                                    </p:animClr>
                                    <p:set>
                                      <p:cBhvr>
                                        <p:cTn id="5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3" grpId="0"/>
      <p:bldP spid="85" grpId="0"/>
      <p:bldP spid="86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808932-5F6F-B4D6-1BC6-9153FFBA338F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256DF-99CB-1899-6448-865A453A4350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8D670-BCA8-2F93-55BD-16A2818A5E91}"/>
              </a:ext>
            </a:extLst>
          </p:cNvPr>
          <p:cNvSpPr txBox="1"/>
          <p:nvPr/>
        </p:nvSpPr>
        <p:spPr>
          <a:xfrm>
            <a:off x="720201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62443-16A5-5667-AFCB-8D1A1B3C9014}"/>
              </a:ext>
            </a:extLst>
          </p:cNvPr>
          <p:cNvSpPr txBox="1"/>
          <p:nvPr/>
        </p:nvSpPr>
        <p:spPr>
          <a:xfrm>
            <a:off x="7202016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EE4634-638A-1206-A299-7969A0918935}"/>
              </a:ext>
            </a:extLst>
          </p:cNvPr>
          <p:cNvSpPr txBox="1"/>
          <p:nvPr/>
        </p:nvSpPr>
        <p:spPr>
          <a:xfrm>
            <a:off x="9141686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C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8D043D-4B62-9CBF-69E6-470251D32D74}"/>
              </a:ext>
            </a:extLst>
          </p:cNvPr>
          <p:cNvSpPr txBox="1"/>
          <p:nvPr/>
        </p:nvSpPr>
        <p:spPr>
          <a:xfrm>
            <a:off x="9136570" y="461593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35AFD-9406-1491-412F-85D4CFE72483}"/>
              </a:ext>
            </a:extLst>
          </p:cNvPr>
          <p:cNvSpPr txBox="1"/>
          <p:nvPr/>
        </p:nvSpPr>
        <p:spPr>
          <a:xfrm>
            <a:off x="11135628" y="1970263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D81BD-1511-171D-48A2-E47CF7346D9F}"/>
              </a:ext>
            </a:extLst>
          </p:cNvPr>
          <p:cNvSpPr txBox="1"/>
          <p:nvPr/>
        </p:nvSpPr>
        <p:spPr>
          <a:xfrm>
            <a:off x="10533133" y="1228183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C0B130-1242-DAC3-2E81-B4CEA8C6E9FB}"/>
              </a:ext>
            </a:extLst>
          </p:cNvPr>
          <p:cNvSpPr txBox="1"/>
          <p:nvPr/>
        </p:nvSpPr>
        <p:spPr>
          <a:xfrm>
            <a:off x="9719212" y="2038879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FF5792-933E-A9C8-D742-6A6A915BDC0E}"/>
              </a:ext>
            </a:extLst>
          </p:cNvPr>
          <p:cNvSpPr txBox="1"/>
          <p:nvPr/>
        </p:nvSpPr>
        <p:spPr>
          <a:xfrm>
            <a:off x="8204166" y="25503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940D08-860A-D33C-B909-09C4DF29F5BF}"/>
              </a:ext>
            </a:extLst>
          </p:cNvPr>
          <p:cNvSpPr txBox="1"/>
          <p:nvPr/>
        </p:nvSpPr>
        <p:spPr>
          <a:xfrm>
            <a:off x="8234592" y="132676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4DDD96-3389-CCC9-2B7C-A8E6AF4BF4AA}"/>
              </a:ext>
            </a:extLst>
          </p:cNvPr>
          <p:cNvSpPr txBox="1"/>
          <p:nvPr/>
        </p:nvSpPr>
        <p:spPr>
          <a:xfrm>
            <a:off x="6244306" y="25503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4F8D5D-F693-AFD7-AA19-0922DE3D240B}"/>
              </a:ext>
            </a:extLst>
          </p:cNvPr>
          <p:cNvSpPr txBox="1"/>
          <p:nvPr/>
        </p:nvSpPr>
        <p:spPr>
          <a:xfrm>
            <a:off x="6236984" y="132676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EA1612-DD45-A6D8-2E44-72EA49CC0D1F}"/>
              </a:ext>
            </a:extLst>
          </p:cNvPr>
          <p:cNvSpPr txBox="1"/>
          <p:nvPr/>
        </p:nvSpPr>
        <p:spPr>
          <a:xfrm>
            <a:off x="3953331" y="1228183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F7A06A-D234-8559-171E-7B36BBCCDEA4}"/>
              </a:ext>
            </a:extLst>
          </p:cNvPr>
          <p:cNvSpPr txBox="1"/>
          <p:nvPr/>
        </p:nvSpPr>
        <p:spPr>
          <a:xfrm>
            <a:off x="4677260" y="2108322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-4</a:t>
            </a:r>
            <a:endParaRPr lang="en-US" sz="1200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708962"/>
      </p:ext>
    </p:extLst>
  </p:cSld>
  <p:clrMapOvr>
    <a:masterClrMapping/>
  </p:clrMapOvr>
  <p:transition>
    <p:fade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59955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115867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201707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5CF8-878D-0323-0282-85D67CD69680}"/>
              </a:ext>
            </a:extLst>
          </p:cNvPr>
          <p:cNvSpPr/>
          <p:nvPr/>
        </p:nvSpPr>
        <p:spPr bwMode="auto">
          <a:xfrm>
            <a:off x="3102263" y="2528099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8946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F8563EE1-36A2-D712-4A7D-F1A4347ACAEB}"/>
              </a:ext>
            </a:extLst>
          </p:cNvPr>
          <p:cNvSpPr/>
          <p:nvPr/>
        </p:nvSpPr>
        <p:spPr>
          <a:xfrm>
            <a:off x="572830" y="1074564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201707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5CF8-878D-0323-0282-85D67CD69680}"/>
              </a:ext>
            </a:extLst>
          </p:cNvPr>
          <p:cNvSpPr/>
          <p:nvPr/>
        </p:nvSpPr>
        <p:spPr bwMode="auto">
          <a:xfrm>
            <a:off x="3102263" y="2528099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C3CB3013-7A83-89DA-5236-8825557414B0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854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201707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5CF8-878D-0323-0282-85D67CD69680}"/>
              </a:ext>
            </a:extLst>
          </p:cNvPr>
          <p:cNvSpPr/>
          <p:nvPr/>
        </p:nvSpPr>
        <p:spPr bwMode="auto">
          <a:xfrm>
            <a:off x="5056960" y="657668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C3CB3013-7A83-89DA-5236-8825557414B0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131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E5D32AD5-E2D8-9AE4-F719-F6BA0116B84E}"/>
              </a:ext>
            </a:extLst>
          </p:cNvPr>
          <p:cNvSpPr/>
          <p:nvPr/>
        </p:nvSpPr>
        <p:spPr>
          <a:xfrm>
            <a:off x="572830" y="1063108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201707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5CF8-878D-0323-0282-85D67CD69680}"/>
              </a:ext>
            </a:extLst>
          </p:cNvPr>
          <p:cNvSpPr/>
          <p:nvPr/>
        </p:nvSpPr>
        <p:spPr bwMode="auto">
          <a:xfrm>
            <a:off x="5056960" y="657668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C3CB3013-7A83-89DA-5236-8825557414B0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0C82F-BD05-14B5-058B-917F83BA78E4}"/>
              </a:ext>
            </a:extLst>
          </p:cNvPr>
          <p:cNvSpPr txBox="1"/>
          <p:nvPr/>
        </p:nvSpPr>
        <p:spPr>
          <a:xfrm>
            <a:off x="7203006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447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201707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5CF8-878D-0323-0282-85D67CD69680}"/>
              </a:ext>
            </a:extLst>
          </p:cNvPr>
          <p:cNvSpPr/>
          <p:nvPr/>
        </p:nvSpPr>
        <p:spPr bwMode="auto">
          <a:xfrm>
            <a:off x="5056960" y="4404881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C3CB3013-7A83-89DA-5236-8825557414B0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0C82F-BD05-14B5-058B-917F83BA78E4}"/>
              </a:ext>
            </a:extLst>
          </p:cNvPr>
          <p:cNvSpPr txBox="1"/>
          <p:nvPr/>
        </p:nvSpPr>
        <p:spPr>
          <a:xfrm>
            <a:off x="7203006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96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201707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5CF8-878D-0323-0282-85D67CD69680}"/>
              </a:ext>
            </a:extLst>
          </p:cNvPr>
          <p:cNvSpPr/>
          <p:nvPr/>
        </p:nvSpPr>
        <p:spPr bwMode="auto">
          <a:xfrm>
            <a:off x="7059903" y="4493607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0C82F-BD05-14B5-058B-917F83BA78E4}"/>
              </a:ext>
            </a:extLst>
          </p:cNvPr>
          <p:cNvSpPr txBox="1"/>
          <p:nvPr/>
        </p:nvSpPr>
        <p:spPr>
          <a:xfrm>
            <a:off x="7203006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009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E23B0257-8ABB-C97A-CADD-D1E062FB53FC}"/>
              </a:ext>
            </a:extLst>
          </p:cNvPr>
          <p:cNvSpPr/>
          <p:nvPr/>
        </p:nvSpPr>
        <p:spPr>
          <a:xfrm>
            <a:off x="572830" y="1076708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201707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5CF8-878D-0323-0282-85D67CD69680}"/>
              </a:ext>
            </a:extLst>
          </p:cNvPr>
          <p:cNvSpPr/>
          <p:nvPr/>
        </p:nvSpPr>
        <p:spPr bwMode="auto">
          <a:xfrm>
            <a:off x="7059903" y="4493607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0C82F-BD05-14B5-058B-917F83BA78E4}"/>
              </a:ext>
            </a:extLst>
          </p:cNvPr>
          <p:cNvSpPr txBox="1"/>
          <p:nvPr/>
        </p:nvSpPr>
        <p:spPr>
          <a:xfrm>
            <a:off x="7203006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F41F14A1-232A-BEAD-1D9D-A07583DC6EDE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247C8F-AEBD-4B6A-43A3-AD12F5CC4BF3}"/>
              </a:ext>
            </a:extLst>
          </p:cNvPr>
          <p:cNvSpPr txBox="1"/>
          <p:nvPr/>
        </p:nvSpPr>
        <p:spPr>
          <a:xfrm>
            <a:off x="9149798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C21095-CEC1-1C01-7642-A6CD16FE2FAA}"/>
              </a:ext>
            </a:extLst>
          </p:cNvPr>
          <p:cNvSpPr txBox="1"/>
          <p:nvPr/>
        </p:nvSpPr>
        <p:spPr>
          <a:xfrm>
            <a:off x="9149798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309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201707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5CF8-878D-0323-0282-85D67CD69680}"/>
              </a:ext>
            </a:extLst>
          </p:cNvPr>
          <p:cNvSpPr/>
          <p:nvPr/>
        </p:nvSpPr>
        <p:spPr bwMode="auto">
          <a:xfrm>
            <a:off x="9042615" y="55439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0C82F-BD05-14B5-058B-917F83BA78E4}"/>
              </a:ext>
            </a:extLst>
          </p:cNvPr>
          <p:cNvSpPr txBox="1"/>
          <p:nvPr/>
        </p:nvSpPr>
        <p:spPr>
          <a:xfrm>
            <a:off x="7203006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F41F14A1-232A-BEAD-1D9D-A07583DC6EDE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247C8F-AEBD-4B6A-43A3-AD12F5CC4BF3}"/>
              </a:ext>
            </a:extLst>
          </p:cNvPr>
          <p:cNvSpPr txBox="1"/>
          <p:nvPr/>
        </p:nvSpPr>
        <p:spPr>
          <a:xfrm>
            <a:off x="9149798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C21095-CEC1-1C01-7642-A6CD16FE2FAA}"/>
              </a:ext>
            </a:extLst>
          </p:cNvPr>
          <p:cNvSpPr txBox="1"/>
          <p:nvPr/>
        </p:nvSpPr>
        <p:spPr>
          <a:xfrm>
            <a:off x="9149798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257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rganigramme : Disque magnétique 31">
            <a:extLst>
              <a:ext uri="{FF2B5EF4-FFF2-40B4-BE49-F238E27FC236}">
                <a16:creationId xmlns:a16="http://schemas.microsoft.com/office/drawing/2014/main" id="{AA3A68D5-98BC-7BF8-14E6-14C63C5C238D}"/>
              </a:ext>
            </a:extLst>
          </p:cNvPr>
          <p:cNvSpPr/>
          <p:nvPr/>
        </p:nvSpPr>
        <p:spPr>
          <a:xfrm>
            <a:off x="572830" y="146888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4E7280CF-1329-6EFB-5895-12E86E782673}"/>
              </a:ext>
            </a:extLst>
          </p:cNvPr>
          <p:cNvSpPr/>
          <p:nvPr/>
        </p:nvSpPr>
        <p:spPr>
          <a:xfrm>
            <a:off x="572830" y="1075002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201707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5CF8-878D-0323-0282-85D67CD69680}"/>
              </a:ext>
            </a:extLst>
          </p:cNvPr>
          <p:cNvSpPr/>
          <p:nvPr/>
        </p:nvSpPr>
        <p:spPr bwMode="auto">
          <a:xfrm>
            <a:off x="9042615" y="55439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0C82F-BD05-14B5-058B-917F83BA78E4}"/>
              </a:ext>
            </a:extLst>
          </p:cNvPr>
          <p:cNvSpPr txBox="1"/>
          <p:nvPr/>
        </p:nvSpPr>
        <p:spPr>
          <a:xfrm>
            <a:off x="7203006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F41F14A1-232A-BEAD-1D9D-A07583DC6EDE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247C8F-AEBD-4B6A-43A3-AD12F5CC4BF3}"/>
              </a:ext>
            </a:extLst>
          </p:cNvPr>
          <p:cNvSpPr txBox="1"/>
          <p:nvPr/>
        </p:nvSpPr>
        <p:spPr>
          <a:xfrm>
            <a:off x="9149798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C21095-CEC1-1C01-7642-A6CD16FE2FAA}"/>
              </a:ext>
            </a:extLst>
          </p:cNvPr>
          <p:cNvSpPr txBox="1"/>
          <p:nvPr/>
        </p:nvSpPr>
        <p:spPr>
          <a:xfrm>
            <a:off x="9149798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0697B-E94B-9254-ACAA-E4B47B3BB30A}"/>
              </a:ext>
            </a:extLst>
          </p:cNvPr>
          <p:cNvSpPr txBox="1"/>
          <p:nvPr/>
        </p:nvSpPr>
        <p:spPr>
          <a:xfrm>
            <a:off x="7183787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385ED5-D619-982D-77E3-5DF451DC3850}"/>
              </a:ext>
            </a:extLst>
          </p:cNvPr>
          <p:cNvSpPr txBox="1"/>
          <p:nvPr/>
        </p:nvSpPr>
        <p:spPr>
          <a:xfrm>
            <a:off x="11094358" y="193316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008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4E7280CF-1329-6EFB-5895-12E86E782673}"/>
              </a:ext>
            </a:extLst>
          </p:cNvPr>
          <p:cNvSpPr/>
          <p:nvPr/>
        </p:nvSpPr>
        <p:spPr>
          <a:xfrm>
            <a:off x="572830" y="1075002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201707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5CF8-878D-0323-0282-85D67CD69680}"/>
              </a:ext>
            </a:extLst>
          </p:cNvPr>
          <p:cNvSpPr/>
          <p:nvPr/>
        </p:nvSpPr>
        <p:spPr bwMode="auto">
          <a:xfrm>
            <a:off x="9042615" y="4530110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0C82F-BD05-14B5-058B-917F83BA78E4}"/>
              </a:ext>
            </a:extLst>
          </p:cNvPr>
          <p:cNvSpPr txBox="1"/>
          <p:nvPr/>
        </p:nvSpPr>
        <p:spPr>
          <a:xfrm>
            <a:off x="7203006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F41F14A1-232A-BEAD-1D9D-A07583DC6EDE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247C8F-AEBD-4B6A-43A3-AD12F5CC4BF3}"/>
              </a:ext>
            </a:extLst>
          </p:cNvPr>
          <p:cNvSpPr txBox="1"/>
          <p:nvPr/>
        </p:nvSpPr>
        <p:spPr>
          <a:xfrm>
            <a:off x="9149798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C21095-CEC1-1C01-7642-A6CD16FE2FAA}"/>
              </a:ext>
            </a:extLst>
          </p:cNvPr>
          <p:cNvSpPr txBox="1"/>
          <p:nvPr/>
        </p:nvSpPr>
        <p:spPr>
          <a:xfrm>
            <a:off x="9149798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0697B-E94B-9254-ACAA-E4B47B3BB30A}"/>
              </a:ext>
            </a:extLst>
          </p:cNvPr>
          <p:cNvSpPr txBox="1"/>
          <p:nvPr/>
        </p:nvSpPr>
        <p:spPr>
          <a:xfrm>
            <a:off x="7183787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385ED5-D619-982D-77E3-5DF451DC3850}"/>
              </a:ext>
            </a:extLst>
          </p:cNvPr>
          <p:cNvSpPr txBox="1"/>
          <p:nvPr/>
        </p:nvSpPr>
        <p:spPr>
          <a:xfrm>
            <a:off x="11094358" y="193316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963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201707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5CF8-878D-0323-0282-85D67CD69680}"/>
              </a:ext>
            </a:extLst>
          </p:cNvPr>
          <p:cNvSpPr/>
          <p:nvPr/>
        </p:nvSpPr>
        <p:spPr bwMode="auto">
          <a:xfrm>
            <a:off x="7064479" y="568318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0C82F-BD05-14B5-058B-917F83BA78E4}"/>
              </a:ext>
            </a:extLst>
          </p:cNvPr>
          <p:cNvSpPr txBox="1"/>
          <p:nvPr/>
        </p:nvSpPr>
        <p:spPr>
          <a:xfrm>
            <a:off x="7203006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F41F14A1-232A-BEAD-1D9D-A07583DC6EDE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247C8F-AEBD-4B6A-43A3-AD12F5CC4BF3}"/>
              </a:ext>
            </a:extLst>
          </p:cNvPr>
          <p:cNvSpPr txBox="1"/>
          <p:nvPr/>
        </p:nvSpPr>
        <p:spPr>
          <a:xfrm>
            <a:off x="9149798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C21095-CEC1-1C01-7642-A6CD16FE2FAA}"/>
              </a:ext>
            </a:extLst>
          </p:cNvPr>
          <p:cNvSpPr txBox="1"/>
          <p:nvPr/>
        </p:nvSpPr>
        <p:spPr>
          <a:xfrm>
            <a:off x="9149798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0697B-E94B-9254-ACAA-E4B47B3BB30A}"/>
              </a:ext>
            </a:extLst>
          </p:cNvPr>
          <p:cNvSpPr txBox="1"/>
          <p:nvPr/>
        </p:nvSpPr>
        <p:spPr>
          <a:xfrm>
            <a:off x="7183787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385ED5-D619-982D-77E3-5DF451DC3850}"/>
              </a:ext>
            </a:extLst>
          </p:cNvPr>
          <p:cNvSpPr txBox="1"/>
          <p:nvPr/>
        </p:nvSpPr>
        <p:spPr>
          <a:xfrm>
            <a:off x="11094358" y="193316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056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Organigramme : Disque magnétique 31">
            <a:extLst>
              <a:ext uri="{FF2B5EF4-FFF2-40B4-BE49-F238E27FC236}">
                <a16:creationId xmlns:a16="http://schemas.microsoft.com/office/drawing/2014/main" id="{E73167D4-164A-1ECD-32E9-36136CFAC578}"/>
              </a:ext>
            </a:extLst>
          </p:cNvPr>
          <p:cNvSpPr/>
          <p:nvPr/>
        </p:nvSpPr>
        <p:spPr>
          <a:xfrm>
            <a:off x="201707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C45CF8-878D-0323-0282-85D67CD69680}"/>
              </a:ext>
            </a:extLst>
          </p:cNvPr>
          <p:cNvSpPr/>
          <p:nvPr/>
        </p:nvSpPr>
        <p:spPr bwMode="auto">
          <a:xfrm>
            <a:off x="11612250" y="231769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0C82F-BD05-14B5-058B-917F83BA78E4}"/>
              </a:ext>
            </a:extLst>
          </p:cNvPr>
          <p:cNvSpPr txBox="1"/>
          <p:nvPr/>
        </p:nvSpPr>
        <p:spPr>
          <a:xfrm>
            <a:off x="7203006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247C8F-AEBD-4B6A-43A3-AD12F5CC4BF3}"/>
              </a:ext>
            </a:extLst>
          </p:cNvPr>
          <p:cNvSpPr txBox="1"/>
          <p:nvPr/>
        </p:nvSpPr>
        <p:spPr>
          <a:xfrm>
            <a:off x="9149798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C21095-CEC1-1C01-7642-A6CD16FE2FAA}"/>
              </a:ext>
            </a:extLst>
          </p:cNvPr>
          <p:cNvSpPr txBox="1"/>
          <p:nvPr/>
        </p:nvSpPr>
        <p:spPr>
          <a:xfrm>
            <a:off x="9149798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0697B-E94B-9254-ACAA-E4B47B3BB30A}"/>
              </a:ext>
            </a:extLst>
          </p:cNvPr>
          <p:cNvSpPr txBox="1"/>
          <p:nvPr/>
        </p:nvSpPr>
        <p:spPr>
          <a:xfrm>
            <a:off x="7183787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385ED5-D619-982D-77E3-5DF451DC3850}"/>
              </a:ext>
            </a:extLst>
          </p:cNvPr>
          <p:cNvSpPr txBox="1"/>
          <p:nvPr/>
        </p:nvSpPr>
        <p:spPr>
          <a:xfrm>
            <a:off x="11094358" y="193316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098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6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6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4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8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0C82F-BD05-14B5-058B-917F83BA78E4}"/>
              </a:ext>
            </a:extLst>
          </p:cNvPr>
          <p:cNvSpPr txBox="1"/>
          <p:nvPr/>
        </p:nvSpPr>
        <p:spPr>
          <a:xfrm>
            <a:off x="7203006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247C8F-AEBD-4B6A-43A3-AD12F5CC4BF3}"/>
              </a:ext>
            </a:extLst>
          </p:cNvPr>
          <p:cNvSpPr txBox="1"/>
          <p:nvPr/>
        </p:nvSpPr>
        <p:spPr>
          <a:xfrm>
            <a:off x="9149798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C21095-CEC1-1C01-7642-A6CD16FE2FAA}"/>
              </a:ext>
            </a:extLst>
          </p:cNvPr>
          <p:cNvSpPr txBox="1"/>
          <p:nvPr/>
        </p:nvSpPr>
        <p:spPr>
          <a:xfrm>
            <a:off x="9149798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0697B-E94B-9254-ACAA-E4B47B3BB30A}"/>
              </a:ext>
            </a:extLst>
          </p:cNvPr>
          <p:cNvSpPr txBox="1"/>
          <p:nvPr/>
        </p:nvSpPr>
        <p:spPr>
          <a:xfrm>
            <a:off x="7183787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385ED5-D619-982D-77E3-5DF451DC3850}"/>
              </a:ext>
            </a:extLst>
          </p:cNvPr>
          <p:cNvSpPr txBox="1"/>
          <p:nvPr/>
        </p:nvSpPr>
        <p:spPr>
          <a:xfrm>
            <a:off x="11094358" y="193316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122BAD-2852-A829-CDDF-F928D982B765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91437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C3D72-D962-AC38-389A-D2A9F5077EC1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F0BBD-4818-DDB2-8E4A-E5387D09806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D0C82F-BD05-14B5-058B-917F83BA78E4}"/>
              </a:ext>
            </a:extLst>
          </p:cNvPr>
          <p:cNvSpPr txBox="1"/>
          <p:nvPr/>
        </p:nvSpPr>
        <p:spPr>
          <a:xfrm>
            <a:off x="7203006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247C8F-AEBD-4B6A-43A3-AD12F5CC4BF3}"/>
              </a:ext>
            </a:extLst>
          </p:cNvPr>
          <p:cNvSpPr txBox="1"/>
          <p:nvPr/>
        </p:nvSpPr>
        <p:spPr>
          <a:xfrm>
            <a:off x="9149798" y="461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C21095-CEC1-1C01-7642-A6CD16FE2FAA}"/>
              </a:ext>
            </a:extLst>
          </p:cNvPr>
          <p:cNvSpPr txBox="1"/>
          <p:nvPr/>
        </p:nvSpPr>
        <p:spPr>
          <a:xfrm>
            <a:off x="9149798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0697B-E94B-9254-ACAA-E4B47B3BB30A}"/>
              </a:ext>
            </a:extLst>
          </p:cNvPr>
          <p:cNvSpPr txBox="1"/>
          <p:nvPr/>
        </p:nvSpPr>
        <p:spPr>
          <a:xfrm>
            <a:off x="7183787" y="28310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385ED5-D619-982D-77E3-5DF451DC3850}"/>
              </a:ext>
            </a:extLst>
          </p:cNvPr>
          <p:cNvSpPr txBox="1"/>
          <p:nvPr/>
        </p:nvSpPr>
        <p:spPr>
          <a:xfrm>
            <a:off x="11094358" y="1933164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0BA84-8D84-0549-D7B2-DAEE081596E8}"/>
              </a:ext>
            </a:extLst>
          </p:cNvPr>
          <p:cNvSpPr txBox="1"/>
          <p:nvPr/>
        </p:nvSpPr>
        <p:spPr>
          <a:xfrm>
            <a:off x="3953331" y="1228183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6F53C7-FDA0-92E1-97F7-B48BB79C9388}"/>
              </a:ext>
            </a:extLst>
          </p:cNvPr>
          <p:cNvSpPr txBox="1"/>
          <p:nvPr/>
        </p:nvSpPr>
        <p:spPr>
          <a:xfrm>
            <a:off x="4677260" y="2108322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6218C7-E7BA-A79B-8950-AA3FB28177E3}"/>
              </a:ext>
            </a:extLst>
          </p:cNvPr>
          <p:cNvSpPr txBox="1"/>
          <p:nvPr/>
        </p:nvSpPr>
        <p:spPr>
          <a:xfrm>
            <a:off x="5735764" y="2751876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063054-1A9D-46E1-559D-3A5CF0EB01F3}"/>
              </a:ext>
            </a:extLst>
          </p:cNvPr>
          <p:cNvSpPr txBox="1"/>
          <p:nvPr/>
        </p:nvSpPr>
        <p:spPr>
          <a:xfrm>
            <a:off x="6627350" y="2018516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810822-EA48-F815-B6EB-CBD704A14660}"/>
              </a:ext>
            </a:extLst>
          </p:cNvPr>
          <p:cNvSpPr txBox="1"/>
          <p:nvPr/>
        </p:nvSpPr>
        <p:spPr>
          <a:xfrm>
            <a:off x="7738894" y="2108322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3B4CCC-4700-9BF2-66BF-864A140EEBC1}"/>
              </a:ext>
            </a:extLst>
          </p:cNvPr>
          <p:cNvSpPr txBox="1"/>
          <p:nvPr/>
        </p:nvSpPr>
        <p:spPr>
          <a:xfrm>
            <a:off x="8672846" y="2311103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BFCA72-A9E5-7D02-2425-2EC35472E103}"/>
              </a:ext>
            </a:extLst>
          </p:cNvPr>
          <p:cNvSpPr txBox="1"/>
          <p:nvPr/>
        </p:nvSpPr>
        <p:spPr>
          <a:xfrm>
            <a:off x="10600462" y="1226679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+4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64BBCB-A704-482F-CF11-1543317D8115}"/>
              </a:ext>
            </a:extLst>
          </p:cNvPr>
          <p:cNvSpPr txBox="1"/>
          <p:nvPr/>
        </p:nvSpPr>
        <p:spPr>
          <a:xfrm>
            <a:off x="9868958" y="2082567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-4</a:t>
            </a:r>
            <a:endParaRPr lang="en-US" sz="1200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584"/>
      </p:ext>
    </p:extLst>
  </p:cSld>
  <p:clrMapOvr>
    <a:masterClrMapping/>
  </p:clrMapOvr>
  <p:transition>
    <p:fade/>
  </p:transition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87231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04284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3080263" y="2539565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24557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rganigramme : Disque magnétique 31">
            <a:extLst>
              <a:ext uri="{FF2B5EF4-FFF2-40B4-BE49-F238E27FC236}">
                <a16:creationId xmlns:a16="http://schemas.microsoft.com/office/drawing/2014/main" id="{B691EBEF-B518-D306-721D-D9C57F4E233B}"/>
              </a:ext>
            </a:extLst>
          </p:cNvPr>
          <p:cNvSpPr/>
          <p:nvPr/>
        </p:nvSpPr>
        <p:spPr>
          <a:xfrm>
            <a:off x="572830" y="1055952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3080263" y="2539565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AFFF1425-7C7C-1EE3-F009-B9583A7A2CE2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841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5056960" y="63440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AFFF1425-7C7C-1EE3-F009-B9583A7A2CE2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657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rganigramme : Disque magnétique 31">
            <a:extLst>
              <a:ext uri="{FF2B5EF4-FFF2-40B4-BE49-F238E27FC236}">
                <a16:creationId xmlns:a16="http://schemas.microsoft.com/office/drawing/2014/main" id="{7A0AB9B3-460B-3CF5-87CC-C87AB5476D31}"/>
              </a:ext>
            </a:extLst>
          </p:cNvPr>
          <p:cNvSpPr/>
          <p:nvPr/>
        </p:nvSpPr>
        <p:spPr>
          <a:xfrm>
            <a:off x="572830" y="1077724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5056960" y="63440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AFFF1425-7C7C-1EE3-F009-B9583A7A2CE2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B7255-26EB-26B1-B408-0524D30CC017}"/>
              </a:ext>
            </a:extLst>
          </p:cNvPr>
          <p:cNvSpPr txBox="1"/>
          <p:nvPr/>
        </p:nvSpPr>
        <p:spPr>
          <a:xfrm>
            <a:off x="7179334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96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5056960" y="446249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AFFF1425-7C7C-1EE3-F009-B9583A7A2CE2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B7255-26EB-26B1-B408-0524D30CC017}"/>
              </a:ext>
            </a:extLst>
          </p:cNvPr>
          <p:cNvSpPr txBox="1"/>
          <p:nvPr/>
        </p:nvSpPr>
        <p:spPr>
          <a:xfrm>
            <a:off x="7179334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501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7034499" y="446249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B7255-26EB-26B1-B408-0524D30CC017}"/>
              </a:ext>
            </a:extLst>
          </p:cNvPr>
          <p:cNvSpPr txBox="1"/>
          <p:nvPr/>
        </p:nvSpPr>
        <p:spPr>
          <a:xfrm>
            <a:off x="7179334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061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rganigramme : Disque magnétique 31">
            <a:extLst>
              <a:ext uri="{FF2B5EF4-FFF2-40B4-BE49-F238E27FC236}">
                <a16:creationId xmlns:a16="http://schemas.microsoft.com/office/drawing/2014/main" id="{0BAAE61C-2C56-35FF-B3E9-A305BE80B520}"/>
              </a:ext>
            </a:extLst>
          </p:cNvPr>
          <p:cNvSpPr/>
          <p:nvPr/>
        </p:nvSpPr>
        <p:spPr>
          <a:xfrm>
            <a:off x="572830" y="1055952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7034499" y="446249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B7255-26EB-26B1-B408-0524D30CC017}"/>
              </a:ext>
            </a:extLst>
          </p:cNvPr>
          <p:cNvSpPr txBox="1"/>
          <p:nvPr/>
        </p:nvSpPr>
        <p:spPr>
          <a:xfrm>
            <a:off x="7179334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FFBCD9BD-A79E-4A41-DA8F-EE74DC728D81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E47AB-D4CD-34D0-CEA3-71A8A0C150D7}"/>
              </a:ext>
            </a:extLst>
          </p:cNvPr>
          <p:cNvSpPr txBox="1"/>
          <p:nvPr/>
        </p:nvSpPr>
        <p:spPr>
          <a:xfrm>
            <a:off x="9136570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1FC475-3456-848A-AA0F-F03661C5B106}"/>
              </a:ext>
            </a:extLst>
          </p:cNvPr>
          <p:cNvSpPr txBox="1"/>
          <p:nvPr/>
        </p:nvSpPr>
        <p:spPr>
          <a:xfrm>
            <a:off x="9136570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806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9018673" y="57595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B7255-26EB-26B1-B408-0524D30CC017}"/>
              </a:ext>
            </a:extLst>
          </p:cNvPr>
          <p:cNvSpPr txBox="1"/>
          <p:nvPr/>
        </p:nvSpPr>
        <p:spPr>
          <a:xfrm>
            <a:off x="7179334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FFBCD9BD-A79E-4A41-DA8F-EE74DC728D81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E47AB-D4CD-34D0-CEA3-71A8A0C150D7}"/>
              </a:ext>
            </a:extLst>
          </p:cNvPr>
          <p:cNvSpPr txBox="1"/>
          <p:nvPr/>
        </p:nvSpPr>
        <p:spPr>
          <a:xfrm>
            <a:off x="9136570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1FC475-3456-848A-AA0F-F03661C5B106}"/>
              </a:ext>
            </a:extLst>
          </p:cNvPr>
          <p:cNvSpPr txBox="1"/>
          <p:nvPr/>
        </p:nvSpPr>
        <p:spPr>
          <a:xfrm>
            <a:off x="9136570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999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rganigramme : Disque magnétique 31">
            <a:extLst>
              <a:ext uri="{FF2B5EF4-FFF2-40B4-BE49-F238E27FC236}">
                <a16:creationId xmlns:a16="http://schemas.microsoft.com/office/drawing/2014/main" id="{4A110F22-DB51-F3E7-333D-DBC2A65A0E2C}"/>
              </a:ext>
            </a:extLst>
          </p:cNvPr>
          <p:cNvSpPr/>
          <p:nvPr/>
        </p:nvSpPr>
        <p:spPr>
          <a:xfrm>
            <a:off x="572830" y="1055952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9018673" y="57595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B7255-26EB-26B1-B408-0524D30CC017}"/>
              </a:ext>
            </a:extLst>
          </p:cNvPr>
          <p:cNvSpPr txBox="1"/>
          <p:nvPr/>
        </p:nvSpPr>
        <p:spPr>
          <a:xfrm>
            <a:off x="7179334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FFBCD9BD-A79E-4A41-DA8F-EE74DC728D81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E47AB-D4CD-34D0-CEA3-71A8A0C150D7}"/>
              </a:ext>
            </a:extLst>
          </p:cNvPr>
          <p:cNvSpPr txBox="1"/>
          <p:nvPr/>
        </p:nvSpPr>
        <p:spPr>
          <a:xfrm>
            <a:off x="9136570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1FC475-3456-848A-AA0F-F03661C5B106}"/>
              </a:ext>
            </a:extLst>
          </p:cNvPr>
          <p:cNvSpPr txBox="1"/>
          <p:nvPr/>
        </p:nvSpPr>
        <p:spPr>
          <a:xfrm>
            <a:off x="9136570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4EFE8F-D900-6292-D879-D567236A6C5F}"/>
              </a:ext>
            </a:extLst>
          </p:cNvPr>
          <p:cNvSpPr txBox="1"/>
          <p:nvPr/>
        </p:nvSpPr>
        <p:spPr>
          <a:xfrm>
            <a:off x="7197081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571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9018673" y="4516135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B7255-26EB-26B1-B408-0524D30CC017}"/>
              </a:ext>
            </a:extLst>
          </p:cNvPr>
          <p:cNvSpPr txBox="1"/>
          <p:nvPr/>
        </p:nvSpPr>
        <p:spPr>
          <a:xfrm>
            <a:off x="7179334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FFBCD9BD-A79E-4A41-DA8F-EE74DC728D81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E47AB-D4CD-34D0-CEA3-71A8A0C150D7}"/>
              </a:ext>
            </a:extLst>
          </p:cNvPr>
          <p:cNvSpPr txBox="1"/>
          <p:nvPr/>
        </p:nvSpPr>
        <p:spPr>
          <a:xfrm>
            <a:off x="9136570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1FC475-3456-848A-AA0F-F03661C5B106}"/>
              </a:ext>
            </a:extLst>
          </p:cNvPr>
          <p:cNvSpPr txBox="1"/>
          <p:nvPr/>
        </p:nvSpPr>
        <p:spPr>
          <a:xfrm>
            <a:off x="9136570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4EFE8F-D900-6292-D879-D567236A6C5F}"/>
              </a:ext>
            </a:extLst>
          </p:cNvPr>
          <p:cNvSpPr txBox="1"/>
          <p:nvPr/>
        </p:nvSpPr>
        <p:spPr>
          <a:xfrm>
            <a:off x="7197081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200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rganigramme : Disque magnétique 31">
            <a:extLst>
              <a:ext uri="{FF2B5EF4-FFF2-40B4-BE49-F238E27FC236}">
                <a16:creationId xmlns:a16="http://schemas.microsoft.com/office/drawing/2014/main" id="{C0C0D495-1393-057D-5C5E-E60D5EBBD065}"/>
              </a:ext>
            </a:extLst>
          </p:cNvPr>
          <p:cNvSpPr/>
          <p:nvPr/>
        </p:nvSpPr>
        <p:spPr>
          <a:xfrm>
            <a:off x="572830" y="1055952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9018673" y="4516135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B7255-26EB-26B1-B408-0524D30CC017}"/>
              </a:ext>
            </a:extLst>
          </p:cNvPr>
          <p:cNvSpPr txBox="1"/>
          <p:nvPr/>
        </p:nvSpPr>
        <p:spPr>
          <a:xfrm>
            <a:off x="7179334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FFBCD9BD-A79E-4A41-DA8F-EE74DC728D81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E47AB-D4CD-34D0-CEA3-71A8A0C150D7}"/>
              </a:ext>
            </a:extLst>
          </p:cNvPr>
          <p:cNvSpPr txBox="1"/>
          <p:nvPr/>
        </p:nvSpPr>
        <p:spPr>
          <a:xfrm>
            <a:off x="9136570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1FC475-3456-848A-AA0F-F03661C5B106}"/>
              </a:ext>
            </a:extLst>
          </p:cNvPr>
          <p:cNvSpPr txBox="1"/>
          <p:nvPr/>
        </p:nvSpPr>
        <p:spPr>
          <a:xfrm>
            <a:off x="9136570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4EFE8F-D900-6292-D879-D567236A6C5F}"/>
              </a:ext>
            </a:extLst>
          </p:cNvPr>
          <p:cNvSpPr txBox="1"/>
          <p:nvPr/>
        </p:nvSpPr>
        <p:spPr>
          <a:xfrm>
            <a:off x="7197081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BF5D8B-5673-7BE3-0452-45830AEB30A2}"/>
              </a:ext>
            </a:extLst>
          </p:cNvPr>
          <p:cNvSpPr txBox="1"/>
          <p:nvPr/>
        </p:nvSpPr>
        <p:spPr>
          <a:xfrm>
            <a:off x="11240032" y="1958665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882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7408863" y="1347989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B7255-26EB-26B1-B408-0524D30CC017}"/>
              </a:ext>
            </a:extLst>
          </p:cNvPr>
          <p:cNvSpPr txBox="1"/>
          <p:nvPr/>
        </p:nvSpPr>
        <p:spPr>
          <a:xfrm>
            <a:off x="7179334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3" name="Organigramme : Disque magnétique 31">
            <a:extLst>
              <a:ext uri="{FF2B5EF4-FFF2-40B4-BE49-F238E27FC236}">
                <a16:creationId xmlns:a16="http://schemas.microsoft.com/office/drawing/2014/main" id="{FFBCD9BD-A79E-4A41-DA8F-EE74DC728D81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E47AB-D4CD-34D0-CEA3-71A8A0C150D7}"/>
              </a:ext>
            </a:extLst>
          </p:cNvPr>
          <p:cNvSpPr txBox="1"/>
          <p:nvPr/>
        </p:nvSpPr>
        <p:spPr>
          <a:xfrm>
            <a:off x="9136570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1FC475-3456-848A-AA0F-F03661C5B106}"/>
              </a:ext>
            </a:extLst>
          </p:cNvPr>
          <p:cNvSpPr txBox="1"/>
          <p:nvPr/>
        </p:nvSpPr>
        <p:spPr>
          <a:xfrm>
            <a:off x="9136570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4EFE8F-D900-6292-D879-D567236A6C5F}"/>
              </a:ext>
            </a:extLst>
          </p:cNvPr>
          <p:cNvSpPr txBox="1"/>
          <p:nvPr/>
        </p:nvSpPr>
        <p:spPr>
          <a:xfrm>
            <a:off x="7197081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BF5D8B-5673-7BE3-0452-45830AEB30A2}"/>
              </a:ext>
            </a:extLst>
          </p:cNvPr>
          <p:cNvSpPr txBox="1"/>
          <p:nvPr/>
        </p:nvSpPr>
        <p:spPr>
          <a:xfrm>
            <a:off x="11240032" y="1958665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204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BE8927B3-7313-9685-BB4B-4D5B22FB07CF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5BABF4-515B-61E7-8F6A-F5FDCD518F0A}"/>
              </a:ext>
            </a:extLst>
          </p:cNvPr>
          <p:cNvSpPr/>
          <p:nvPr/>
        </p:nvSpPr>
        <p:spPr bwMode="auto">
          <a:xfrm>
            <a:off x="11464988" y="2934449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B7255-26EB-26B1-B408-0524D30CC017}"/>
              </a:ext>
            </a:extLst>
          </p:cNvPr>
          <p:cNvSpPr txBox="1"/>
          <p:nvPr/>
        </p:nvSpPr>
        <p:spPr>
          <a:xfrm>
            <a:off x="7179334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E47AB-D4CD-34D0-CEA3-71A8A0C150D7}"/>
              </a:ext>
            </a:extLst>
          </p:cNvPr>
          <p:cNvSpPr txBox="1"/>
          <p:nvPr/>
        </p:nvSpPr>
        <p:spPr>
          <a:xfrm>
            <a:off x="9136570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1FC475-3456-848A-AA0F-F03661C5B106}"/>
              </a:ext>
            </a:extLst>
          </p:cNvPr>
          <p:cNvSpPr txBox="1"/>
          <p:nvPr/>
        </p:nvSpPr>
        <p:spPr>
          <a:xfrm>
            <a:off x="9136570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4EFE8F-D900-6292-D879-D567236A6C5F}"/>
              </a:ext>
            </a:extLst>
          </p:cNvPr>
          <p:cNvSpPr txBox="1"/>
          <p:nvPr/>
        </p:nvSpPr>
        <p:spPr>
          <a:xfrm>
            <a:off x="7197081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BF5D8B-5673-7BE3-0452-45830AEB30A2}"/>
              </a:ext>
            </a:extLst>
          </p:cNvPr>
          <p:cNvSpPr txBox="1"/>
          <p:nvPr/>
        </p:nvSpPr>
        <p:spPr>
          <a:xfrm>
            <a:off x="11240032" y="1958665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056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2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8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10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4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110994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B7255-26EB-26B1-B408-0524D30CC017}"/>
              </a:ext>
            </a:extLst>
          </p:cNvPr>
          <p:cNvSpPr txBox="1"/>
          <p:nvPr/>
        </p:nvSpPr>
        <p:spPr>
          <a:xfrm>
            <a:off x="7179334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E47AB-D4CD-34D0-CEA3-71A8A0C150D7}"/>
              </a:ext>
            </a:extLst>
          </p:cNvPr>
          <p:cNvSpPr txBox="1"/>
          <p:nvPr/>
        </p:nvSpPr>
        <p:spPr>
          <a:xfrm>
            <a:off x="9136570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1FC475-3456-848A-AA0F-F03661C5B106}"/>
              </a:ext>
            </a:extLst>
          </p:cNvPr>
          <p:cNvSpPr txBox="1"/>
          <p:nvPr/>
        </p:nvSpPr>
        <p:spPr>
          <a:xfrm>
            <a:off x="9136570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4EFE8F-D900-6292-D879-D567236A6C5F}"/>
              </a:ext>
            </a:extLst>
          </p:cNvPr>
          <p:cNvSpPr txBox="1"/>
          <p:nvPr/>
        </p:nvSpPr>
        <p:spPr>
          <a:xfrm>
            <a:off x="7197081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BF5D8B-5673-7BE3-0452-45830AEB30A2}"/>
              </a:ext>
            </a:extLst>
          </p:cNvPr>
          <p:cNvSpPr txBox="1"/>
          <p:nvPr/>
        </p:nvSpPr>
        <p:spPr>
          <a:xfrm>
            <a:off x="11240032" y="1958665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8449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458949-CD99-B99A-2659-8C164B083702}"/>
              </a:ext>
            </a:extLst>
          </p:cNvPr>
          <p:cNvSpPr txBox="1"/>
          <p:nvPr/>
        </p:nvSpPr>
        <p:spPr>
          <a:xfrm>
            <a:off x="5239840" y="28048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19F13B-DEB3-EF69-BA7B-6ACB9CB5C9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DB7255-26EB-26B1-B408-0524D30CC017}"/>
              </a:ext>
            </a:extLst>
          </p:cNvPr>
          <p:cNvSpPr txBox="1"/>
          <p:nvPr/>
        </p:nvSpPr>
        <p:spPr>
          <a:xfrm>
            <a:off x="7179334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A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E47AB-D4CD-34D0-CEA3-71A8A0C150D7}"/>
              </a:ext>
            </a:extLst>
          </p:cNvPr>
          <p:cNvSpPr txBox="1"/>
          <p:nvPr/>
        </p:nvSpPr>
        <p:spPr>
          <a:xfrm>
            <a:off x="9136570" y="4597319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1FC475-3456-848A-AA0F-F03661C5B106}"/>
              </a:ext>
            </a:extLst>
          </p:cNvPr>
          <p:cNvSpPr txBox="1"/>
          <p:nvPr/>
        </p:nvSpPr>
        <p:spPr>
          <a:xfrm>
            <a:off x="9136570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4EFE8F-D900-6292-D879-D567236A6C5F}"/>
              </a:ext>
            </a:extLst>
          </p:cNvPr>
          <p:cNvSpPr txBox="1"/>
          <p:nvPr/>
        </p:nvSpPr>
        <p:spPr>
          <a:xfrm>
            <a:off x="7197081" y="2882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BF5D8B-5673-7BE3-0452-45830AEB30A2}"/>
              </a:ext>
            </a:extLst>
          </p:cNvPr>
          <p:cNvSpPr txBox="1"/>
          <p:nvPr/>
        </p:nvSpPr>
        <p:spPr>
          <a:xfrm>
            <a:off x="11240032" y="1958665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DF2DE-41EE-FC33-F05C-31974C073CD3}"/>
              </a:ext>
            </a:extLst>
          </p:cNvPr>
          <p:cNvSpPr txBox="1"/>
          <p:nvPr/>
        </p:nvSpPr>
        <p:spPr>
          <a:xfrm>
            <a:off x="3953331" y="1228183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4E1046-3163-821C-8A1C-567A072757D9}"/>
              </a:ext>
            </a:extLst>
          </p:cNvPr>
          <p:cNvSpPr txBox="1"/>
          <p:nvPr/>
        </p:nvSpPr>
        <p:spPr>
          <a:xfrm>
            <a:off x="4677260" y="2108322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20103F-9A15-F74C-8C76-1106D5A05185}"/>
              </a:ext>
            </a:extLst>
          </p:cNvPr>
          <p:cNvSpPr txBox="1"/>
          <p:nvPr/>
        </p:nvSpPr>
        <p:spPr>
          <a:xfrm>
            <a:off x="5757730" y="277403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0F206C-267B-2DED-EFFB-56EA40F019F5}"/>
              </a:ext>
            </a:extLst>
          </p:cNvPr>
          <p:cNvSpPr txBox="1"/>
          <p:nvPr/>
        </p:nvSpPr>
        <p:spPr>
          <a:xfrm>
            <a:off x="6624416" y="2000175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F84751-8352-8495-A76E-2D43C51EC72A}"/>
              </a:ext>
            </a:extLst>
          </p:cNvPr>
          <p:cNvSpPr txBox="1"/>
          <p:nvPr/>
        </p:nvSpPr>
        <p:spPr>
          <a:xfrm>
            <a:off x="10552497" y="367726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7C6535-ABAB-CA3C-0640-D54EA1309691}"/>
              </a:ext>
            </a:extLst>
          </p:cNvPr>
          <p:cNvSpPr txBox="1"/>
          <p:nvPr/>
        </p:nvSpPr>
        <p:spPr>
          <a:xfrm>
            <a:off x="8231253" y="470895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401032-86BB-AA33-5197-3CF74B64DB53}"/>
              </a:ext>
            </a:extLst>
          </p:cNvPr>
          <p:cNvSpPr txBox="1"/>
          <p:nvPr/>
        </p:nvSpPr>
        <p:spPr>
          <a:xfrm>
            <a:off x="8231253" y="364903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1C9FA1-3FEE-3ED9-515E-C5DA91AEE590}"/>
              </a:ext>
            </a:extLst>
          </p:cNvPr>
          <p:cNvSpPr txBox="1"/>
          <p:nvPr/>
        </p:nvSpPr>
        <p:spPr>
          <a:xfrm>
            <a:off x="9873166" y="2878937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459026"/>
      </p:ext>
    </p:extLst>
  </p:cSld>
  <p:clrMapOvr>
    <a:masterClrMapping/>
  </p:clrMapOvr>
  <p:transition>
    <p:fade/>
  </p:transition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60137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541896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3073290" y="256899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9801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3073290" y="256899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4" name="Organigramme : Disque magnétique 31">
            <a:extLst>
              <a:ext uri="{FF2B5EF4-FFF2-40B4-BE49-F238E27FC236}">
                <a16:creationId xmlns:a16="http://schemas.microsoft.com/office/drawing/2014/main" id="{8D2E2D0C-F9C8-09D1-5CD9-2B058D79E78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016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5052392" y="442368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330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5052392" y="442368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4" name="Organigramme : Disque magnétique 31">
            <a:extLst>
              <a:ext uri="{FF2B5EF4-FFF2-40B4-BE49-F238E27FC236}">
                <a16:creationId xmlns:a16="http://schemas.microsoft.com/office/drawing/2014/main" id="{813861B3-900D-BE64-669D-D25147E35D22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B1816-92F8-7DD5-0497-A51F36987512}"/>
              </a:ext>
            </a:extLst>
          </p:cNvPr>
          <p:cNvSpPr txBox="1"/>
          <p:nvPr/>
        </p:nvSpPr>
        <p:spPr>
          <a:xfrm>
            <a:off x="7186127" y="461138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325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7074754" y="4518438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B1816-92F8-7DD5-0497-A51F36987512}"/>
              </a:ext>
            </a:extLst>
          </p:cNvPr>
          <p:cNvSpPr txBox="1"/>
          <p:nvPr/>
        </p:nvSpPr>
        <p:spPr>
          <a:xfrm>
            <a:off x="7186127" y="461138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428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rganigramme : Disque magnétique 31">
            <a:extLst>
              <a:ext uri="{FF2B5EF4-FFF2-40B4-BE49-F238E27FC236}">
                <a16:creationId xmlns:a16="http://schemas.microsoft.com/office/drawing/2014/main" id="{43A932B8-A29C-47EF-2A36-3640531109AC}"/>
              </a:ext>
            </a:extLst>
          </p:cNvPr>
          <p:cNvSpPr/>
          <p:nvPr/>
        </p:nvSpPr>
        <p:spPr>
          <a:xfrm>
            <a:off x="572339" y="1473371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8" name="Organigramme : Disque magnétique 31">
            <a:extLst>
              <a:ext uri="{FF2B5EF4-FFF2-40B4-BE49-F238E27FC236}">
                <a16:creationId xmlns:a16="http://schemas.microsoft.com/office/drawing/2014/main" id="{D7779495-F9EE-55DF-2954-F79E3D21B7B8}"/>
              </a:ext>
            </a:extLst>
          </p:cNvPr>
          <p:cNvSpPr/>
          <p:nvPr/>
        </p:nvSpPr>
        <p:spPr>
          <a:xfrm>
            <a:off x="572830" y="1076708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7074754" y="4518438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B1816-92F8-7DD5-0497-A51F36987512}"/>
              </a:ext>
            </a:extLst>
          </p:cNvPr>
          <p:cNvSpPr txBox="1"/>
          <p:nvPr/>
        </p:nvSpPr>
        <p:spPr>
          <a:xfrm>
            <a:off x="7186127" y="461138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4" name="Organigramme : Disque magnétique 31">
            <a:extLst>
              <a:ext uri="{FF2B5EF4-FFF2-40B4-BE49-F238E27FC236}">
                <a16:creationId xmlns:a16="http://schemas.microsoft.com/office/drawing/2014/main" id="{C2C0EA35-48B7-4AB7-EF60-B221308F749A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35671A-1039-2105-2A16-E26891BAB744}"/>
              </a:ext>
            </a:extLst>
          </p:cNvPr>
          <p:cNvSpPr txBox="1"/>
          <p:nvPr/>
        </p:nvSpPr>
        <p:spPr>
          <a:xfrm>
            <a:off x="5271639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426E2-5E54-F4DD-54A6-88EFBE5C2560}"/>
              </a:ext>
            </a:extLst>
          </p:cNvPr>
          <p:cNvSpPr txBox="1"/>
          <p:nvPr/>
        </p:nvSpPr>
        <p:spPr>
          <a:xfrm>
            <a:off x="9154844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93F58D-29E9-E26E-32AD-5E019F0E19FC}"/>
              </a:ext>
            </a:extLst>
          </p:cNvPr>
          <p:cNvSpPr txBox="1"/>
          <p:nvPr/>
        </p:nvSpPr>
        <p:spPr>
          <a:xfrm>
            <a:off x="9154844" y="461175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235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rganigramme : Disque magnétique 31">
            <a:extLst>
              <a:ext uri="{FF2B5EF4-FFF2-40B4-BE49-F238E27FC236}">
                <a16:creationId xmlns:a16="http://schemas.microsoft.com/office/drawing/2014/main" id="{D7779495-F9EE-55DF-2954-F79E3D21B7B8}"/>
              </a:ext>
            </a:extLst>
          </p:cNvPr>
          <p:cNvSpPr/>
          <p:nvPr/>
        </p:nvSpPr>
        <p:spPr>
          <a:xfrm>
            <a:off x="572830" y="1076708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5056960" y="660288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B1816-92F8-7DD5-0497-A51F36987512}"/>
              </a:ext>
            </a:extLst>
          </p:cNvPr>
          <p:cNvSpPr txBox="1"/>
          <p:nvPr/>
        </p:nvSpPr>
        <p:spPr>
          <a:xfrm>
            <a:off x="7186127" y="461138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4" name="Organigramme : Disque magnétique 31">
            <a:extLst>
              <a:ext uri="{FF2B5EF4-FFF2-40B4-BE49-F238E27FC236}">
                <a16:creationId xmlns:a16="http://schemas.microsoft.com/office/drawing/2014/main" id="{C2C0EA35-48B7-4AB7-EF60-B221308F749A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35671A-1039-2105-2A16-E26891BAB744}"/>
              </a:ext>
            </a:extLst>
          </p:cNvPr>
          <p:cNvSpPr txBox="1"/>
          <p:nvPr/>
        </p:nvSpPr>
        <p:spPr>
          <a:xfrm>
            <a:off x="5271639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426E2-5E54-F4DD-54A6-88EFBE5C2560}"/>
              </a:ext>
            </a:extLst>
          </p:cNvPr>
          <p:cNvSpPr txBox="1"/>
          <p:nvPr/>
        </p:nvSpPr>
        <p:spPr>
          <a:xfrm>
            <a:off x="9154844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93F58D-29E9-E26E-32AD-5E019F0E19FC}"/>
              </a:ext>
            </a:extLst>
          </p:cNvPr>
          <p:cNvSpPr txBox="1"/>
          <p:nvPr/>
        </p:nvSpPr>
        <p:spPr>
          <a:xfrm>
            <a:off x="9154844" y="461175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638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9706927" y="64194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B1816-92F8-7DD5-0497-A51F36987512}"/>
              </a:ext>
            </a:extLst>
          </p:cNvPr>
          <p:cNvSpPr txBox="1"/>
          <p:nvPr/>
        </p:nvSpPr>
        <p:spPr>
          <a:xfrm>
            <a:off x="7186127" y="461138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4" name="Organigramme : Disque magnétique 31">
            <a:extLst>
              <a:ext uri="{FF2B5EF4-FFF2-40B4-BE49-F238E27FC236}">
                <a16:creationId xmlns:a16="http://schemas.microsoft.com/office/drawing/2014/main" id="{C2C0EA35-48B7-4AB7-EF60-B221308F749A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35671A-1039-2105-2A16-E26891BAB744}"/>
              </a:ext>
            </a:extLst>
          </p:cNvPr>
          <p:cNvSpPr txBox="1"/>
          <p:nvPr/>
        </p:nvSpPr>
        <p:spPr>
          <a:xfrm>
            <a:off x="5271639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426E2-5E54-F4DD-54A6-88EFBE5C2560}"/>
              </a:ext>
            </a:extLst>
          </p:cNvPr>
          <p:cNvSpPr txBox="1"/>
          <p:nvPr/>
        </p:nvSpPr>
        <p:spPr>
          <a:xfrm>
            <a:off x="9154844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93F58D-29E9-E26E-32AD-5E019F0E19FC}"/>
              </a:ext>
            </a:extLst>
          </p:cNvPr>
          <p:cNvSpPr txBox="1"/>
          <p:nvPr/>
        </p:nvSpPr>
        <p:spPr>
          <a:xfrm>
            <a:off x="9154844" y="461175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347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rganigramme : Disque magnétique 31">
            <a:extLst>
              <a:ext uri="{FF2B5EF4-FFF2-40B4-BE49-F238E27FC236}">
                <a16:creationId xmlns:a16="http://schemas.microsoft.com/office/drawing/2014/main" id="{292B2A15-2093-3806-EAA2-DEA55759DE75}"/>
              </a:ext>
            </a:extLst>
          </p:cNvPr>
          <p:cNvSpPr/>
          <p:nvPr/>
        </p:nvSpPr>
        <p:spPr>
          <a:xfrm>
            <a:off x="572830" y="1082801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9706927" y="64194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B1816-92F8-7DD5-0497-A51F36987512}"/>
              </a:ext>
            </a:extLst>
          </p:cNvPr>
          <p:cNvSpPr txBox="1"/>
          <p:nvPr/>
        </p:nvSpPr>
        <p:spPr>
          <a:xfrm>
            <a:off x="7186127" y="461138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4" name="Organigramme : Disque magnétique 31">
            <a:extLst>
              <a:ext uri="{FF2B5EF4-FFF2-40B4-BE49-F238E27FC236}">
                <a16:creationId xmlns:a16="http://schemas.microsoft.com/office/drawing/2014/main" id="{C2C0EA35-48B7-4AB7-EF60-B221308F749A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35671A-1039-2105-2A16-E26891BAB744}"/>
              </a:ext>
            </a:extLst>
          </p:cNvPr>
          <p:cNvSpPr txBox="1"/>
          <p:nvPr/>
        </p:nvSpPr>
        <p:spPr>
          <a:xfrm>
            <a:off x="5271639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426E2-5E54-F4DD-54A6-88EFBE5C2560}"/>
              </a:ext>
            </a:extLst>
          </p:cNvPr>
          <p:cNvSpPr txBox="1"/>
          <p:nvPr/>
        </p:nvSpPr>
        <p:spPr>
          <a:xfrm>
            <a:off x="9154844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93F58D-29E9-E26E-32AD-5E019F0E19FC}"/>
              </a:ext>
            </a:extLst>
          </p:cNvPr>
          <p:cNvSpPr txBox="1"/>
          <p:nvPr/>
        </p:nvSpPr>
        <p:spPr>
          <a:xfrm>
            <a:off x="9154844" y="461175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C08C0B-8026-0C15-4B7F-3E7AB8E46A56}"/>
              </a:ext>
            </a:extLst>
          </p:cNvPr>
          <p:cNvSpPr txBox="1"/>
          <p:nvPr/>
        </p:nvSpPr>
        <p:spPr>
          <a:xfrm>
            <a:off x="7186127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396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9654713" y="4526999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B1816-92F8-7DD5-0497-A51F36987512}"/>
              </a:ext>
            </a:extLst>
          </p:cNvPr>
          <p:cNvSpPr txBox="1"/>
          <p:nvPr/>
        </p:nvSpPr>
        <p:spPr>
          <a:xfrm>
            <a:off x="7186127" y="461138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35671A-1039-2105-2A16-E26891BAB744}"/>
              </a:ext>
            </a:extLst>
          </p:cNvPr>
          <p:cNvSpPr txBox="1"/>
          <p:nvPr/>
        </p:nvSpPr>
        <p:spPr>
          <a:xfrm>
            <a:off x="5271639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426E2-5E54-F4DD-54A6-88EFBE5C2560}"/>
              </a:ext>
            </a:extLst>
          </p:cNvPr>
          <p:cNvSpPr txBox="1"/>
          <p:nvPr/>
        </p:nvSpPr>
        <p:spPr>
          <a:xfrm>
            <a:off x="9154844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93F58D-29E9-E26E-32AD-5E019F0E19FC}"/>
              </a:ext>
            </a:extLst>
          </p:cNvPr>
          <p:cNvSpPr txBox="1"/>
          <p:nvPr/>
        </p:nvSpPr>
        <p:spPr>
          <a:xfrm>
            <a:off x="9154844" y="461175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Organigramme : Disque magnétique 31">
            <a:extLst>
              <a:ext uri="{FF2B5EF4-FFF2-40B4-BE49-F238E27FC236}">
                <a16:creationId xmlns:a16="http://schemas.microsoft.com/office/drawing/2014/main" id="{270B0BB5-0EDE-C6AE-13C5-8372FBDDC961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ACA8D8-D7A3-4CE8-65E5-4FEC15103A93}"/>
              </a:ext>
            </a:extLst>
          </p:cNvPr>
          <p:cNvSpPr txBox="1"/>
          <p:nvPr/>
        </p:nvSpPr>
        <p:spPr>
          <a:xfrm>
            <a:off x="7186127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501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rganigramme : Disque magnétique 31">
            <a:extLst>
              <a:ext uri="{FF2B5EF4-FFF2-40B4-BE49-F238E27FC236}">
                <a16:creationId xmlns:a16="http://schemas.microsoft.com/office/drawing/2014/main" id="{F3ADC245-79B6-618A-58C5-DE2BFCB50038}"/>
              </a:ext>
            </a:extLst>
          </p:cNvPr>
          <p:cNvSpPr/>
          <p:nvPr/>
        </p:nvSpPr>
        <p:spPr>
          <a:xfrm>
            <a:off x="572830" y="1071915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9654713" y="4526999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B1816-92F8-7DD5-0497-A51F36987512}"/>
              </a:ext>
            </a:extLst>
          </p:cNvPr>
          <p:cNvSpPr txBox="1"/>
          <p:nvPr/>
        </p:nvSpPr>
        <p:spPr>
          <a:xfrm>
            <a:off x="7186127" y="461138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35671A-1039-2105-2A16-E26891BAB744}"/>
              </a:ext>
            </a:extLst>
          </p:cNvPr>
          <p:cNvSpPr txBox="1"/>
          <p:nvPr/>
        </p:nvSpPr>
        <p:spPr>
          <a:xfrm>
            <a:off x="5271639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426E2-5E54-F4DD-54A6-88EFBE5C2560}"/>
              </a:ext>
            </a:extLst>
          </p:cNvPr>
          <p:cNvSpPr txBox="1"/>
          <p:nvPr/>
        </p:nvSpPr>
        <p:spPr>
          <a:xfrm>
            <a:off x="9154844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93F58D-29E9-E26E-32AD-5E019F0E19FC}"/>
              </a:ext>
            </a:extLst>
          </p:cNvPr>
          <p:cNvSpPr txBox="1"/>
          <p:nvPr/>
        </p:nvSpPr>
        <p:spPr>
          <a:xfrm>
            <a:off x="9154844" y="461175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2C20B2-4D1E-62B6-CFEF-CE2F45DEB564}"/>
              </a:ext>
            </a:extLst>
          </p:cNvPr>
          <p:cNvSpPr txBox="1"/>
          <p:nvPr/>
        </p:nvSpPr>
        <p:spPr>
          <a:xfrm>
            <a:off x="11052175" y="194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Organigramme : Disque magnétique 31">
            <a:extLst>
              <a:ext uri="{FF2B5EF4-FFF2-40B4-BE49-F238E27FC236}">
                <a16:creationId xmlns:a16="http://schemas.microsoft.com/office/drawing/2014/main" id="{2FAA411B-0C89-A738-B82A-FAD5F3CC4BED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14D955-9004-B8DA-B34E-1CDB462D3D5F}"/>
              </a:ext>
            </a:extLst>
          </p:cNvPr>
          <p:cNvSpPr txBox="1"/>
          <p:nvPr/>
        </p:nvSpPr>
        <p:spPr>
          <a:xfrm>
            <a:off x="7186127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781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7400926" y="1339351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B1816-92F8-7DD5-0497-A51F36987512}"/>
              </a:ext>
            </a:extLst>
          </p:cNvPr>
          <p:cNvSpPr txBox="1"/>
          <p:nvPr/>
        </p:nvSpPr>
        <p:spPr>
          <a:xfrm>
            <a:off x="7186127" y="461138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35671A-1039-2105-2A16-E26891BAB744}"/>
              </a:ext>
            </a:extLst>
          </p:cNvPr>
          <p:cNvSpPr txBox="1"/>
          <p:nvPr/>
        </p:nvSpPr>
        <p:spPr>
          <a:xfrm>
            <a:off x="5271639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426E2-5E54-F4DD-54A6-88EFBE5C2560}"/>
              </a:ext>
            </a:extLst>
          </p:cNvPr>
          <p:cNvSpPr txBox="1"/>
          <p:nvPr/>
        </p:nvSpPr>
        <p:spPr>
          <a:xfrm>
            <a:off x="9154844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93F58D-29E9-E26E-32AD-5E019F0E19FC}"/>
              </a:ext>
            </a:extLst>
          </p:cNvPr>
          <p:cNvSpPr txBox="1"/>
          <p:nvPr/>
        </p:nvSpPr>
        <p:spPr>
          <a:xfrm>
            <a:off x="9154844" y="461175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2C20B2-4D1E-62B6-CFEF-CE2F45DEB564}"/>
              </a:ext>
            </a:extLst>
          </p:cNvPr>
          <p:cNvSpPr txBox="1"/>
          <p:nvPr/>
        </p:nvSpPr>
        <p:spPr>
          <a:xfrm>
            <a:off x="11052175" y="194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Organigramme : Disque magnétique 31">
            <a:extLst>
              <a:ext uri="{FF2B5EF4-FFF2-40B4-BE49-F238E27FC236}">
                <a16:creationId xmlns:a16="http://schemas.microsoft.com/office/drawing/2014/main" id="{2FAA411B-0C89-A738-B82A-FAD5F3CC4BED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14D955-9004-B8DA-B34E-1CDB462D3D5F}"/>
              </a:ext>
            </a:extLst>
          </p:cNvPr>
          <p:cNvSpPr txBox="1"/>
          <p:nvPr/>
        </p:nvSpPr>
        <p:spPr>
          <a:xfrm>
            <a:off x="7186127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791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8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C9C36A8E-2F44-3377-8CCB-0ACF5094367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D5DDE3-E90E-34ED-0FFE-F2F4F7A48BBC}"/>
              </a:ext>
            </a:extLst>
          </p:cNvPr>
          <p:cNvSpPr/>
          <p:nvPr/>
        </p:nvSpPr>
        <p:spPr bwMode="auto">
          <a:xfrm>
            <a:off x="11532076" y="2902358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B1816-92F8-7DD5-0497-A51F36987512}"/>
              </a:ext>
            </a:extLst>
          </p:cNvPr>
          <p:cNvSpPr txBox="1"/>
          <p:nvPr/>
        </p:nvSpPr>
        <p:spPr>
          <a:xfrm>
            <a:off x="7186127" y="461138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35671A-1039-2105-2A16-E26891BAB744}"/>
              </a:ext>
            </a:extLst>
          </p:cNvPr>
          <p:cNvSpPr txBox="1"/>
          <p:nvPr/>
        </p:nvSpPr>
        <p:spPr>
          <a:xfrm>
            <a:off x="5271639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426E2-5E54-F4DD-54A6-88EFBE5C2560}"/>
              </a:ext>
            </a:extLst>
          </p:cNvPr>
          <p:cNvSpPr txBox="1"/>
          <p:nvPr/>
        </p:nvSpPr>
        <p:spPr>
          <a:xfrm>
            <a:off x="9154844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93F58D-29E9-E26E-32AD-5E019F0E19FC}"/>
              </a:ext>
            </a:extLst>
          </p:cNvPr>
          <p:cNvSpPr txBox="1"/>
          <p:nvPr/>
        </p:nvSpPr>
        <p:spPr>
          <a:xfrm>
            <a:off x="9154844" y="461175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2C20B2-4D1E-62B6-CFEF-CE2F45DEB564}"/>
              </a:ext>
            </a:extLst>
          </p:cNvPr>
          <p:cNvSpPr txBox="1"/>
          <p:nvPr/>
        </p:nvSpPr>
        <p:spPr>
          <a:xfrm>
            <a:off x="11052175" y="194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1E9065-97A4-E783-760C-2BAB7C5EE328}"/>
              </a:ext>
            </a:extLst>
          </p:cNvPr>
          <p:cNvSpPr txBox="1"/>
          <p:nvPr/>
        </p:nvSpPr>
        <p:spPr>
          <a:xfrm>
            <a:off x="7186127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832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10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8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6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8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B1816-92F8-7DD5-0497-A51F36987512}"/>
              </a:ext>
            </a:extLst>
          </p:cNvPr>
          <p:cNvSpPr txBox="1"/>
          <p:nvPr/>
        </p:nvSpPr>
        <p:spPr>
          <a:xfrm>
            <a:off x="7186127" y="461138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35671A-1039-2105-2A16-E26891BAB744}"/>
              </a:ext>
            </a:extLst>
          </p:cNvPr>
          <p:cNvSpPr txBox="1"/>
          <p:nvPr/>
        </p:nvSpPr>
        <p:spPr>
          <a:xfrm>
            <a:off x="5271639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426E2-5E54-F4DD-54A6-88EFBE5C2560}"/>
              </a:ext>
            </a:extLst>
          </p:cNvPr>
          <p:cNvSpPr txBox="1"/>
          <p:nvPr/>
        </p:nvSpPr>
        <p:spPr>
          <a:xfrm>
            <a:off x="9154844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93F58D-29E9-E26E-32AD-5E019F0E19FC}"/>
              </a:ext>
            </a:extLst>
          </p:cNvPr>
          <p:cNvSpPr txBox="1"/>
          <p:nvPr/>
        </p:nvSpPr>
        <p:spPr>
          <a:xfrm>
            <a:off x="9154844" y="461175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2C20B2-4D1E-62B6-CFEF-CE2F45DEB564}"/>
              </a:ext>
            </a:extLst>
          </p:cNvPr>
          <p:cNvSpPr txBox="1"/>
          <p:nvPr/>
        </p:nvSpPr>
        <p:spPr>
          <a:xfrm>
            <a:off x="11052175" y="194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0901F0-F751-B155-5E19-43F793B05390}"/>
              </a:ext>
            </a:extLst>
          </p:cNvPr>
          <p:cNvSpPr txBox="1"/>
          <p:nvPr/>
        </p:nvSpPr>
        <p:spPr>
          <a:xfrm>
            <a:off x="7186127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287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EDC85-CECC-9FAD-0B63-DEBD65DD2748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CB1816-92F8-7DD5-0497-A51F36987512}"/>
              </a:ext>
            </a:extLst>
          </p:cNvPr>
          <p:cNvSpPr txBox="1"/>
          <p:nvPr/>
        </p:nvSpPr>
        <p:spPr>
          <a:xfrm>
            <a:off x="7186127" y="461138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35671A-1039-2105-2A16-E26891BAB744}"/>
              </a:ext>
            </a:extLst>
          </p:cNvPr>
          <p:cNvSpPr txBox="1"/>
          <p:nvPr/>
        </p:nvSpPr>
        <p:spPr>
          <a:xfrm>
            <a:off x="5271639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7426E2-5E54-F4DD-54A6-88EFBE5C2560}"/>
              </a:ext>
            </a:extLst>
          </p:cNvPr>
          <p:cNvSpPr txBox="1"/>
          <p:nvPr/>
        </p:nvSpPr>
        <p:spPr>
          <a:xfrm>
            <a:off x="9154844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93F58D-29E9-E26E-32AD-5E019F0E19FC}"/>
              </a:ext>
            </a:extLst>
          </p:cNvPr>
          <p:cNvSpPr txBox="1"/>
          <p:nvPr/>
        </p:nvSpPr>
        <p:spPr>
          <a:xfrm>
            <a:off x="9154844" y="461175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2C20B2-4D1E-62B6-CFEF-CE2F45DEB564}"/>
              </a:ext>
            </a:extLst>
          </p:cNvPr>
          <p:cNvSpPr txBox="1"/>
          <p:nvPr/>
        </p:nvSpPr>
        <p:spPr>
          <a:xfrm>
            <a:off x="11052175" y="194442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65D41-0AFB-E9EE-96FF-C9F85811DE7E}"/>
              </a:ext>
            </a:extLst>
          </p:cNvPr>
          <p:cNvSpPr txBox="1"/>
          <p:nvPr/>
        </p:nvSpPr>
        <p:spPr>
          <a:xfrm>
            <a:off x="3902959" y="3793600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1DC48B-4C1E-F185-0275-60667832820A}"/>
              </a:ext>
            </a:extLst>
          </p:cNvPr>
          <p:cNvSpPr txBox="1"/>
          <p:nvPr/>
        </p:nvSpPr>
        <p:spPr>
          <a:xfrm>
            <a:off x="4674140" y="2851652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A7F16E-0919-A540-7AFA-405C805E809E}"/>
              </a:ext>
            </a:extLst>
          </p:cNvPr>
          <p:cNvSpPr txBox="1"/>
          <p:nvPr/>
        </p:nvSpPr>
        <p:spPr>
          <a:xfrm>
            <a:off x="6232956" y="3652025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DFEA18-164C-00FC-9BC0-B385FB164EDB}"/>
              </a:ext>
            </a:extLst>
          </p:cNvPr>
          <p:cNvSpPr txBox="1"/>
          <p:nvPr/>
        </p:nvSpPr>
        <p:spPr>
          <a:xfrm>
            <a:off x="8228741" y="3652025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E6E831-596A-CC27-9604-1EC1A169EE5F}"/>
              </a:ext>
            </a:extLst>
          </p:cNvPr>
          <p:cNvSpPr txBox="1"/>
          <p:nvPr/>
        </p:nvSpPr>
        <p:spPr>
          <a:xfrm>
            <a:off x="9891853" y="2870603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FF6FF9-4BDB-F83B-CEFB-50E04C81EBE7}"/>
              </a:ext>
            </a:extLst>
          </p:cNvPr>
          <p:cNvSpPr txBox="1"/>
          <p:nvPr/>
        </p:nvSpPr>
        <p:spPr>
          <a:xfrm>
            <a:off x="6247785" y="470895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87ADF8-AA43-F018-DA55-F84F1AB3C08F}"/>
              </a:ext>
            </a:extLst>
          </p:cNvPr>
          <p:cNvSpPr txBox="1"/>
          <p:nvPr/>
        </p:nvSpPr>
        <p:spPr>
          <a:xfrm>
            <a:off x="8249178" y="470895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A37223-3902-1464-B717-951BF16F98C4}"/>
              </a:ext>
            </a:extLst>
          </p:cNvPr>
          <p:cNvSpPr txBox="1"/>
          <p:nvPr/>
        </p:nvSpPr>
        <p:spPr>
          <a:xfrm>
            <a:off x="10430274" y="3777818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+6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ACE7EB-CC18-F8CC-2EE2-33EB8215810F}"/>
              </a:ext>
            </a:extLst>
          </p:cNvPr>
          <p:cNvSpPr txBox="1"/>
          <p:nvPr/>
        </p:nvSpPr>
        <p:spPr>
          <a:xfrm>
            <a:off x="7186127" y="296747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251413"/>
      </p:ext>
    </p:extLst>
  </p:cSld>
  <p:clrMapOvr>
    <a:masterClrMapping/>
  </p:clrMapOvr>
  <p:transition>
    <p:fade/>
  </p:transition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09604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C1367A4C-F295-2A32-2DD5-EE2B99BDA5EA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24234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3091719" y="2528099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8155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3091719" y="2528099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Organigramme : Disque magnétique 31">
            <a:extLst>
              <a:ext uri="{FF2B5EF4-FFF2-40B4-BE49-F238E27FC236}">
                <a16:creationId xmlns:a16="http://schemas.microsoft.com/office/drawing/2014/main" id="{889897C8-0FF6-1956-E521-68363E7F7B03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494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5071812" y="4500245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664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5071812" y="4500245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1CE71077-2730-644F-167A-EE4048EDEDAE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5E985-A144-E76F-3783-9284538BEE35}"/>
              </a:ext>
            </a:extLst>
          </p:cNvPr>
          <p:cNvSpPr txBox="1"/>
          <p:nvPr/>
        </p:nvSpPr>
        <p:spPr>
          <a:xfrm>
            <a:off x="7186127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316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7054002" y="451512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5E985-A144-E76F-3783-9284538BEE35}"/>
              </a:ext>
            </a:extLst>
          </p:cNvPr>
          <p:cNvSpPr txBox="1"/>
          <p:nvPr/>
        </p:nvSpPr>
        <p:spPr>
          <a:xfrm>
            <a:off x="7186127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531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rganigramme : Disque magnétique 31">
            <a:extLst>
              <a:ext uri="{FF2B5EF4-FFF2-40B4-BE49-F238E27FC236}">
                <a16:creationId xmlns:a16="http://schemas.microsoft.com/office/drawing/2014/main" id="{7C9E7EB4-B0AB-BFBA-9FB9-21037598F765}"/>
              </a:ext>
            </a:extLst>
          </p:cNvPr>
          <p:cNvSpPr/>
          <p:nvPr/>
        </p:nvSpPr>
        <p:spPr>
          <a:xfrm>
            <a:off x="572830" y="1082801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7054002" y="4515126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5E985-A144-E76F-3783-9284538BEE35}"/>
              </a:ext>
            </a:extLst>
          </p:cNvPr>
          <p:cNvSpPr txBox="1"/>
          <p:nvPr/>
        </p:nvSpPr>
        <p:spPr>
          <a:xfrm>
            <a:off x="7186127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9F39E991-B4FA-5BDC-B8F7-955A7C176053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203A45-426A-F24E-1E95-AE75F5215418}"/>
              </a:ext>
            </a:extLst>
          </p:cNvPr>
          <p:cNvSpPr txBox="1"/>
          <p:nvPr/>
        </p:nvSpPr>
        <p:spPr>
          <a:xfrm>
            <a:off x="522498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14AA62-2417-8635-9421-8157F4F43C9A}"/>
              </a:ext>
            </a:extLst>
          </p:cNvPr>
          <p:cNvSpPr txBox="1"/>
          <p:nvPr/>
        </p:nvSpPr>
        <p:spPr>
          <a:xfrm>
            <a:off x="912622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937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5032407" y="69239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5E985-A144-E76F-3783-9284538BEE35}"/>
              </a:ext>
            </a:extLst>
          </p:cNvPr>
          <p:cNvSpPr txBox="1"/>
          <p:nvPr/>
        </p:nvSpPr>
        <p:spPr>
          <a:xfrm>
            <a:off x="7186127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9F39E991-B4FA-5BDC-B8F7-955A7C176053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203A45-426A-F24E-1E95-AE75F5215418}"/>
              </a:ext>
            </a:extLst>
          </p:cNvPr>
          <p:cNvSpPr txBox="1"/>
          <p:nvPr/>
        </p:nvSpPr>
        <p:spPr>
          <a:xfrm>
            <a:off x="522498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14AA62-2417-8635-9421-8157F4F43C9A}"/>
              </a:ext>
            </a:extLst>
          </p:cNvPr>
          <p:cNvSpPr txBox="1"/>
          <p:nvPr/>
        </p:nvSpPr>
        <p:spPr>
          <a:xfrm>
            <a:off x="912622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999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9732148" y="626963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5E985-A144-E76F-3783-9284538BEE35}"/>
              </a:ext>
            </a:extLst>
          </p:cNvPr>
          <p:cNvSpPr txBox="1"/>
          <p:nvPr/>
        </p:nvSpPr>
        <p:spPr>
          <a:xfrm>
            <a:off x="7186127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203A45-426A-F24E-1E95-AE75F5215418}"/>
              </a:ext>
            </a:extLst>
          </p:cNvPr>
          <p:cNvSpPr txBox="1"/>
          <p:nvPr/>
        </p:nvSpPr>
        <p:spPr>
          <a:xfrm>
            <a:off x="522498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14AA62-2417-8635-9421-8157F4F43C9A}"/>
              </a:ext>
            </a:extLst>
          </p:cNvPr>
          <p:cNvSpPr txBox="1"/>
          <p:nvPr/>
        </p:nvSpPr>
        <p:spPr>
          <a:xfrm>
            <a:off x="912622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911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rganigramme : Disque magnétique 31">
            <a:extLst>
              <a:ext uri="{FF2B5EF4-FFF2-40B4-BE49-F238E27FC236}">
                <a16:creationId xmlns:a16="http://schemas.microsoft.com/office/drawing/2014/main" id="{98438206-39BE-33EB-D6EF-962CD87DBF60}"/>
              </a:ext>
            </a:extLst>
          </p:cNvPr>
          <p:cNvSpPr/>
          <p:nvPr/>
        </p:nvSpPr>
        <p:spPr>
          <a:xfrm>
            <a:off x="572830" y="1082801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9732148" y="626963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5E985-A144-E76F-3783-9284538BEE35}"/>
              </a:ext>
            </a:extLst>
          </p:cNvPr>
          <p:cNvSpPr txBox="1"/>
          <p:nvPr/>
        </p:nvSpPr>
        <p:spPr>
          <a:xfrm>
            <a:off x="7186127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203A45-426A-F24E-1E95-AE75F5215418}"/>
              </a:ext>
            </a:extLst>
          </p:cNvPr>
          <p:cNvSpPr txBox="1"/>
          <p:nvPr/>
        </p:nvSpPr>
        <p:spPr>
          <a:xfrm>
            <a:off x="522498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14AA62-2417-8635-9421-8157F4F43C9A}"/>
              </a:ext>
            </a:extLst>
          </p:cNvPr>
          <p:cNvSpPr txBox="1"/>
          <p:nvPr/>
        </p:nvSpPr>
        <p:spPr>
          <a:xfrm>
            <a:off x="912622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731B91E7-A3FC-C830-81AF-C73CCAFA657A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4075EC-DCED-A1B8-5924-DB8124D1D870}"/>
              </a:ext>
            </a:extLst>
          </p:cNvPr>
          <p:cNvSpPr txBox="1"/>
          <p:nvPr/>
        </p:nvSpPr>
        <p:spPr>
          <a:xfrm>
            <a:off x="7186127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719527-F95A-E18A-1FD7-F74997497EAC}"/>
              </a:ext>
            </a:extLst>
          </p:cNvPr>
          <p:cNvSpPr txBox="1"/>
          <p:nvPr/>
        </p:nvSpPr>
        <p:spPr>
          <a:xfrm>
            <a:off x="9126226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279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7427789" y="1356457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5E985-A144-E76F-3783-9284538BEE35}"/>
              </a:ext>
            </a:extLst>
          </p:cNvPr>
          <p:cNvSpPr txBox="1"/>
          <p:nvPr/>
        </p:nvSpPr>
        <p:spPr>
          <a:xfrm>
            <a:off x="7186127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203A45-426A-F24E-1E95-AE75F5215418}"/>
              </a:ext>
            </a:extLst>
          </p:cNvPr>
          <p:cNvSpPr txBox="1"/>
          <p:nvPr/>
        </p:nvSpPr>
        <p:spPr>
          <a:xfrm>
            <a:off x="522498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14AA62-2417-8635-9421-8157F4F43C9A}"/>
              </a:ext>
            </a:extLst>
          </p:cNvPr>
          <p:cNvSpPr txBox="1"/>
          <p:nvPr/>
        </p:nvSpPr>
        <p:spPr>
          <a:xfrm>
            <a:off x="912622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731B91E7-A3FC-C830-81AF-C73CCAFA657A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4075EC-DCED-A1B8-5924-DB8124D1D870}"/>
              </a:ext>
            </a:extLst>
          </p:cNvPr>
          <p:cNvSpPr txBox="1"/>
          <p:nvPr/>
        </p:nvSpPr>
        <p:spPr>
          <a:xfrm>
            <a:off x="7186127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719527-F95A-E18A-1FD7-F74997497EAC}"/>
              </a:ext>
            </a:extLst>
          </p:cNvPr>
          <p:cNvSpPr txBox="1"/>
          <p:nvPr/>
        </p:nvSpPr>
        <p:spPr>
          <a:xfrm>
            <a:off x="9126226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81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9670087" y="452916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5E985-A144-E76F-3783-9284538BEE35}"/>
              </a:ext>
            </a:extLst>
          </p:cNvPr>
          <p:cNvSpPr txBox="1"/>
          <p:nvPr/>
        </p:nvSpPr>
        <p:spPr>
          <a:xfrm>
            <a:off x="7186127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203A45-426A-F24E-1E95-AE75F5215418}"/>
              </a:ext>
            </a:extLst>
          </p:cNvPr>
          <p:cNvSpPr txBox="1"/>
          <p:nvPr/>
        </p:nvSpPr>
        <p:spPr>
          <a:xfrm>
            <a:off x="522498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14AA62-2417-8635-9421-8157F4F43C9A}"/>
              </a:ext>
            </a:extLst>
          </p:cNvPr>
          <p:cNvSpPr txBox="1"/>
          <p:nvPr/>
        </p:nvSpPr>
        <p:spPr>
          <a:xfrm>
            <a:off x="912622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4075EC-DCED-A1B8-5924-DB8124D1D870}"/>
              </a:ext>
            </a:extLst>
          </p:cNvPr>
          <p:cNvSpPr txBox="1"/>
          <p:nvPr/>
        </p:nvSpPr>
        <p:spPr>
          <a:xfrm>
            <a:off x="7186127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719527-F95A-E18A-1FD7-F74997497EAC}"/>
              </a:ext>
            </a:extLst>
          </p:cNvPr>
          <p:cNvSpPr txBox="1"/>
          <p:nvPr/>
        </p:nvSpPr>
        <p:spPr>
          <a:xfrm>
            <a:off x="9126226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795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F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9670087" y="452916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5E985-A144-E76F-3783-9284538BEE35}"/>
              </a:ext>
            </a:extLst>
          </p:cNvPr>
          <p:cNvSpPr txBox="1"/>
          <p:nvPr/>
        </p:nvSpPr>
        <p:spPr>
          <a:xfrm>
            <a:off x="7186127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203A45-426A-F24E-1E95-AE75F5215418}"/>
              </a:ext>
            </a:extLst>
          </p:cNvPr>
          <p:cNvSpPr txBox="1"/>
          <p:nvPr/>
        </p:nvSpPr>
        <p:spPr>
          <a:xfrm>
            <a:off x="522498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14AA62-2417-8635-9421-8157F4F43C9A}"/>
              </a:ext>
            </a:extLst>
          </p:cNvPr>
          <p:cNvSpPr txBox="1"/>
          <p:nvPr/>
        </p:nvSpPr>
        <p:spPr>
          <a:xfrm>
            <a:off x="912622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4075EC-DCED-A1B8-5924-DB8124D1D870}"/>
              </a:ext>
            </a:extLst>
          </p:cNvPr>
          <p:cNvSpPr txBox="1"/>
          <p:nvPr/>
        </p:nvSpPr>
        <p:spPr>
          <a:xfrm>
            <a:off x="7186127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719527-F95A-E18A-1FD7-F74997497EAC}"/>
              </a:ext>
            </a:extLst>
          </p:cNvPr>
          <p:cNvSpPr txBox="1"/>
          <p:nvPr/>
        </p:nvSpPr>
        <p:spPr>
          <a:xfrm>
            <a:off x="9126226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Organigramme : Disque magnétique 31">
            <a:extLst>
              <a:ext uri="{FF2B5EF4-FFF2-40B4-BE49-F238E27FC236}">
                <a16:creationId xmlns:a16="http://schemas.microsoft.com/office/drawing/2014/main" id="{01556E60-2045-5D12-627C-910E2A84052C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F88B53-ACA3-0B93-1AE9-CD2343C592FE}"/>
              </a:ext>
            </a:extLst>
          </p:cNvPr>
          <p:cNvSpPr txBox="1"/>
          <p:nvPr/>
        </p:nvSpPr>
        <p:spPr>
          <a:xfrm>
            <a:off x="11038316" y="19313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02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6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35D2EEBB-8D35-944C-038A-8BF17BCFB4EC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69F6F8-3032-A9F7-52AF-7C2CADF60119}"/>
              </a:ext>
            </a:extLst>
          </p:cNvPr>
          <p:cNvSpPr/>
          <p:nvPr/>
        </p:nvSpPr>
        <p:spPr bwMode="auto">
          <a:xfrm>
            <a:off x="11514344" y="2940362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5E985-A144-E76F-3783-9284538BEE35}"/>
              </a:ext>
            </a:extLst>
          </p:cNvPr>
          <p:cNvSpPr txBox="1"/>
          <p:nvPr/>
        </p:nvSpPr>
        <p:spPr>
          <a:xfrm>
            <a:off x="7186127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203A45-426A-F24E-1E95-AE75F5215418}"/>
              </a:ext>
            </a:extLst>
          </p:cNvPr>
          <p:cNvSpPr txBox="1"/>
          <p:nvPr/>
        </p:nvSpPr>
        <p:spPr>
          <a:xfrm>
            <a:off x="522498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14AA62-2417-8635-9421-8157F4F43C9A}"/>
              </a:ext>
            </a:extLst>
          </p:cNvPr>
          <p:cNvSpPr txBox="1"/>
          <p:nvPr/>
        </p:nvSpPr>
        <p:spPr>
          <a:xfrm>
            <a:off x="912622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4075EC-DCED-A1B8-5924-DB8124D1D870}"/>
              </a:ext>
            </a:extLst>
          </p:cNvPr>
          <p:cNvSpPr txBox="1"/>
          <p:nvPr/>
        </p:nvSpPr>
        <p:spPr>
          <a:xfrm>
            <a:off x="7186127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719527-F95A-E18A-1FD7-F74997497EAC}"/>
              </a:ext>
            </a:extLst>
          </p:cNvPr>
          <p:cNvSpPr txBox="1"/>
          <p:nvPr/>
        </p:nvSpPr>
        <p:spPr>
          <a:xfrm>
            <a:off x="9126226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F88B53-ACA3-0B93-1AE9-CD2343C592FE}"/>
              </a:ext>
            </a:extLst>
          </p:cNvPr>
          <p:cNvSpPr txBox="1"/>
          <p:nvPr/>
        </p:nvSpPr>
        <p:spPr>
          <a:xfrm>
            <a:off x="11038316" y="19313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194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00EFD1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00EFD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4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2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6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2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00EFD1"/>
                </a:solidFill>
              </a:rPr>
              <a:t>2</a:t>
            </a:r>
            <a:endParaRPr lang="en-US" sz="2000" dirty="0">
              <a:solidFill>
                <a:srgbClr val="00EFD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572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5E985-A144-E76F-3783-9284538BEE35}"/>
              </a:ext>
            </a:extLst>
          </p:cNvPr>
          <p:cNvSpPr txBox="1"/>
          <p:nvPr/>
        </p:nvSpPr>
        <p:spPr>
          <a:xfrm>
            <a:off x="7186127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203A45-426A-F24E-1E95-AE75F5215418}"/>
              </a:ext>
            </a:extLst>
          </p:cNvPr>
          <p:cNvSpPr txBox="1"/>
          <p:nvPr/>
        </p:nvSpPr>
        <p:spPr>
          <a:xfrm>
            <a:off x="522498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14AA62-2417-8635-9421-8157F4F43C9A}"/>
              </a:ext>
            </a:extLst>
          </p:cNvPr>
          <p:cNvSpPr txBox="1"/>
          <p:nvPr/>
        </p:nvSpPr>
        <p:spPr>
          <a:xfrm>
            <a:off x="912622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4075EC-DCED-A1B8-5924-DB8124D1D870}"/>
              </a:ext>
            </a:extLst>
          </p:cNvPr>
          <p:cNvSpPr txBox="1"/>
          <p:nvPr/>
        </p:nvSpPr>
        <p:spPr>
          <a:xfrm>
            <a:off x="7186127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719527-F95A-E18A-1FD7-F74997497EAC}"/>
              </a:ext>
            </a:extLst>
          </p:cNvPr>
          <p:cNvSpPr txBox="1"/>
          <p:nvPr/>
        </p:nvSpPr>
        <p:spPr>
          <a:xfrm>
            <a:off x="9126226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F88B53-ACA3-0B93-1AE9-CD2343C592FE}"/>
              </a:ext>
            </a:extLst>
          </p:cNvPr>
          <p:cNvSpPr txBox="1"/>
          <p:nvPr/>
        </p:nvSpPr>
        <p:spPr>
          <a:xfrm>
            <a:off x="11038316" y="19313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66D6E-2B2D-2ECC-CBAA-2F86115C4F70}"/>
              </a:ext>
            </a:extLst>
          </p:cNvPr>
          <p:cNvSpPr txBox="1"/>
          <p:nvPr/>
        </p:nvSpPr>
        <p:spPr>
          <a:xfrm>
            <a:off x="7455079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sBDEFt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35462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90082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4FF62-A86C-47B7-CA7B-36AFECB7638D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95E985-A144-E76F-3783-9284538BEE35}"/>
              </a:ext>
            </a:extLst>
          </p:cNvPr>
          <p:cNvSpPr txBox="1"/>
          <p:nvPr/>
        </p:nvSpPr>
        <p:spPr>
          <a:xfrm>
            <a:off x="7186127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B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203A45-426A-F24E-1E95-AE75F5215418}"/>
              </a:ext>
            </a:extLst>
          </p:cNvPr>
          <p:cNvSpPr txBox="1"/>
          <p:nvPr/>
        </p:nvSpPr>
        <p:spPr>
          <a:xfrm>
            <a:off x="522498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14AA62-2417-8635-9421-8157F4F43C9A}"/>
              </a:ext>
            </a:extLst>
          </p:cNvPr>
          <p:cNvSpPr txBox="1"/>
          <p:nvPr/>
        </p:nvSpPr>
        <p:spPr>
          <a:xfrm>
            <a:off x="9126226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D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4075EC-DCED-A1B8-5924-DB8124D1D870}"/>
              </a:ext>
            </a:extLst>
          </p:cNvPr>
          <p:cNvSpPr txBox="1"/>
          <p:nvPr/>
        </p:nvSpPr>
        <p:spPr>
          <a:xfrm>
            <a:off x="7186127" y="29903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719527-F95A-E18A-1FD7-F74997497EAC}"/>
              </a:ext>
            </a:extLst>
          </p:cNvPr>
          <p:cNvSpPr txBox="1"/>
          <p:nvPr/>
        </p:nvSpPr>
        <p:spPr>
          <a:xfrm>
            <a:off x="9126226" y="4620898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E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F88B53-ACA3-0B93-1AE9-CD2343C592FE}"/>
              </a:ext>
            </a:extLst>
          </p:cNvPr>
          <p:cNvSpPr txBox="1"/>
          <p:nvPr/>
        </p:nvSpPr>
        <p:spPr>
          <a:xfrm>
            <a:off x="11038316" y="1931366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F</a:t>
            </a:r>
            <a:endParaRPr lang="en-US" sz="2400" dirty="0">
              <a:solidFill>
                <a:srgbClr val="EC5E6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66D6E-2B2D-2ECC-CBAA-2F86115C4F70}"/>
              </a:ext>
            </a:extLst>
          </p:cNvPr>
          <p:cNvSpPr txBox="1"/>
          <p:nvPr/>
        </p:nvSpPr>
        <p:spPr>
          <a:xfrm>
            <a:off x="7455079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sBDEFt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287E51-B4BE-543D-CD50-42826D8EBFD5}"/>
              </a:ext>
            </a:extLst>
          </p:cNvPr>
          <p:cNvSpPr txBox="1"/>
          <p:nvPr/>
        </p:nvSpPr>
        <p:spPr>
          <a:xfrm>
            <a:off x="3902959" y="3793600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9521E3-1CDE-EC75-ED32-BB88932C09A6}"/>
              </a:ext>
            </a:extLst>
          </p:cNvPr>
          <p:cNvSpPr txBox="1"/>
          <p:nvPr/>
        </p:nvSpPr>
        <p:spPr>
          <a:xfrm>
            <a:off x="4674140" y="2851652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0BAA71-3009-3647-D111-7C045D583D93}"/>
              </a:ext>
            </a:extLst>
          </p:cNvPr>
          <p:cNvSpPr txBox="1"/>
          <p:nvPr/>
        </p:nvSpPr>
        <p:spPr>
          <a:xfrm>
            <a:off x="6227209" y="4707675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BEEED2-736E-7617-A0E6-C13C97F29C42}"/>
              </a:ext>
            </a:extLst>
          </p:cNvPr>
          <p:cNvSpPr txBox="1"/>
          <p:nvPr/>
        </p:nvSpPr>
        <p:spPr>
          <a:xfrm>
            <a:off x="7783557" y="2155179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6B2A3D-0617-16B9-732C-ABBDBF343E61}"/>
              </a:ext>
            </a:extLst>
          </p:cNvPr>
          <p:cNvSpPr txBox="1"/>
          <p:nvPr/>
        </p:nvSpPr>
        <p:spPr>
          <a:xfrm>
            <a:off x="9651258" y="2542690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D72A24-06CA-BD0C-2DB7-2B3DD4A65B54}"/>
              </a:ext>
            </a:extLst>
          </p:cNvPr>
          <p:cNvSpPr txBox="1"/>
          <p:nvPr/>
        </p:nvSpPr>
        <p:spPr>
          <a:xfrm>
            <a:off x="10345499" y="3803020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+2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9C8F3E-A2D7-5D27-3EDC-57090E451C9F}"/>
              </a:ext>
            </a:extLst>
          </p:cNvPr>
          <p:cNvSpPr txBox="1"/>
          <p:nvPr/>
        </p:nvSpPr>
        <p:spPr>
          <a:xfrm>
            <a:off x="6235314" y="3638244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4B6730-6F17-2E70-0D58-DCBA36843125}"/>
              </a:ext>
            </a:extLst>
          </p:cNvPr>
          <p:cNvSpPr txBox="1"/>
          <p:nvPr/>
        </p:nvSpPr>
        <p:spPr>
          <a:xfrm>
            <a:off x="8583923" y="2678755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4D3EAF-A10F-1CCB-4F47-155717C0954E}"/>
              </a:ext>
            </a:extLst>
          </p:cNvPr>
          <p:cNvSpPr txBox="1"/>
          <p:nvPr/>
        </p:nvSpPr>
        <p:spPr>
          <a:xfrm>
            <a:off x="8747812" y="3293124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D17D8E-74B5-FE07-B0CA-1B4DA5871D64}"/>
              </a:ext>
            </a:extLst>
          </p:cNvPr>
          <p:cNvSpPr txBox="1"/>
          <p:nvPr/>
        </p:nvSpPr>
        <p:spPr>
          <a:xfrm>
            <a:off x="10034187" y="2944344"/>
            <a:ext cx="509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>
                <a:solidFill>
                  <a:srgbClr val="00EFD1"/>
                </a:solidFill>
              </a:rPr>
              <a:t>-2</a:t>
            </a:r>
            <a:endParaRPr lang="en-US" sz="1200" dirty="0">
              <a:solidFill>
                <a:srgbClr val="00EF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379840"/>
      </p:ext>
    </p:extLst>
  </p:cSld>
  <p:clrMapOvr>
    <a:masterClrMapping/>
  </p:clrMapOvr>
  <p:transition>
    <p:fade/>
  </p:transition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90082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66D6E-2B2D-2ECC-CBAA-2F86115C4F70}"/>
              </a:ext>
            </a:extLst>
          </p:cNvPr>
          <p:cNvSpPr txBox="1"/>
          <p:nvPr/>
        </p:nvSpPr>
        <p:spPr>
          <a:xfrm>
            <a:off x="7455079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sBDEFt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50" name="Organigramme : Disque magnétique 31">
            <a:extLst>
              <a:ext uri="{FF2B5EF4-FFF2-40B4-BE49-F238E27FC236}">
                <a16:creationId xmlns:a16="http://schemas.microsoft.com/office/drawing/2014/main" id="{62EC5285-D95F-ED9C-B1CD-13FB24E50F44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229722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90082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66D6E-2B2D-2ECC-CBAA-2F86115C4F70}"/>
              </a:ext>
            </a:extLst>
          </p:cNvPr>
          <p:cNvSpPr txBox="1"/>
          <p:nvPr/>
        </p:nvSpPr>
        <p:spPr>
          <a:xfrm>
            <a:off x="7455079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sBDEFt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56022311-8B42-DE4A-DF5C-1877A11970E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77088A-ACA2-E402-A1C3-0E51F9B69A17}"/>
              </a:ext>
            </a:extLst>
          </p:cNvPr>
          <p:cNvSpPr/>
          <p:nvPr/>
        </p:nvSpPr>
        <p:spPr bwMode="auto">
          <a:xfrm>
            <a:off x="3077684" y="252651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71594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90082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66D6E-2B2D-2ECC-CBAA-2F86115C4F70}"/>
              </a:ext>
            </a:extLst>
          </p:cNvPr>
          <p:cNvSpPr txBox="1"/>
          <p:nvPr/>
        </p:nvSpPr>
        <p:spPr>
          <a:xfrm>
            <a:off x="7455079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sBDEFt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56022311-8B42-DE4A-DF5C-1877A11970E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77088A-ACA2-E402-A1C3-0E51F9B69A17}"/>
              </a:ext>
            </a:extLst>
          </p:cNvPr>
          <p:cNvSpPr/>
          <p:nvPr/>
        </p:nvSpPr>
        <p:spPr bwMode="auto">
          <a:xfrm>
            <a:off x="3077684" y="2526514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6" name="Organigramme : Disque magnétique 31">
            <a:extLst>
              <a:ext uri="{FF2B5EF4-FFF2-40B4-BE49-F238E27FC236}">
                <a16:creationId xmlns:a16="http://schemas.microsoft.com/office/drawing/2014/main" id="{66FF14FA-93F2-A0D4-82E5-B7552C83BE60}"/>
              </a:ext>
            </a:extLst>
          </p:cNvPr>
          <p:cNvSpPr/>
          <p:nvPr/>
        </p:nvSpPr>
        <p:spPr>
          <a:xfrm>
            <a:off x="572830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F63918-A934-BE03-901F-2BF27AB3E6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038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50820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5572279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7557482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5576638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7566516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3370556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11040673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5254692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720561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720561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5254692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915653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915653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3885560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5826268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3885560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5826268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7777191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9391525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9617276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9617276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7777191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5826268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7777190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9494472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5826268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7777190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9693092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9690289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3762756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3765053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4529520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4529520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624199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8237930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8974052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8489373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9915028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9915028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624199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8237930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6416976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408570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6264497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8237929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10417916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10390082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8237928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6241989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5990545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7962002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4109708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9455484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D533C-38C7-84CB-BB1D-FBDD06F8BA6F}"/>
              </a:ext>
            </a:extLst>
          </p:cNvPr>
          <p:cNvSpPr txBox="1"/>
          <p:nvPr/>
        </p:nvSpPr>
        <p:spPr>
          <a:xfrm>
            <a:off x="282537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queue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6AC5F-FE51-98D5-7EBE-F12F65A4E392}"/>
              </a:ext>
            </a:extLst>
          </p:cNvPr>
          <p:cNvSpPr txBox="1"/>
          <p:nvPr/>
        </p:nvSpPr>
        <p:spPr>
          <a:xfrm>
            <a:off x="1731964" y="197933"/>
            <a:ext cx="163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/>
              <a:t>vertex</a:t>
            </a:r>
            <a:endParaRPr lang="en-US" sz="2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050015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083390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3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096174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072515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3929404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sACEt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7478852" y="550879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sADEt</a:t>
            </a:r>
            <a:r>
              <a:rPr lang="fr-FR" sz="2800"/>
              <a:t> </a:t>
            </a:r>
            <a:r>
              <a:rPr lang="fr-FR"/>
              <a:t>(bottleneck = 4)</a:t>
            </a:r>
            <a:endParaRPr lang="en-US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82537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sADFt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3942133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sBDFt</a:t>
            </a:r>
            <a:r>
              <a:rPr lang="fr-FR" sz="2800"/>
              <a:t> </a:t>
            </a:r>
            <a:r>
              <a:rPr lang="fr-FR"/>
              <a:t>(bottleneck = 6)</a:t>
            </a:r>
            <a:endParaRPr lang="en-U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66D6E-2B2D-2ECC-CBAA-2F86115C4F70}"/>
              </a:ext>
            </a:extLst>
          </p:cNvPr>
          <p:cNvSpPr txBox="1"/>
          <p:nvPr/>
        </p:nvSpPr>
        <p:spPr>
          <a:xfrm>
            <a:off x="7455079" y="61368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>
                <a:solidFill>
                  <a:srgbClr val="00EFD1"/>
                </a:solidFill>
              </a:rPr>
              <a:t>sBDEFt</a:t>
            </a:r>
            <a:r>
              <a:rPr lang="fr-FR" sz="2800"/>
              <a:t> </a:t>
            </a:r>
            <a:r>
              <a:rPr lang="fr-FR"/>
              <a:t>(bottleneck = 2)</a:t>
            </a:r>
            <a:endParaRPr lang="en-US" sz="2800" dirty="0"/>
          </a:p>
        </p:txBody>
      </p:sp>
      <p:sp>
        <p:nvSpPr>
          <p:cNvPr id="7" name="Organigramme : Disque magnétique 31">
            <a:extLst>
              <a:ext uri="{FF2B5EF4-FFF2-40B4-BE49-F238E27FC236}">
                <a16:creationId xmlns:a16="http://schemas.microsoft.com/office/drawing/2014/main" id="{56022311-8B42-DE4A-DF5C-1877A11970E8}"/>
              </a:ext>
            </a:extLst>
          </p:cNvPr>
          <p:cNvSpPr/>
          <p:nvPr/>
        </p:nvSpPr>
        <p:spPr>
          <a:xfrm>
            <a:off x="2022256" y="676613"/>
            <a:ext cx="1058007" cy="601538"/>
          </a:xfrm>
          <a:prstGeom prst="flowChartMagneticDisk">
            <a:avLst/>
          </a:prstGeom>
          <a:solidFill>
            <a:srgbClr val="A5FDB9"/>
          </a:solidFill>
          <a:ln w="28575">
            <a:solidFill>
              <a:srgbClr val="00EF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77088A-ACA2-E402-A1C3-0E51F9B69A17}"/>
              </a:ext>
            </a:extLst>
          </p:cNvPr>
          <p:cNvSpPr/>
          <p:nvPr/>
        </p:nvSpPr>
        <p:spPr bwMode="auto">
          <a:xfrm>
            <a:off x="5049534" y="4451418"/>
            <a:ext cx="182880" cy="182880"/>
          </a:xfrm>
          <a:prstGeom prst="ellipse">
            <a:avLst/>
          </a:prstGeom>
          <a:solidFill>
            <a:srgbClr val="A5FDB9"/>
          </a:solidFill>
          <a:ln w="28575">
            <a:solidFill>
              <a:srgbClr val="A5FDB9"/>
            </a:solidFill>
          </a:ln>
          <a:effectLst>
            <a:glow rad="139700">
              <a:srgbClr val="A5FDB9">
                <a:alpha val="40000"/>
              </a:srgbClr>
            </a:glo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F63918-A934-BE03-901F-2BF27AB3E681}"/>
              </a:ext>
            </a:extLst>
          </p:cNvPr>
          <p:cNvSpPr txBox="1"/>
          <p:nvPr/>
        </p:nvSpPr>
        <p:spPr>
          <a:xfrm>
            <a:off x="5239840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830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572538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9B7CD42-657A-8B80-F8D1-7A43D776E94F}"/>
              </a:ext>
            </a:extLst>
          </p:cNvPr>
          <p:cNvCxnSpPr>
            <a:cxnSpLocks/>
          </p:cNvCxnSpPr>
          <p:nvPr/>
        </p:nvCxnSpPr>
        <p:spPr>
          <a:xfrm flipH="1" flipV="1">
            <a:off x="-6256864" y="1237493"/>
            <a:ext cx="1872328" cy="3028767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D3772C7-00D5-D51C-E20C-051CFFCA509A}"/>
              </a:ext>
            </a:extLst>
          </p:cNvPr>
          <p:cNvCxnSpPr>
            <a:cxnSpLocks/>
          </p:cNvCxnSpPr>
          <p:nvPr/>
        </p:nvCxnSpPr>
        <p:spPr>
          <a:xfrm flipH="1">
            <a:off x="-4271661" y="1016909"/>
            <a:ext cx="1770086" cy="30025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6F175-0652-F2E4-4192-2F7E587A7971}"/>
              </a:ext>
            </a:extLst>
          </p:cNvPr>
          <p:cNvCxnSpPr>
            <a:cxnSpLocks/>
          </p:cNvCxnSpPr>
          <p:nvPr/>
        </p:nvCxnSpPr>
        <p:spPr>
          <a:xfrm>
            <a:off x="-6252505" y="959292"/>
            <a:ext cx="1872328" cy="302876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2981E2-3998-55A6-7E8A-3EF001FCF053}"/>
              </a:ext>
            </a:extLst>
          </p:cNvPr>
          <p:cNvCxnSpPr>
            <a:cxnSpLocks/>
          </p:cNvCxnSpPr>
          <p:nvPr/>
        </p:nvCxnSpPr>
        <p:spPr>
          <a:xfrm flipV="1">
            <a:off x="-4262627" y="1263747"/>
            <a:ext cx="1770086" cy="30025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-8458587" y="2348870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s</a:t>
            </a:r>
            <a:endParaRPr lang="en-US" sz="2000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AFD8D6-67FA-2415-D44D-3466467B2531}"/>
              </a:ext>
            </a:extLst>
          </p:cNvPr>
          <p:cNvSpPr/>
          <p:nvPr/>
        </p:nvSpPr>
        <p:spPr bwMode="auto">
          <a:xfrm>
            <a:off x="-788470" y="2348870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t</a:t>
            </a:r>
            <a:endParaRPr lang="en-US" sz="20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-6574451" y="4006147"/>
            <a:ext cx="571577" cy="571577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B</a:t>
            </a:r>
            <a:endParaRPr lang="en-US" sz="20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-4623528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C</a:t>
            </a:r>
            <a:endParaRPr lang="en-US" sz="2000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4E55C9-E040-73B7-F27C-C44472F4AD9D}"/>
              </a:ext>
            </a:extLst>
          </p:cNvPr>
          <p:cNvSpPr/>
          <p:nvPr/>
        </p:nvSpPr>
        <p:spPr bwMode="auto">
          <a:xfrm>
            <a:off x="-4623528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D</a:t>
            </a:r>
            <a:endParaRPr lang="en-US" sz="20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-6574451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A</a:t>
            </a:r>
            <a:endParaRPr lang="en-US" sz="20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EF26E-1F23-7E83-E620-62C2C063241C}"/>
              </a:ext>
            </a:extLst>
          </p:cNvPr>
          <p:cNvSpPr/>
          <p:nvPr/>
        </p:nvSpPr>
        <p:spPr bwMode="auto">
          <a:xfrm>
            <a:off x="-2672605" y="4006147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F</a:t>
            </a:r>
            <a:endParaRPr lang="en-US" sz="2000"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8B1F41-9A0B-7344-0985-2A78F30FB50C}"/>
              </a:ext>
            </a:extLst>
          </p:cNvPr>
          <p:cNvSpPr/>
          <p:nvPr/>
        </p:nvSpPr>
        <p:spPr bwMode="auto">
          <a:xfrm>
            <a:off x="-2672605" y="691594"/>
            <a:ext cx="571577" cy="571577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000">
                <a:latin typeface="+mj-lt"/>
              </a:rPr>
              <a:t>E</a:t>
            </a:r>
            <a:endParaRPr lang="en-US" sz="2000">
              <a:latin typeface="+mj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A406F-EE16-290F-664F-0BA24EDB01DD}"/>
              </a:ext>
            </a:extLst>
          </p:cNvPr>
          <p:cNvCxnSpPr>
            <a:cxnSpLocks/>
          </p:cNvCxnSpPr>
          <p:nvPr/>
        </p:nvCxnSpPr>
        <p:spPr>
          <a:xfrm flipV="1">
            <a:off x="-7943583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B8E568-8FC2-CA29-0DDE-4B695D54ACAF}"/>
              </a:ext>
            </a:extLst>
          </p:cNvPr>
          <p:cNvCxnSpPr>
            <a:cxnSpLocks/>
          </p:cNvCxnSpPr>
          <p:nvPr/>
        </p:nvCxnSpPr>
        <p:spPr>
          <a:xfrm>
            <a:off x="-6002875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D34CC-EBE7-3ABB-BC9D-73E60EB30013}"/>
              </a:ext>
            </a:extLst>
          </p:cNvPr>
          <p:cNvCxnSpPr>
            <a:cxnSpLocks/>
          </p:cNvCxnSpPr>
          <p:nvPr/>
        </p:nvCxnSpPr>
        <p:spPr>
          <a:xfrm>
            <a:off x="-7943583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06E376-538F-0FE1-699E-1FC6D0F801B3}"/>
              </a:ext>
            </a:extLst>
          </p:cNvPr>
          <p:cNvCxnSpPr>
            <a:cxnSpLocks/>
          </p:cNvCxnSpPr>
          <p:nvPr/>
        </p:nvCxnSpPr>
        <p:spPr>
          <a:xfrm>
            <a:off x="-6002875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9AAB6FA-44D3-346C-382D-AECF6AF0AA02}"/>
              </a:ext>
            </a:extLst>
          </p:cNvPr>
          <p:cNvCxnSpPr>
            <a:cxnSpLocks/>
          </p:cNvCxnSpPr>
          <p:nvPr/>
        </p:nvCxnSpPr>
        <p:spPr>
          <a:xfrm>
            <a:off x="-4051952" y="994903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BA3FA0C-0956-82EE-A216-AE51F346F48A}"/>
              </a:ext>
            </a:extLst>
          </p:cNvPr>
          <p:cNvCxnSpPr>
            <a:cxnSpLocks/>
          </p:cNvCxnSpPr>
          <p:nvPr/>
        </p:nvCxnSpPr>
        <p:spPr>
          <a:xfrm>
            <a:off x="-2437618" y="1263170"/>
            <a:ext cx="0" cy="2742978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14F65C-973B-6B61-9E5D-E4384E6B030C}"/>
              </a:ext>
            </a:extLst>
          </p:cNvPr>
          <p:cNvCxnSpPr>
            <a:cxnSpLocks/>
          </p:cNvCxnSpPr>
          <p:nvPr/>
        </p:nvCxnSpPr>
        <p:spPr>
          <a:xfrm>
            <a:off x="-2211867" y="1206596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C919DE-A4EA-BD42-AAF0-6297D69F627F}"/>
              </a:ext>
            </a:extLst>
          </p:cNvPr>
          <p:cNvCxnSpPr>
            <a:cxnSpLocks/>
          </p:cNvCxnSpPr>
          <p:nvPr/>
        </p:nvCxnSpPr>
        <p:spPr>
          <a:xfrm flipV="1">
            <a:off x="-2211867" y="2809609"/>
            <a:ext cx="1479970" cy="1253113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977A2D-261E-009F-A23A-788F7D0BA4CA}"/>
              </a:ext>
            </a:extLst>
          </p:cNvPr>
          <p:cNvCxnSpPr>
            <a:cxnSpLocks/>
          </p:cNvCxnSpPr>
          <p:nvPr/>
        </p:nvCxnSpPr>
        <p:spPr>
          <a:xfrm>
            <a:off x="-4051952" y="4255759"/>
            <a:ext cx="1379346" cy="0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0B175E2-974B-8F3F-207B-B0FEE920E443}"/>
              </a:ext>
            </a:extLst>
          </p:cNvPr>
          <p:cNvCxnSpPr>
            <a:cxnSpLocks/>
          </p:cNvCxnSpPr>
          <p:nvPr/>
        </p:nvCxnSpPr>
        <p:spPr>
          <a:xfrm flipH="1">
            <a:off x="-6002875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B5920B-FD2E-B73E-DA44-3F1643F73670}"/>
              </a:ext>
            </a:extLst>
          </p:cNvPr>
          <p:cNvCxnSpPr>
            <a:cxnSpLocks/>
          </p:cNvCxnSpPr>
          <p:nvPr/>
        </p:nvCxnSpPr>
        <p:spPr>
          <a:xfrm flipH="1">
            <a:off x="-4051953" y="883111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908E6D9-DF1F-70FB-8DED-A351E3AE2E66}"/>
              </a:ext>
            </a:extLst>
          </p:cNvPr>
          <p:cNvCxnSpPr>
            <a:cxnSpLocks/>
          </p:cNvCxnSpPr>
          <p:nvPr/>
        </p:nvCxnSpPr>
        <p:spPr>
          <a:xfrm flipV="1">
            <a:off x="-2334671" y="1263170"/>
            <a:ext cx="0" cy="2742978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3A5501-5D7D-6882-863C-E4807F0F0EA8}"/>
              </a:ext>
            </a:extLst>
          </p:cNvPr>
          <p:cNvCxnSpPr>
            <a:cxnSpLocks/>
          </p:cNvCxnSpPr>
          <p:nvPr/>
        </p:nvCxnSpPr>
        <p:spPr>
          <a:xfrm flipH="1">
            <a:off x="-6002875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1CD268E-F99A-2E5E-A279-2A882A3D847A}"/>
              </a:ext>
            </a:extLst>
          </p:cNvPr>
          <p:cNvCxnSpPr>
            <a:cxnSpLocks/>
          </p:cNvCxnSpPr>
          <p:nvPr/>
        </p:nvCxnSpPr>
        <p:spPr>
          <a:xfrm flipH="1">
            <a:off x="-4051953" y="4365025"/>
            <a:ext cx="1379346" cy="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B613EC-8A56-B7CB-F0C8-D7C1508000C6}"/>
              </a:ext>
            </a:extLst>
          </p:cNvPr>
          <p:cNvCxnSpPr>
            <a:cxnSpLocks/>
          </p:cNvCxnSpPr>
          <p:nvPr/>
        </p:nvCxnSpPr>
        <p:spPr>
          <a:xfrm flipH="1">
            <a:off x="-2136051" y="29023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DF300A-2319-DD8D-4B75-24540A9CC177}"/>
              </a:ext>
            </a:extLst>
          </p:cNvPr>
          <p:cNvCxnSpPr>
            <a:cxnSpLocks/>
          </p:cNvCxnSpPr>
          <p:nvPr/>
        </p:nvCxnSpPr>
        <p:spPr>
          <a:xfrm flipH="1" flipV="1">
            <a:off x="-2138854" y="1095758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733533-9378-4438-A00A-1D4A6A9F2B4C}"/>
              </a:ext>
            </a:extLst>
          </p:cNvPr>
          <p:cNvCxnSpPr>
            <a:cxnSpLocks/>
          </p:cNvCxnSpPr>
          <p:nvPr/>
        </p:nvCxnSpPr>
        <p:spPr>
          <a:xfrm flipH="1" flipV="1">
            <a:off x="-8066387" y="2920447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8147CFB-9091-5EBC-73C6-FCA6B0A150F9}"/>
              </a:ext>
            </a:extLst>
          </p:cNvPr>
          <p:cNvCxnSpPr>
            <a:cxnSpLocks/>
          </p:cNvCxnSpPr>
          <p:nvPr/>
        </p:nvCxnSpPr>
        <p:spPr>
          <a:xfrm flipH="1">
            <a:off x="-8064090" y="1116143"/>
            <a:ext cx="1479970" cy="1253113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CD8F45C-78C5-D8A1-2BB3-EC10097ED49B}"/>
              </a:ext>
            </a:extLst>
          </p:cNvPr>
          <p:cNvSpPr txBox="1"/>
          <p:nvPr/>
        </p:nvSpPr>
        <p:spPr>
          <a:xfrm>
            <a:off x="-7299623" y="187553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6C90C1-0C3A-E640-D307-837C889853D1}"/>
              </a:ext>
            </a:extLst>
          </p:cNvPr>
          <p:cNvSpPr txBox="1"/>
          <p:nvPr/>
        </p:nvSpPr>
        <p:spPr>
          <a:xfrm>
            <a:off x="-7299623" y="306645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EABCB18-CE89-7E09-D044-941D1DCDFCB1}"/>
              </a:ext>
            </a:extLst>
          </p:cNvPr>
          <p:cNvSpPr txBox="1"/>
          <p:nvPr/>
        </p:nvSpPr>
        <p:spPr>
          <a:xfrm>
            <a:off x="-5587153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0E2C4-7DED-78BA-B2C7-7BFEAB117DD0}"/>
              </a:ext>
            </a:extLst>
          </p:cNvPr>
          <p:cNvSpPr txBox="1"/>
          <p:nvPr/>
        </p:nvSpPr>
        <p:spPr>
          <a:xfrm>
            <a:off x="-3591213" y="388133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96A57-ACAC-2E39-C115-1C6839C241A4}"/>
              </a:ext>
            </a:extLst>
          </p:cNvPr>
          <p:cNvSpPr txBox="1"/>
          <p:nvPr/>
        </p:nvSpPr>
        <p:spPr>
          <a:xfrm>
            <a:off x="-2855091" y="3148830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4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CD94D1-C81D-488F-93CF-14C6C2260B85}"/>
              </a:ext>
            </a:extLst>
          </p:cNvPr>
          <p:cNvSpPr txBox="1"/>
          <p:nvPr/>
        </p:nvSpPr>
        <p:spPr>
          <a:xfrm>
            <a:off x="-3339770" y="246565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C338A-A627-D466-891F-FD644AC17CBE}"/>
              </a:ext>
            </a:extLst>
          </p:cNvPr>
          <p:cNvSpPr txBox="1"/>
          <p:nvPr/>
        </p:nvSpPr>
        <p:spPr>
          <a:xfrm>
            <a:off x="-1914115" y="183315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DFE2D7-2A46-3AFF-B017-D8631D02FDEC}"/>
              </a:ext>
            </a:extLst>
          </p:cNvPr>
          <p:cNvSpPr txBox="1"/>
          <p:nvPr/>
        </p:nvSpPr>
        <p:spPr>
          <a:xfrm>
            <a:off x="-1914115" y="312324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C57288-E721-DBB5-F0D3-52BB1002AA49}"/>
              </a:ext>
            </a:extLst>
          </p:cNvPr>
          <p:cNvSpPr txBox="1"/>
          <p:nvPr/>
        </p:nvSpPr>
        <p:spPr>
          <a:xfrm>
            <a:off x="-5587153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1DAE3C-23C8-CC3B-8046-85A645DB7723}"/>
              </a:ext>
            </a:extLst>
          </p:cNvPr>
          <p:cNvSpPr txBox="1"/>
          <p:nvPr/>
        </p:nvSpPr>
        <p:spPr>
          <a:xfrm>
            <a:off x="-3591213" y="1032434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CE68CB-EB1C-3C94-0DED-8D599CED92F0}"/>
              </a:ext>
            </a:extLst>
          </p:cNvPr>
          <p:cNvSpPr txBox="1"/>
          <p:nvPr/>
        </p:nvSpPr>
        <p:spPr>
          <a:xfrm>
            <a:off x="-5412167" y="2192797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2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80AEF6-FAF7-3031-5EA8-611C6B184D9B}"/>
              </a:ext>
            </a:extLst>
          </p:cNvPr>
          <p:cNvSpPr txBox="1"/>
          <p:nvPr/>
        </p:nvSpPr>
        <p:spPr>
          <a:xfrm>
            <a:off x="-7743437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9C3AA-A735-EF95-2B39-2E36C04B76C5}"/>
              </a:ext>
            </a:extLst>
          </p:cNvPr>
          <p:cNvSpPr txBox="1"/>
          <p:nvPr/>
        </p:nvSpPr>
        <p:spPr>
          <a:xfrm>
            <a:off x="-5564646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240AAD-4A87-BB6E-4EE9-C745F46FFD85}"/>
              </a:ext>
            </a:extLst>
          </p:cNvPr>
          <p:cNvSpPr txBox="1"/>
          <p:nvPr/>
        </p:nvSpPr>
        <p:spPr>
          <a:xfrm>
            <a:off x="-3591214" y="510601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4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9AB2A7-1CA6-02C3-C7F1-6E24CEAB5929}"/>
              </a:ext>
            </a:extLst>
          </p:cNvPr>
          <p:cNvSpPr txBox="1"/>
          <p:nvPr/>
        </p:nvSpPr>
        <p:spPr>
          <a:xfrm>
            <a:off x="-1411227" y="14414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24943ED-EA8A-A312-CB68-7BEF35183D6A}"/>
              </a:ext>
            </a:extLst>
          </p:cNvPr>
          <p:cNvSpPr txBox="1"/>
          <p:nvPr/>
        </p:nvSpPr>
        <p:spPr>
          <a:xfrm>
            <a:off x="-1439061" y="3528913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331160B-7400-E6D9-F7E3-B612B2757C80}"/>
              </a:ext>
            </a:extLst>
          </p:cNvPr>
          <p:cNvSpPr txBox="1"/>
          <p:nvPr/>
        </p:nvSpPr>
        <p:spPr>
          <a:xfrm>
            <a:off x="-3591215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8AD1184-EB70-E974-599C-B75F74A74666}"/>
              </a:ext>
            </a:extLst>
          </p:cNvPr>
          <p:cNvSpPr txBox="1"/>
          <p:nvPr/>
        </p:nvSpPr>
        <p:spPr>
          <a:xfrm>
            <a:off x="-5587154" y="445267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3F549A-B19D-EF3F-6E45-E696C5AFFF1C}"/>
              </a:ext>
            </a:extLst>
          </p:cNvPr>
          <p:cNvSpPr txBox="1"/>
          <p:nvPr/>
        </p:nvSpPr>
        <p:spPr>
          <a:xfrm>
            <a:off x="-5838598" y="2586222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D54D076-AEC0-2239-F73A-91C87ED8128F}"/>
              </a:ext>
            </a:extLst>
          </p:cNvPr>
          <p:cNvSpPr txBox="1"/>
          <p:nvPr/>
        </p:nvSpPr>
        <p:spPr>
          <a:xfrm>
            <a:off x="-3867141" y="2279775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6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50BFA3-CF53-70F4-AC8A-CBB30F2EF7DC}"/>
              </a:ext>
            </a:extLst>
          </p:cNvPr>
          <p:cNvSpPr txBox="1"/>
          <p:nvPr/>
        </p:nvSpPr>
        <p:spPr>
          <a:xfrm>
            <a:off x="-7719435" y="3613218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8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40B7858-6425-B92E-90B3-3F859702DAC8}"/>
              </a:ext>
            </a:extLst>
          </p:cNvPr>
          <p:cNvSpPr txBox="1"/>
          <p:nvPr/>
        </p:nvSpPr>
        <p:spPr>
          <a:xfrm>
            <a:off x="-2373659" y="2668129"/>
            <a:ext cx="50288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2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8C2913-C434-5F4A-1548-060F4C11ECBE}"/>
              </a:ext>
            </a:extLst>
          </p:cNvPr>
          <p:cNvSpPr/>
          <p:nvPr/>
        </p:nvSpPr>
        <p:spPr bwMode="auto">
          <a:xfrm>
            <a:off x="12462309" y="5087566"/>
            <a:ext cx="420644" cy="420642"/>
          </a:xfrm>
          <a:prstGeom prst="ellipse">
            <a:avLst/>
          </a:prstGeom>
          <a:solidFill>
            <a:srgbClr val="EC5E6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7CB226-BA53-35DE-3F7F-F7DCA9D0DE67}"/>
              </a:ext>
            </a:extLst>
          </p:cNvPr>
          <p:cNvSpPr txBox="1"/>
          <p:nvPr/>
        </p:nvSpPr>
        <p:spPr>
          <a:xfrm>
            <a:off x="12796059" y="5087566"/>
            <a:ext cx="121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EC5E66"/>
                </a:solidFill>
              </a:rPr>
              <a:t>: visited</a:t>
            </a:r>
            <a:endParaRPr lang="en-US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/>
              <p:nvPr/>
            </p:nvSpPr>
            <p:spPr>
              <a:xfrm>
                <a:off x="12495283" y="4708958"/>
                <a:ext cx="4286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EC5E66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EC5E66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E51741-29E3-85E7-8DB8-8DE3F3344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5283" y="4708958"/>
                <a:ext cx="42861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551A1AD-E9C6-4D1C-4666-5B94D31F7D31}"/>
              </a:ext>
            </a:extLst>
          </p:cNvPr>
          <p:cNvSpPr txBox="1"/>
          <p:nvPr/>
        </p:nvSpPr>
        <p:spPr>
          <a:xfrm>
            <a:off x="12923899" y="4368710"/>
            <a:ext cx="65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/>
              <a:t>prev</a:t>
            </a:r>
            <a:endParaRPr lang="en-US" sz="14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8D4A41-373A-5039-9A89-137E1E374F6A}"/>
              </a:ext>
            </a:extLst>
          </p:cNvPr>
          <p:cNvSpPr/>
          <p:nvPr/>
        </p:nvSpPr>
        <p:spPr bwMode="auto">
          <a:xfrm>
            <a:off x="12687300" y="4565650"/>
            <a:ext cx="327025" cy="234950"/>
          </a:xfrm>
          <a:custGeom>
            <a:avLst/>
            <a:gdLst>
              <a:gd name="connsiteX0" fmla="*/ 327025 w 327025"/>
              <a:gd name="connsiteY0" fmla="*/ 0 h 234950"/>
              <a:gd name="connsiteX1" fmla="*/ 82550 w 327025"/>
              <a:gd name="connsiteY1" fmla="*/ 120650 h 234950"/>
              <a:gd name="connsiteX2" fmla="*/ 0 w 327025"/>
              <a:gd name="connsiteY2" fmla="*/ 2349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025" h="234950">
                <a:moveTo>
                  <a:pt x="327025" y="0"/>
                </a:moveTo>
                <a:cubicBezTo>
                  <a:pt x="232039" y="40746"/>
                  <a:pt x="137054" y="81492"/>
                  <a:pt x="82550" y="120650"/>
                </a:cubicBezTo>
                <a:cubicBezTo>
                  <a:pt x="28046" y="159808"/>
                  <a:pt x="14023" y="197379"/>
                  <a:pt x="0" y="234950"/>
                </a:cubicBezTo>
              </a:path>
            </a:pathLst>
          </a:custGeom>
          <a:noFill/>
          <a:ln w="12700">
            <a:solidFill>
              <a:schemeClr val="tx1"/>
            </a:solidFill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5D504-CF41-05B7-D5D7-A07F7FA1D951}"/>
              </a:ext>
            </a:extLst>
          </p:cNvPr>
          <p:cNvSpPr txBox="1"/>
          <p:nvPr/>
        </p:nvSpPr>
        <p:spPr>
          <a:xfrm>
            <a:off x="2971801" y="1352318"/>
            <a:ext cx="5209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>
                <a:solidFill>
                  <a:srgbClr val="00EFD1"/>
                </a:solidFill>
              </a:rPr>
              <a:t>sACEt</a:t>
            </a:r>
            <a:r>
              <a:rPr lang="fr-FR" sz="4000"/>
              <a:t> </a:t>
            </a:r>
            <a:r>
              <a:rPr lang="fr-FR" sz="2800"/>
              <a:t>(bottleneck = 4)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2490B-A5DB-5F23-90DE-FB06F89C8BFD}"/>
              </a:ext>
            </a:extLst>
          </p:cNvPr>
          <p:cNvSpPr txBox="1"/>
          <p:nvPr/>
        </p:nvSpPr>
        <p:spPr>
          <a:xfrm>
            <a:off x="2971801" y="2140929"/>
            <a:ext cx="5209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>
                <a:solidFill>
                  <a:srgbClr val="00EFD1"/>
                </a:solidFill>
              </a:rPr>
              <a:t>sADEt</a:t>
            </a:r>
            <a:r>
              <a:rPr lang="fr-FR" sz="4000"/>
              <a:t> </a:t>
            </a:r>
            <a:r>
              <a:rPr lang="fr-FR" sz="2800"/>
              <a:t>(bottleneck = 4)</a:t>
            </a:r>
            <a:endParaRPr lang="en-US" sz="4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4F189-DCB2-130E-5D10-3EEFA27BCA54}"/>
              </a:ext>
            </a:extLst>
          </p:cNvPr>
          <p:cNvSpPr txBox="1"/>
          <p:nvPr/>
        </p:nvSpPr>
        <p:spPr>
          <a:xfrm>
            <a:off x="2984530" y="2902358"/>
            <a:ext cx="5209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>
                <a:solidFill>
                  <a:srgbClr val="00EFD1"/>
                </a:solidFill>
              </a:rPr>
              <a:t>sADFt</a:t>
            </a:r>
            <a:r>
              <a:rPr lang="fr-FR" sz="4000"/>
              <a:t> </a:t>
            </a:r>
            <a:r>
              <a:rPr lang="fr-FR" sz="2800"/>
              <a:t>(bottleneck = 2)</a:t>
            </a:r>
            <a:endParaRPr lang="en-US" sz="4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FA1F8-D2B0-38C0-0B46-8A22B3178E82}"/>
              </a:ext>
            </a:extLst>
          </p:cNvPr>
          <p:cNvSpPr txBox="1"/>
          <p:nvPr/>
        </p:nvSpPr>
        <p:spPr>
          <a:xfrm>
            <a:off x="2984530" y="3635061"/>
            <a:ext cx="5209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>
                <a:solidFill>
                  <a:srgbClr val="00EFD1"/>
                </a:solidFill>
              </a:rPr>
              <a:t>sBDFt</a:t>
            </a:r>
            <a:r>
              <a:rPr lang="fr-FR" sz="4000"/>
              <a:t> </a:t>
            </a:r>
            <a:r>
              <a:rPr lang="fr-FR" sz="2800"/>
              <a:t>(bottleneck = 6)</a:t>
            </a:r>
            <a:endParaRPr lang="en-US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66D6E-2B2D-2ECC-CBAA-2F86115C4F70}"/>
              </a:ext>
            </a:extLst>
          </p:cNvPr>
          <p:cNvSpPr txBox="1"/>
          <p:nvPr/>
        </p:nvSpPr>
        <p:spPr>
          <a:xfrm>
            <a:off x="2836954" y="4360644"/>
            <a:ext cx="5209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>
                <a:solidFill>
                  <a:srgbClr val="00EFD1"/>
                </a:solidFill>
              </a:rPr>
              <a:t>sBDEFt</a:t>
            </a:r>
            <a:r>
              <a:rPr lang="fr-FR" sz="4000"/>
              <a:t> </a:t>
            </a:r>
            <a:r>
              <a:rPr lang="fr-FR" sz="2800"/>
              <a:t>(bottleneck = 2)</a:t>
            </a:r>
            <a:endParaRPr lang="en-US" sz="4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F63918-A934-BE03-901F-2BF27AB3E681}"/>
              </a:ext>
            </a:extLst>
          </p:cNvPr>
          <p:cNvSpPr txBox="1"/>
          <p:nvPr/>
        </p:nvSpPr>
        <p:spPr>
          <a:xfrm>
            <a:off x="-6589303" y="4544461"/>
            <a:ext cx="6012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400">
                <a:solidFill>
                  <a:srgbClr val="EC5E66"/>
                </a:solidFill>
              </a:rPr>
              <a:t>s</a:t>
            </a:r>
            <a:endParaRPr lang="en-US" sz="2400" dirty="0">
              <a:solidFill>
                <a:srgbClr val="EC5E6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43D0B8-0091-31F9-70CF-E5FE20B409AF}"/>
                  </a:ext>
                </a:extLst>
              </p:cNvPr>
              <p:cNvSpPr txBox="1"/>
              <p:nvPr/>
            </p:nvSpPr>
            <p:spPr>
              <a:xfrm>
                <a:off x="7415434" y="1957075"/>
                <a:ext cx="2821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sz="2400" b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43D0B8-0091-31F9-70CF-E5FE20B40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434" y="1957075"/>
                <a:ext cx="282129" cy="369332"/>
              </a:xfrm>
              <a:prstGeom prst="rect">
                <a:avLst/>
              </a:prstGeom>
              <a:blipFill>
                <a:blip r:embed="rId3"/>
                <a:stretch>
                  <a:fillRect l="-34043" r="-12766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9AC71F-A4F7-DDB0-54EE-DFE8FE8C3BCE}"/>
                  </a:ext>
                </a:extLst>
              </p:cNvPr>
              <p:cNvSpPr txBox="1"/>
              <p:nvPr/>
            </p:nvSpPr>
            <p:spPr>
              <a:xfrm>
                <a:off x="7415434" y="2736250"/>
                <a:ext cx="2821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sz="2400" b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9AC71F-A4F7-DDB0-54EE-DFE8FE8C3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434" y="2736250"/>
                <a:ext cx="282129" cy="369332"/>
              </a:xfrm>
              <a:prstGeom prst="rect">
                <a:avLst/>
              </a:prstGeom>
              <a:blipFill>
                <a:blip r:embed="rId4"/>
                <a:stretch>
                  <a:fillRect l="-34043" r="-12766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B27359-46D6-6553-7723-28CAEBB3B02A}"/>
                  </a:ext>
                </a:extLst>
              </p:cNvPr>
              <p:cNvSpPr txBox="1"/>
              <p:nvPr/>
            </p:nvSpPr>
            <p:spPr>
              <a:xfrm>
                <a:off x="7415434" y="3479535"/>
                <a:ext cx="2821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sz="2400" b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B27359-46D6-6553-7723-28CAEBB3B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434" y="3479535"/>
                <a:ext cx="282129" cy="369332"/>
              </a:xfrm>
              <a:prstGeom prst="rect">
                <a:avLst/>
              </a:prstGeom>
              <a:blipFill>
                <a:blip r:embed="rId4"/>
                <a:stretch>
                  <a:fillRect l="-34043" r="-12766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C9E061F-6D15-BFC9-192F-9849DD27FAD5}"/>
                  </a:ext>
                </a:extLst>
              </p:cNvPr>
              <p:cNvSpPr txBox="1"/>
              <p:nvPr/>
            </p:nvSpPr>
            <p:spPr>
              <a:xfrm>
                <a:off x="7415434" y="4196318"/>
                <a:ext cx="2821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sz="2400" b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C9E061F-6D15-BFC9-192F-9849DD27F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434" y="4196318"/>
                <a:ext cx="282129" cy="369332"/>
              </a:xfrm>
              <a:prstGeom prst="rect">
                <a:avLst/>
              </a:prstGeom>
              <a:blipFill>
                <a:blip r:embed="rId5"/>
                <a:stretch>
                  <a:fillRect l="-34043" r="-12766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E465984C-088B-7B1C-B5F8-B0A7D29C9088}"/>
              </a:ext>
            </a:extLst>
          </p:cNvPr>
          <p:cNvSpPr/>
          <p:nvPr/>
        </p:nvSpPr>
        <p:spPr bwMode="auto">
          <a:xfrm>
            <a:off x="2096371" y="1263170"/>
            <a:ext cx="5209956" cy="4020030"/>
          </a:xfrm>
          <a:prstGeom prst="rect">
            <a:avLst/>
          </a:prstGeom>
          <a:solidFill>
            <a:srgbClr val="343D46">
              <a:alpha val="50000"/>
            </a:srgbClr>
          </a:solidFill>
          <a:ln w="28575"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>
              <a:solidFill>
                <a:srgbClr val="F9AD57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DE9D16-AEA6-39EE-FD20-256DDC19A5C8}"/>
                  </a:ext>
                </a:extLst>
              </p:cNvPr>
              <p:cNvSpPr txBox="1"/>
              <p:nvPr/>
            </p:nvSpPr>
            <p:spPr>
              <a:xfrm>
                <a:off x="7353293" y="5002726"/>
                <a:ext cx="1299651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4400" b="0" i="1" smtClean="0">
                          <a:solidFill>
                            <a:srgbClr val="8690FA"/>
                          </a:solidFill>
                          <a:latin typeface="Cambria Math" panose="02040503050406030204" pitchFamily="18" charset="0"/>
                        </a:rPr>
                        <m:t>=18</m:t>
                      </m:r>
                    </m:oMath>
                  </m:oMathPara>
                </a14:m>
                <a:endParaRPr lang="en-US" sz="4400" dirty="0">
                  <a:solidFill>
                    <a:srgbClr val="8690FA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DE9D16-AEA6-39EE-FD20-256DDC19A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293" y="5002726"/>
                <a:ext cx="1299651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3B2D4A62-B056-6AD2-68BF-D4FBA359FDC0}"/>
              </a:ext>
            </a:extLst>
          </p:cNvPr>
          <p:cNvSpPr txBox="1"/>
          <p:nvPr/>
        </p:nvSpPr>
        <p:spPr>
          <a:xfrm>
            <a:off x="8901384" y="3635061"/>
            <a:ext cx="2819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>
                <a:solidFill>
                  <a:srgbClr val="8690FA"/>
                </a:solidFill>
              </a:rPr>
              <a:t>maximum flow</a:t>
            </a:r>
            <a:endParaRPr lang="en-US" sz="4000" b="1" dirty="0">
              <a:solidFill>
                <a:srgbClr val="8690FA"/>
              </a:solidFill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9C06539-12E5-A299-E9C4-01A55CA42648}"/>
              </a:ext>
            </a:extLst>
          </p:cNvPr>
          <p:cNvSpPr/>
          <p:nvPr/>
        </p:nvSpPr>
        <p:spPr bwMode="auto">
          <a:xfrm>
            <a:off x="8224598" y="4323624"/>
            <a:ext cx="625033" cy="740780"/>
          </a:xfrm>
          <a:custGeom>
            <a:avLst/>
            <a:gdLst>
              <a:gd name="connsiteX0" fmla="*/ 625033 w 625033"/>
              <a:gd name="connsiteY0" fmla="*/ 0 h 740780"/>
              <a:gd name="connsiteX1" fmla="*/ 150471 w 625033"/>
              <a:gd name="connsiteY1" fmla="*/ 300942 h 740780"/>
              <a:gd name="connsiteX2" fmla="*/ 0 w 625033"/>
              <a:gd name="connsiteY2" fmla="*/ 740780 h 74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5033" h="740780">
                <a:moveTo>
                  <a:pt x="625033" y="0"/>
                </a:moveTo>
                <a:cubicBezTo>
                  <a:pt x="439838" y="88739"/>
                  <a:pt x="254643" y="177479"/>
                  <a:pt x="150471" y="300942"/>
                </a:cubicBezTo>
                <a:cubicBezTo>
                  <a:pt x="46299" y="424405"/>
                  <a:pt x="23149" y="582592"/>
                  <a:pt x="0" y="740780"/>
                </a:cubicBezTo>
              </a:path>
            </a:pathLst>
          </a:custGeom>
          <a:noFill/>
          <a:ln w="28575">
            <a:solidFill>
              <a:srgbClr val="8690FA"/>
            </a:solidFill>
            <a:tailEnd type="triangle" w="lg" len="lg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82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queue = Queue()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queue.put(source)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prev = {source: None}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while not queue.empty():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u = queue.get()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if u == sink: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 = []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while prev[u] is not None: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path.append((prev[u], u))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u = prev[u]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path.reverse()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return path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for v in residual[u]: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v not in prev and residual[u][v] &gt; 0: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3630046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prev = {source: None}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while not queue.empty():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u = queue.get()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if u == sink: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 = []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while prev[u] is not None: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path.append((prev[u], u))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u = prev[u]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path.reverse()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return path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for v in residual[u]: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v not in prev and residual[u][v] &gt; 0: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1320789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while not queue.empty():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u = queue.get()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if u == sink: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 = []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while prev[u] is not None: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path.append((prev[u], u))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u = prev[u]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path.reverse()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return path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for v in residual[u]: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v not in prev and residual[u][v] &gt; 0: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1526837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u = queue.get()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if u == sink: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 = []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while prev[u] is not None: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path.append((prev[u], u))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u = prev[u]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path.reverse()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return path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for v in residual[u]: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v not in prev and residual[u][v] &gt; 0: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1331712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if u == sink: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 = []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while prev[u] is not None: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path.append((prev[u], u))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u = prev[u]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path.reverse()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return path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for v in residual[u]: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v not in prev and residual[u][v] &gt; 0: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3205366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path = []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while prev[u] is not None: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path.append((prev[u], u))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u = prev[u]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path.reverse()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return path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for v in residual[u]: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v not in prev and residual[u][v] &gt; 0: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1397561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while prev[u] is not None: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path.append((prev[u], u))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u = prev[u]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path.reverse()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return path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for v in residual[u]: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v not in prev and residual[u][v] &gt; 0: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3300582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path.append((prev[u], u))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u = prev[u]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path.reverse()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return path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for v in residual[u]: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v not in prev and residual[u][v] &gt; 0: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392893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u = prev[u]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path.reverse()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return path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for v in residual[u]: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v not in prev and residual[u][v] &gt; 0: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4248993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path.reverse()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return path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for v in residual[u]: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v not in prev and residual[u][v] &gt; 0: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2179549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for v in residual[u]: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v not in prev and residual[u][v] &gt; 0: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4119153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if v not in prev and residual[u][v] &gt; 0: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1303697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queue.put(v)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            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3984916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prev[v] = u</a:t>
            </a:r>
          </a:p>
          <a:p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    return None</a:t>
            </a:r>
          </a:p>
        </p:txBody>
      </p:sp>
    </p:spTree>
    <p:extLst>
      <p:ext uri="{BB962C8B-B14F-4D97-AF65-F5344CB8AC3E}">
        <p14:creationId xmlns:p14="http://schemas.microsoft.com/office/powerpoint/2010/main" val="2726938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181717"/>
                </a:solidFill>
                <a:effectLst/>
                <a:latin typeface="Consolas" panose="020B0609020204030204" pitchFamily="49" charset="0"/>
              </a:rPr>
              <a:t>return None</a:t>
            </a:r>
          </a:p>
        </p:txBody>
      </p:sp>
    </p:spTree>
    <p:extLst>
      <p:ext uri="{BB962C8B-B14F-4D97-AF65-F5344CB8AC3E}">
        <p14:creationId xmlns:p14="http://schemas.microsoft.com/office/powerpoint/2010/main" val="371326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F4DCE-E407-466C-9E2D-A23DED34B113}"/>
              </a:ext>
            </a:extLst>
          </p:cNvPr>
          <p:cNvSpPr txBox="1"/>
          <p:nvPr/>
        </p:nvSpPr>
        <p:spPr>
          <a:xfrm>
            <a:off x="419100" y="335846"/>
            <a:ext cx="10655300" cy="618630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59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62B25-FCDE-A03A-D090-B058529BD07E}"/>
              </a:ext>
            </a:extLst>
          </p:cNvPr>
          <p:cNvSpPr txBox="1"/>
          <p:nvPr/>
        </p:nvSpPr>
        <p:spPr>
          <a:xfrm>
            <a:off x="400050" y="505123"/>
            <a:ext cx="10274300" cy="5847755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edmonds_karp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defaultdict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{})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't'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5D6912-07EB-29F1-C316-7E94B55A36F9}"/>
              </a:ext>
            </a:extLst>
          </p:cNvPr>
          <p:cNvCxnSpPr/>
          <p:nvPr/>
        </p:nvCxnSpPr>
        <p:spPr>
          <a:xfrm>
            <a:off x="1104900" y="862106"/>
            <a:ext cx="1816100" cy="0"/>
          </a:xfrm>
          <a:prstGeom prst="line">
            <a:avLst/>
          </a:prstGeom>
          <a:ln w="38100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546847-8E50-C638-406D-69EF43C802EC}"/>
              </a:ext>
            </a:extLst>
          </p:cNvPr>
          <p:cNvCxnSpPr>
            <a:cxnSpLocks/>
          </p:cNvCxnSpPr>
          <p:nvPr/>
        </p:nvCxnSpPr>
        <p:spPr>
          <a:xfrm>
            <a:off x="2741706" y="3581400"/>
            <a:ext cx="3668059" cy="0"/>
          </a:xfrm>
          <a:prstGeom prst="line">
            <a:avLst/>
          </a:prstGeom>
          <a:ln w="38100">
            <a:solidFill>
              <a:srgbClr val="00EF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176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62B25-FCDE-A03A-D090-B058529BD07E}"/>
              </a:ext>
            </a:extLst>
          </p:cNvPr>
          <p:cNvSpPr txBox="1"/>
          <p:nvPr/>
        </p:nvSpPr>
        <p:spPr>
          <a:xfrm>
            <a:off x="400050" y="505123"/>
            <a:ext cx="10274300" cy="5847755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edmonds_karp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defaultdict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{})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't'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residual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bottleneck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total_flow</a:t>
            </a:r>
            <a:endParaRPr lang="en-US" sz="2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8E1B002-AC2F-3FDB-CAD2-8E819218EA6A}"/>
                  </a:ext>
                </a:extLst>
              </p:cNvPr>
              <p:cNvSpPr/>
              <p:nvPr/>
            </p:nvSpPr>
            <p:spPr>
              <a:xfrm>
                <a:off x="995668" y="2917728"/>
                <a:ext cx="8462658" cy="303539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alpha val="0"/>
                    </a:schemeClr>
                  </a:gs>
                  <a:gs pos="34000">
                    <a:schemeClr val="accent1">
                      <a:lumMod val="40000"/>
                      <a:lumOff val="60000"/>
                      <a:alpha val="40000"/>
                    </a:schemeClr>
                  </a:gs>
                  <a:gs pos="68000">
                    <a:schemeClr val="accent1">
                      <a:lumMod val="40000"/>
                      <a:lumOff val="60000"/>
                      <a:alpha val="72000"/>
                    </a:schemeClr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108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fr-FR" sz="3600" b="0" i="1" smtClean="0">
                              <a:solidFill>
                                <a:srgbClr val="343D4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600" b="0" i="1" smtClean="0">
                              <a:solidFill>
                                <a:srgbClr val="343D46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fr-FR" sz="3600" b="0" i="1" smtClean="0">
                              <a:solidFill>
                                <a:srgbClr val="343D4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600" b="0" i="1" smtClean="0">
                              <a:solidFill>
                                <a:srgbClr val="343D4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GB" sz="3600">
                  <a:solidFill>
                    <a:srgbClr val="343D46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8E1B002-AC2F-3FDB-CAD2-8E819218EA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68" y="2917728"/>
                <a:ext cx="8462658" cy="30353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7487EA5-6F6F-558D-52C1-1032812561E2}"/>
                  </a:ext>
                </a:extLst>
              </p:cNvPr>
              <p:cNvSpPr/>
              <p:nvPr/>
            </p:nvSpPr>
            <p:spPr>
              <a:xfrm>
                <a:off x="1607161" y="3269508"/>
                <a:ext cx="7044714" cy="308717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34000">
                    <a:schemeClr val="tx1">
                      <a:alpha val="51000"/>
                    </a:schemeClr>
                  </a:gs>
                  <a:gs pos="68000">
                    <a:schemeClr val="tx1">
                      <a:alpha val="71000"/>
                    </a:schemeClr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rgbClr val="181717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FR" sz="2000" b="0" i="1" smtClean="0">
                          <a:solidFill>
                            <a:srgbClr val="181717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FR" sz="2000" b="0" i="1" smtClean="0">
                          <a:solidFill>
                            <a:srgbClr val="181717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sz="2000">
                  <a:solidFill>
                    <a:srgbClr val="181717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7487EA5-6F6F-558D-52C1-1032812561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161" y="3269508"/>
                <a:ext cx="7044714" cy="308717"/>
              </a:xfrm>
              <a:prstGeom prst="rect">
                <a:avLst/>
              </a:prstGeom>
              <a:blipFill>
                <a:blip r:embed="rId3"/>
                <a:stretch>
                  <a:fillRect l="-433" b="-3725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8C02D5-8D33-B0D0-65AE-7101C9FFD1F7}"/>
                  </a:ext>
                </a:extLst>
              </p:cNvPr>
              <p:cNvSpPr txBox="1"/>
              <p:nvPr/>
            </p:nvSpPr>
            <p:spPr>
              <a:xfrm>
                <a:off x="7481868" y="603430"/>
                <a:ext cx="4524415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fr-FR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fr-FR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fr-FR" sz="3600" b="0" i="1" smtClean="0">
                          <a:solidFill>
                            <a:srgbClr val="F97B57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fr-FR" sz="3600" b="0" i="1" smtClean="0">
                              <a:solidFill>
                                <a:srgbClr val="F97B5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fr-FR" sz="3600" b="0" i="1" smtClean="0">
                                  <a:solidFill>
                                    <a:srgbClr val="F97B5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3600" b="0" i="1" smtClean="0">
                                  <a:solidFill>
                                    <a:srgbClr val="F97B57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  <m:sSup>
                            <m:sSupPr>
                              <m:ctrlPr>
                                <a:rPr lang="fr-FR" sz="3600" b="0" i="1" smtClean="0">
                                  <a:solidFill>
                                    <a:srgbClr val="F97B5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fr-FR" sz="3600" b="0" i="1" smtClean="0">
                                      <a:solidFill>
                                        <a:srgbClr val="F97B5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3600" b="0" i="1" smtClean="0">
                                      <a:solidFill>
                                        <a:srgbClr val="F97B57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3600" b="0" i="1" smtClean="0">
                                  <a:solidFill>
                                    <a:srgbClr val="F97B5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8C02D5-8D33-B0D0-65AE-7101C9FFD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868" y="603430"/>
                <a:ext cx="4524415" cy="1107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2018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819881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19881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8002945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708973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29049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603056" y="2197685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08C043-6324-C138-0F98-B85101B4A831}"/>
              </a:ext>
            </a:extLst>
          </p:cNvPr>
          <p:cNvSpPr txBox="1"/>
          <p:nvPr/>
        </p:nvSpPr>
        <p:spPr>
          <a:xfrm>
            <a:off x="5498557" y="1474745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815867-CCD5-8698-6DD0-0728C0C21EA3}"/>
              </a:ext>
            </a:extLst>
          </p:cNvPr>
          <p:cNvSpPr txBox="1"/>
          <p:nvPr/>
        </p:nvSpPr>
        <p:spPr>
          <a:xfrm>
            <a:off x="5498557" y="4190833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413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945338" y="2088684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819881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8002945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708973" y="1474745"/>
            <a:ext cx="110139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329049" y="4309087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497198" y="2100032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603056" y="34787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10000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08C043-6324-C138-0F98-B85101B4A831}"/>
              </a:ext>
            </a:extLst>
          </p:cNvPr>
          <p:cNvSpPr txBox="1"/>
          <p:nvPr/>
        </p:nvSpPr>
        <p:spPr>
          <a:xfrm>
            <a:off x="5097392" y="1464822"/>
            <a:ext cx="111039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815867-CCD5-8698-6DD0-0728C0C21EA3}"/>
              </a:ext>
            </a:extLst>
          </p:cNvPr>
          <p:cNvSpPr txBox="1"/>
          <p:nvPr/>
        </p:nvSpPr>
        <p:spPr>
          <a:xfrm>
            <a:off x="5498557" y="4190833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209EB-17E3-B418-312A-A51C64D83FA1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sAt</a:t>
            </a:r>
            <a:r>
              <a:rPr lang="fr-FR" sz="2800"/>
              <a:t> </a:t>
            </a:r>
            <a:r>
              <a:rPr lang="fr-FR"/>
              <a:t>(bottleneck = 10000)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55550157"/>
      </p:ext>
    </p:extLst>
  </p:cSld>
  <p:clrMapOvr>
    <a:masterClrMapping/>
  </p:clrMapOvr>
  <p:transition>
    <p:fade/>
  </p:transition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266217" y="262939"/>
            <a:ext cx="3660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/>
              <a:t>Augmenting paths:</a:t>
            </a:r>
            <a:endParaRPr lang="en-US" sz="28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BCA08E-99C6-9FB9-92B2-4C6C4CFFC961}"/>
              </a:ext>
            </a:extLst>
          </p:cNvPr>
          <p:cNvCxnSpPr>
            <a:cxnSpLocks/>
          </p:cNvCxnSpPr>
          <p:nvPr/>
        </p:nvCxnSpPr>
        <p:spPr>
          <a:xfrm>
            <a:off x="8125259" y="1168583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68366-3C58-968F-584E-C95780BCB75D}"/>
              </a:ext>
            </a:extLst>
          </p:cNvPr>
          <p:cNvCxnSpPr>
            <a:cxnSpLocks/>
          </p:cNvCxnSpPr>
          <p:nvPr/>
        </p:nvCxnSpPr>
        <p:spPr>
          <a:xfrm flipH="1" flipV="1">
            <a:off x="8275958" y="1066157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5270DC-0878-9D6E-C9C1-63F3FCA3A0BC}"/>
              </a:ext>
            </a:extLst>
          </p:cNvPr>
          <p:cNvCxnSpPr>
            <a:cxnSpLocks/>
          </p:cNvCxnSpPr>
          <p:nvPr/>
        </p:nvCxnSpPr>
        <p:spPr>
          <a:xfrm flipV="1">
            <a:off x="8208167" y="3121254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B284F-18D2-3F69-C4BA-23A87084A24D}"/>
              </a:ext>
            </a:extLst>
          </p:cNvPr>
          <p:cNvCxnSpPr>
            <a:cxnSpLocks/>
          </p:cNvCxnSpPr>
          <p:nvPr/>
        </p:nvCxnSpPr>
        <p:spPr>
          <a:xfrm flipH="1">
            <a:off x="8291757" y="3211542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386073-1FA3-1AA0-D072-1631E16B5390}"/>
              </a:ext>
            </a:extLst>
          </p:cNvPr>
          <p:cNvCxnSpPr>
            <a:cxnSpLocks/>
          </p:cNvCxnSpPr>
          <p:nvPr/>
        </p:nvCxnSpPr>
        <p:spPr>
          <a:xfrm>
            <a:off x="7851611" y="1239331"/>
            <a:ext cx="0" cy="3430215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4EDD725-0672-E2B0-76CF-ADE71B812931}"/>
              </a:ext>
            </a:extLst>
          </p:cNvPr>
          <p:cNvCxnSpPr>
            <a:cxnSpLocks/>
          </p:cNvCxnSpPr>
          <p:nvPr/>
        </p:nvCxnSpPr>
        <p:spPr>
          <a:xfrm flipV="1">
            <a:off x="8036811" y="1239331"/>
            <a:ext cx="0" cy="343021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A42689-F7C4-1E8C-CF23-C908A0032EFD}"/>
              </a:ext>
            </a:extLst>
          </p:cNvPr>
          <p:cNvSpPr txBox="1"/>
          <p:nvPr/>
        </p:nvSpPr>
        <p:spPr>
          <a:xfrm>
            <a:off x="8945338" y="2088684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9D127-98A5-B116-4CC8-C1D67A552D66}"/>
              </a:ext>
            </a:extLst>
          </p:cNvPr>
          <p:cNvSpPr txBox="1"/>
          <p:nvPr/>
        </p:nvSpPr>
        <p:spPr>
          <a:xfrm>
            <a:off x="8725036" y="368063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CACB3-0E16-2346-E6A6-1237E74BB6FA}"/>
              </a:ext>
            </a:extLst>
          </p:cNvPr>
          <p:cNvSpPr txBox="1"/>
          <p:nvPr/>
        </p:nvSpPr>
        <p:spPr>
          <a:xfrm>
            <a:off x="7002194" y="280055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1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66E829-66C0-5DF1-ED91-52DD44BDDB54}"/>
              </a:ext>
            </a:extLst>
          </p:cNvPr>
          <p:cNvSpPr txBox="1"/>
          <p:nvPr/>
        </p:nvSpPr>
        <p:spPr>
          <a:xfrm>
            <a:off x="8002945" y="2800550"/>
            <a:ext cx="6288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49758-4D80-886F-3E5A-87A6495688E6}"/>
              </a:ext>
            </a:extLst>
          </p:cNvPr>
          <p:cNvSpPr txBox="1"/>
          <p:nvPr/>
        </p:nvSpPr>
        <p:spPr>
          <a:xfrm>
            <a:off x="9708973" y="1474745"/>
            <a:ext cx="110139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BAAE-B707-0EBC-00D3-E5EE612DD4B4}"/>
              </a:ext>
            </a:extLst>
          </p:cNvPr>
          <p:cNvSpPr txBox="1"/>
          <p:nvPr/>
        </p:nvSpPr>
        <p:spPr>
          <a:xfrm>
            <a:off x="9459110" y="4303606"/>
            <a:ext cx="115797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374277-AD0C-614A-D702-CBDA19634064}"/>
              </a:ext>
            </a:extLst>
          </p:cNvPr>
          <p:cNvCxnSpPr>
            <a:cxnSpLocks/>
          </p:cNvCxnSpPr>
          <p:nvPr/>
        </p:nvCxnSpPr>
        <p:spPr>
          <a:xfrm flipV="1">
            <a:off x="4689932" y="1148616"/>
            <a:ext cx="3049035" cy="1585417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7748F4-66D1-3CFC-5B9E-930D29FB46A8}"/>
              </a:ext>
            </a:extLst>
          </p:cNvPr>
          <p:cNvCxnSpPr>
            <a:cxnSpLocks/>
          </p:cNvCxnSpPr>
          <p:nvPr/>
        </p:nvCxnSpPr>
        <p:spPr>
          <a:xfrm flipH="1">
            <a:off x="4501878" y="1005871"/>
            <a:ext cx="3155759" cy="1583290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50BD-6844-8A86-9FB2-5677807000FC}"/>
              </a:ext>
            </a:extLst>
          </p:cNvPr>
          <p:cNvCxnSpPr>
            <a:cxnSpLocks/>
          </p:cNvCxnSpPr>
          <p:nvPr/>
        </p:nvCxnSpPr>
        <p:spPr>
          <a:xfrm>
            <a:off x="4667837" y="3155232"/>
            <a:ext cx="3001613" cy="1638581"/>
          </a:xfrm>
          <a:prstGeom prst="straightConnector1">
            <a:avLst/>
          </a:prstGeom>
          <a:ln w="38100">
            <a:solidFill>
              <a:srgbClr val="33CC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384DE0F-AD99-9812-182B-3E328512D6DA}"/>
              </a:ext>
            </a:extLst>
          </p:cNvPr>
          <p:cNvCxnSpPr>
            <a:cxnSpLocks/>
          </p:cNvCxnSpPr>
          <p:nvPr/>
        </p:nvCxnSpPr>
        <p:spPr>
          <a:xfrm flipH="1" flipV="1">
            <a:off x="4509794" y="3292964"/>
            <a:ext cx="3139960" cy="1720735"/>
          </a:xfrm>
          <a:prstGeom prst="straightConnector1">
            <a:avLst/>
          </a:prstGeom>
          <a:ln w="38100">
            <a:solidFill>
              <a:srgbClr val="F9AE57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4FA30B-611D-0509-4818-1D18F6BEEFDB}"/>
              </a:ext>
            </a:extLst>
          </p:cNvPr>
          <p:cNvSpPr/>
          <p:nvPr/>
        </p:nvSpPr>
        <p:spPr bwMode="auto">
          <a:xfrm>
            <a:off x="4065425" y="2597047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s</a:t>
            </a:r>
            <a:endParaRPr lang="en-US" sz="2800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2DA560-844C-2E8C-1025-7DA4EB217014}"/>
              </a:ext>
            </a:extLst>
          </p:cNvPr>
          <p:cNvSpPr/>
          <p:nvPr/>
        </p:nvSpPr>
        <p:spPr bwMode="auto">
          <a:xfrm>
            <a:off x="11166927" y="25970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t</a:t>
            </a:r>
            <a:endParaRPr lang="en-US" sz="2800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597814-C18A-50BE-105C-A517C687C039}"/>
              </a:ext>
            </a:extLst>
          </p:cNvPr>
          <p:cNvSpPr/>
          <p:nvPr/>
        </p:nvSpPr>
        <p:spPr bwMode="auto">
          <a:xfrm>
            <a:off x="7586820" y="4669546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B</a:t>
            </a:r>
            <a:endParaRPr lang="en-US" sz="2800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3D210C-D593-2147-4110-55154D2E91B5}"/>
              </a:ext>
            </a:extLst>
          </p:cNvPr>
          <p:cNvSpPr/>
          <p:nvPr/>
        </p:nvSpPr>
        <p:spPr bwMode="auto">
          <a:xfrm>
            <a:off x="7586820" y="524549"/>
            <a:ext cx="714782" cy="714782"/>
          </a:xfrm>
          <a:prstGeom prst="ellipse">
            <a:avLst/>
          </a:prstGeom>
          <a:solidFill>
            <a:srgbClr val="343D46"/>
          </a:solidFill>
          <a:ln w="28575"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>
                <a:latin typeface="+mj-lt"/>
              </a:rPr>
              <a:t>A</a:t>
            </a:r>
            <a:endParaRPr lang="en-US" sz="2800"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79961C-9263-DD39-F286-F46D86D1DED2}"/>
              </a:ext>
            </a:extLst>
          </p:cNvPr>
          <p:cNvSpPr txBox="1"/>
          <p:nvPr/>
        </p:nvSpPr>
        <p:spPr>
          <a:xfrm>
            <a:off x="5497198" y="2100032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729A60-5D9D-C117-C601-55E6F97F6CD2}"/>
              </a:ext>
            </a:extLst>
          </p:cNvPr>
          <p:cNvSpPr txBox="1"/>
          <p:nvPr/>
        </p:nvSpPr>
        <p:spPr>
          <a:xfrm>
            <a:off x="5549550" y="3531560"/>
            <a:ext cx="131306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33CCFF"/>
                </a:solidFill>
              </a:rPr>
              <a:t>0</a:t>
            </a:r>
            <a:endParaRPr lang="en-US" sz="2000" dirty="0">
              <a:solidFill>
                <a:srgbClr val="33CCFF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08C043-6324-C138-0F98-B85101B4A831}"/>
              </a:ext>
            </a:extLst>
          </p:cNvPr>
          <p:cNvSpPr txBox="1"/>
          <p:nvPr/>
        </p:nvSpPr>
        <p:spPr>
          <a:xfrm>
            <a:off x="5097392" y="1464822"/>
            <a:ext cx="111039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815867-CCD5-8698-6DD0-0728C0C21EA3}"/>
              </a:ext>
            </a:extLst>
          </p:cNvPr>
          <p:cNvSpPr txBox="1"/>
          <p:nvPr/>
        </p:nvSpPr>
        <p:spPr>
          <a:xfrm>
            <a:off x="5123682" y="4260536"/>
            <a:ext cx="103004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2000">
                <a:solidFill>
                  <a:srgbClr val="F9AE57"/>
                </a:solidFill>
              </a:rPr>
              <a:t>10000</a:t>
            </a:r>
            <a:endParaRPr lang="en-US" sz="2000" dirty="0">
              <a:solidFill>
                <a:srgbClr val="F9AE57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209EB-17E3-B418-312A-A51C64D83FA1}"/>
              </a:ext>
            </a:extLst>
          </p:cNvPr>
          <p:cNvSpPr txBox="1"/>
          <p:nvPr/>
        </p:nvSpPr>
        <p:spPr>
          <a:xfrm>
            <a:off x="266217" y="80454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sAt</a:t>
            </a:r>
            <a:r>
              <a:rPr lang="fr-FR" sz="2800"/>
              <a:t> </a:t>
            </a:r>
            <a:r>
              <a:rPr lang="fr-FR"/>
              <a:t>(bottleneck = 10000)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C077D-3161-922F-5517-7B4ADED08DF3}"/>
              </a:ext>
            </a:extLst>
          </p:cNvPr>
          <p:cNvSpPr txBox="1"/>
          <p:nvPr/>
        </p:nvSpPr>
        <p:spPr>
          <a:xfrm>
            <a:off x="266217" y="1327767"/>
            <a:ext cx="3294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>
                <a:solidFill>
                  <a:srgbClr val="00EFD1"/>
                </a:solidFill>
              </a:rPr>
              <a:t>sBt</a:t>
            </a:r>
            <a:r>
              <a:rPr lang="fr-FR" sz="2800"/>
              <a:t> </a:t>
            </a:r>
            <a:r>
              <a:rPr lang="fr-FR"/>
              <a:t>(bottleneck = 10000)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53129405"/>
      </p:ext>
    </p:extLst>
  </p:cSld>
  <p:clrMapOvr>
    <a:masterClrMapping/>
  </p:clrMapOvr>
  <p:transition>
    <p:fade/>
  </p:transition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 hidden="1">
            <a:extLst>
              <a:ext uri="{FF2B5EF4-FFF2-40B4-BE49-F238E27FC236}">
                <a16:creationId xmlns:a16="http://schemas.microsoft.com/office/drawing/2014/main" id="{D8EE6286-B9CC-42CD-8090-7DB1520D6287}"/>
              </a:ext>
            </a:extLst>
          </p:cNvPr>
          <p:cNvSpPr/>
          <p:nvPr/>
        </p:nvSpPr>
        <p:spPr>
          <a:xfrm>
            <a:off x="6905790" y="914400"/>
            <a:ext cx="4644572" cy="4644572"/>
          </a:xfrm>
          <a:prstGeom prst="ellipse">
            <a:avLst/>
          </a:prstGeom>
          <a:noFill/>
          <a:ln w="38100">
            <a:solidFill>
              <a:srgbClr val="FF4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181D137-6363-6CC2-1E72-B942183975ED}"/>
              </a:ext>
            </a:extLst>
          </p:cNvPr>
          <p:cNvSpPr txBox="1"/>
          <p:nvPr/>
        </p:nvSpPr>
        <p:spPr>
          <a:xfrm>
            <a:off x="456716" y="309226"/>
            <a:ext cx="912543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800" b="1">
                <a:solidFill>
                  <a:srgbClr val="8690FA"/>
                </a:solidFill>
              </a:rPr>
              <a:t>Edmonds-Karp</a:t>
            </a:r>
          </a:p>
          <a:p>
            <a:r>
              <a:rPr lang="fr-FR" sz="8800" b="1">
                <a:solidFill>
                  <a:srgbClr val="8690FA"/>
                </a:solidFill>
              </a:rPr>
              <a:t>algorithm</a:t>
            </a:r>
            <a:endParaRPr lang="en-US" sz="8800" b="1" dirty="0">
              <a:solidFill>
                <a:srgbClr val="8690FA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B70910-7FF7-17D1-E047-493858931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841" y="2816722"/>
            <a:ext cx="6525443" cy="35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7054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inside code">
      <a:dk1>
        <a:srgbClr val="FFFFFF"/>
      </a:dk1>
      <a:lt1>
        <a:srgbClr val="343D46"/>
      </a:lt1>
      <a:dk2>
        <a:srgbClr val="44546A"/>
      </a:dk2>
      <a:lt2>
        <a:srgbClr val="E7E6E6"/>
      </a:lt2>
      <a:accent1>
        <a:srgbClr val="5EB4B4"/>
      </a:accent1>
      <a:accent2>
        <a:srgbClr val="D450D4"/>
      </a:accent2>
      <a:accent3>
        <a:srgbClr val="EC5E66"/>
      </a:accent3>
      <a:accent4>
        <a:srgbClr val="99C794"/>
      </a:accent4>
      <a:accent5>
        <a:srgbClr val="F97B57"/>
      </a:accent5>
      <a:accent6>
        <a:srgbClr val="F9AE57"/>
      </a:accent6>
      <a:hlink>
        <a:srgbClr val="A6ACB9"/>
      </a:hlink>
      <a:folHlink>
        <a:srgbClr val="954F72"/>
      </a:folHlink>
    </a:clrScheme>
    <a:fontScheme name="Custom 1">
      <a:majorFont>
        <a:latin typeface="Eudoxus Sans Medium"/>
        <a:ea typeface=""/>
        <a:cs typeface=""/>
      </a:majorFont>
      <a:minorFont>
        <a:latin typeface="Eudoxus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343D46"/>
        </a:solidFill>
        <a:ln w="28575">
          <a:solidFill>
            <a:srgbClr val="EC5E66"/>
          </a:solidFill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no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sz="2800" smtClean="0">
            <a:solidFill>
              <a:srgbClr val="F9AD57"/>
            </a:solidFill>
            <a:latin typeface="+mj-lt"/>
          </a:defRPr>
        </a:defPPr>
      </a:lstStyle>
    </a:spDef>
    <a:lnDef>
      <a:spPr>
        <a:ln w="19050">
          <a:solidFill>
            <a:srgbClr val="00EFD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3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17919</TotalTime>
  <Words>13128</Words>
  <Application>Microsoft Macintosh PowerPoint</Application>
  <PresentationFormat>Widescreen</PresentationFormat>
  <Paragraphs>6922</Paragraphs>
  <Slides>226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226</vt:i4>
      </vt:variant>
    </vt:vector>
  </HeadingPairs>
  <TitlesOfParts>
    <vt:vector size="233" baseType="lpstr">
      <vt:lpstr>Arial</vt:lpstr>
      <vt:lpstr>Calibri</vt:lpstr>
      <vt:lpstr>Cambria Math</vt:lpstr>
      <vt:lpstr>Consolas</vt:lpstr>
      <vt:lpstr>Eudoxus Sans</vt:lpstr>
      <vt:lpstr>Eudoxus Sans Medium</vt:lpstr>
      <vt:lpstr>Office Theme</vt:lpstr>
      <vt:lpstr>Lecture 19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Prac syphax</dc:creator>
  <cp:lastModifiedBy>Fahim Arefin</cp:lastModifiedBy>
  <cp:revision>1258</cp:revision>
  <dcterms:created xsi:type="dcterms:W3CDTF">2019-12-20T21:59:05Z</dcterms:created>
  <dcterms:modified xsi:type="dcterms:W3CDTF">2025-07-15T19:18:36Z</dcterms:modified>
</cp:coreProperties>
</file>